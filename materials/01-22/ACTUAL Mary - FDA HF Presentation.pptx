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2" r:id="rId1"/>
  </p:sldMasterIdLst>
  <p:notesMasterIdLst>
    <p:notesMasterId r:id="rId30"/>
  </p:notesMasterIdLst>
  <p:sldIdLst>
    <p:sldId id="256" r:id="rId2"/>
    <p:sldId id="259" r:id="rId3"/>
    <p:sldId id="260" r:id="rId4"/>
    <p:sldId id="257" r:id="rId5"/>
    <p:sldId id="261" r:id="rId6"/>
    <p:sldId id="274" r:id="rId7"/>
    <p:sldId id="264" r:id="rId8"/>
    <p:sldId id="281" r:id="rId9"/>
    <p:sldId id="271" r:id="rId10"/>
    <p:sldId id="275" r:id="rId11"/>
    <p:sldId id="276" r:id="rId12"/>
    <p:sldId id="277" r:id="rId13"/>
    <p:sldId id="282" r:id="rId14"/>
    <p:sldId id="280" r:id="rId15"/>
    <p:sldId id="286" r:id="rId16"/>
    <p:sldId id="289" r:id="rId17"/>
    <p:sldId id="283" r:id="rId18"/>
    <p:sldId id="288" r:id="rId19"/>
    <p:sldId id="287" r:id="rId20"/>
    <p:sldId id="284" r:id="rId21"/>
    <p:sldId id="279" r:id="rId22"/>
    <p:sldId id="278" r:id="rId23"/>
    <p:sldId id="258" r:id="rId24"/>
    <p:sldId id="265" r:id="rId25"/>
    <p:sldId id="273" r:id="rId26"/>
    <p:sldId id="272" r:id="rId27"/>
    <p:sldId id="267" r:id="rId28"/>
    <p:sldId id="26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DF5E98-8B53-294C-9E04-0C0E43327DE6}" v="22" dt="2025-01-23T00:33:02.7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45"/>
    <p:restoredTop sz="70816"/>
  </p:normalViewPr>
  <p:slideViewPr>
    <p:cSldViewPr snapToGrid="0">
      <p:cViewPr>
        <p:scale>
          <a:sx n="75" d="100"/>
          <a:sy n="75" d="100"/>
        </p:scale>
        <p:origin x="144"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F3F282-C5FA-4AC0-8E26-DA0C11FAB653}" type="doc">
      <dgm:prSet loTypeId="urn:microsoft.com/office/officeart/2005/8/layout/process4" loCatId="list" qsTypeId="urn:microsoft.com/office/officeart/2005/8/quickstyle/simple3" qsCatId="simple" csTypeId="urn:microsoft.com/office/officeart/2005/8/colors/accent2_2" csCatId="accent2" phldr="1"/>
      <dgm:spPr/>
      <dgm:t>
        <a:bodyPr/>
        <a:lstStyle/>
        <a:p>
          <a:endParaRPr lang="en-US"/>
        </a:p>
      </dgm:t>
    </dgm:pt>
    <dgm:pt modelId="{41FED93D-C489-4DCA-8BE3-E5C822EB63F1}">
      <dgm:prSet/>
      <dgm:spPr/>
      <dgm:t>
        <a:bodyPr/>
        <a:lstStyle/>
        <a:p>
          <a:r>
            <a:rPr lang="en-US" dirty="0"/>
            <a:t>Medical Devices must have approval from FDA before they can be sold in the US.</a:t>
          </a:r>
        </a:p>
      </dgm:t>
    </dgm:pt>
    <dgm:pt modelId="{AA800400-3336-4830-A0BD-A7448D23F776}" type="parTrans" cxnId="{E593B3C3-1BAE-4F39-B9B0-97FCD030209B}">
      <dgm:prSet/>
      <dgm:spPr/>
      <dgm:t>
        <a:bodyPr/>
        <a:lstStyle/>
        <a:p>
          <a:endParaRPr lang="en-US"/>
        </a:p>
      </dgm:t>
    </dgm:pt>
    <dgm:pt modelId="{9878DE88-B96C-4E36-93DE-3DB24567F877}" type="sibTrans" cxnId="{E593B3C3-1BAE-4F39-B9B0-97FCD030209B}">
      <dgm:prSet/>
      <dgm:spPr/>
      <dgm:t>
        <a:bodyPr/>
        <a:lstStyle/>
        <a:p>
          <a:endParaRPr lang="en-US"/>
        </a:p>
      </dgm:t>
    </dgm:pt>
    <dgm:pt modelId="{CEC339FD-966C-4E3D-A445-C24ABEC70C72}">
      <dgm:prSet/>
      <dgm:spPr/>
      <dgm:t>
        <a:bodyPr/>
        <a:lstStyle/>
        <a:p>
          <a:r>
            <a:rPr lang="en-US" dirty="0"/>
            <a:t>FDA Approval requires that the device has proven to be </a:t>
          </a:r>
          <a:r>
            <a:rPr lang="en-US" b="1" dirty="0"/>
            <a:t>Safe </a:t>
          </a:r>
          <a:r>
            <a:rPr lang="en-US" dirty="0"/>
            <a:t>&amp; </a:t>
          </a:r>
          <a:r>
            <a:rPr lang="en-US" b="1" dirty="0"/>
            <a:t>Effective</a:t>
          </a:r>
          <a:endParaRPr lang="en-US" dirty="0"/>
        </a:p>
      </dgm:t>
    </dgm:pt>
    <dgm:pt modelId="{DB6300A2-D577-48D3-A4C1-EABA34E65A96}" type="parTrans" cxnId="{7F9EA590-137B-4569-9889-85006B2F5EC5}">
      <dgm:prSet/>
      <dgm:spPr/>
      <dgm:t>
        <a:bodyPr/>
        <a:lstStyle/>
        <a:p>
          <a:endParaRPr lang="en-US"/>
        </a:p>
      </dgm:t>
    </dgm:pt>
    <dgm:pt modelId="{84AD9038-52A4-4A66-9A33-960739370123}" type="sibTrans" cxnId="{7F9EA590-137B-4569-9889-85006B2F5EC5}">
      <dgm:prSet/>
      <dgm:spPr/>
      <dgm:t>
        <a:bodyPr/>
        <a:lstStyle/>
        <a:p>
          <a:endParaRPr lang="en-US"/>
        </a:p>
      </dgm:t>
    </dgm:pt>
    <dgm:pt modelId="{AD0FA0ED-C0FB-4E92-84BB-16F2DBB17262}">
      <dgm:prSet/>
      <dgm:spPr/>
      <dgm:t>
        <a:bodyPr/>
        <a:lstStyle/>
        <a:p>
          <a:r>
            <a:rPr lang="en-US" dirty="0"/>
            <a:t>Proof that a device is safe &amp; Effective -&gt; through a Usability Analysis</a:t>
          </a:r>
        </a:p>
      </dgm:t>
    </dgm:pt>
    <dgm:pt modelId="{10797ABF-9986-4DA0-9AD3-108B80E10662}" type="parTrans" cxnId="{9D1EB28B-6E6C-4F78-BCF0-0226E44737AA}">
      <dgm:prSet/>
      <dgm:spPr/>
      <dgm:t>
        <a:bodyPr/>
        <a:lstStyle/>
        <a:p>
          <a:endParaRPr lang="en-US"/>
        </a:p>
      </dgm:t>
    </dgm:pt>
    <dgm:pt modelId="{00928667-1DD3-4B5E-B761-7952D0B621F2}" type="sibTrans" cxnId="{9D1EB28B-6E6C-4F78-BCF0-0226E44737AA}">
      <dgm:prSet/>
      <dgm:spPr/>
      <dgm:t>
        <a:bodyPr/>
        <a:lstStyle/>
        <a:p>
          <a:endParaRPr lang="en-US"/>
        </a:p>
      </dgm:t>
    </dgm:pt>
    <dgm:pt modelId="{A3B91DB3-10A1-4236-A44E-47E898D3E7FB}">
      <dgm:prSet/>
      <dgm:spPr/>
      <dgm:t>
        <a:bodyPr/>
        <a:lstStyle/>
        <a:p>
          <a:r>
            <a:rPr lang="en-US" dirty="0"/>
            <a:t>“Applying Human Factors and Usability Engineering to Medical Devices”</a:t>
          </a:r>
        </a:p>
      </dgm:t>
    </dgm:pt>
    <dgm:pt modelId="{9B42D9DE-AA25-4113-930D-BE21E5375AE2}" type="parTrans" cxnId="{59DF3444-9118-4F5A-9362-16C97EDFE2AB}">
      <dgm:prSet/>
      <dgm:spPr/>
      <dgm:t>
        <a:bodyPr/>
        <a:lstStyle/>
        <a:p>
          <a:endParaRPr lang="en-US"/>
        </a:p>
      </dgm:t>
    </dgm:pt>
    <dgm:pt modelId="{8CA0D7D6-DCCB-4460-9DC5-E74928C3272C}" type="sibTrans" cxnId="{59DF3444-9118-4F5A-9362-16C97EDFE2AB}">
      <dgm:prSet/>
      <dgm:spPr/>
      <dgm:t>
        <a:bodyPr/>
        <a:lstStyle/>
        <a:p>
          <a:endParaRPr lang="en-US"/>
        </a:p>
      </dgm:t>
    </dgm:pt>
    <dgm:pt modelId="{0E0F4DB8-5E39-3B45-948B-1B1217978F78}" type="pres">
      <dgm:prSet presAssocID="{C0F3F282-C5FA-4AC0-8E26-DA0C11FAB653}" presName="Name0" presStyleCnt="0">
        <dgm:presLayoutVars>
          <dgm:dir/>
          <dgm:animLvl val="lvl"/>
          <dgm:resizeHandles val="exact"/>
        </dgm:presLayoutVars>
      </dgm:prSet>
      <dgm:spPr/>
    </dgm:pt>
    <dgm:pt modelId="{1451C608-0C64-8C4D-8E48-1DDE845CDDF4}" type="pres">
      <dgm:prSet presAssocID="{A3B91DB3-10A1-4236-A44E-47E898D3E7FB}" presName="boxAndChildren" presStyleCnt="0"/>
      <dgm:spPr/>
    </dgm:pt>
    <dgm:pt modelId="{ED82ABA1-3476-A146-AC73-EECD9B03F3C9}" type="pres">
      <dgm:prSet presAssocID="{A3B91DB3-10A1-4236-A44E-47E898D3E7FB}" presName="parentTextBox" presStyleLbl="node1" presStyleIdx="0" presStyleCnt="4"/>
      <dgm:spPr/>
    </dgm:pt>
    <dgm:pt modelId="{3DB0836D-C083-664B-BE5E-35FAB1C9D9C1}" type="pres">
      <dgm:prSet presAssocID="{00928667-1DD3-4B5E-B761-7952D0B621F2}" presName="sp" presStyleCnt="0"/>
      <dgm:spPr/>
    </dgm:pt>
    <dgm:pt modelId="{CE413F4F-E1A1-AA40-8C88-A1578F5AAE86}" type="pres">
      <dgm:prSet presAssocID="{AD0FA0ED-C0FB-4E92-84BB-16F2DBB17262}" presName="arrowAndChildren" presStyleCnt="0"/>
      <dgm:spPr/>
    </dgm:pt>
    <dgm:pt modelId="{A17F6564-83E0-1949-95D8-0731175BFF30}" type="pres">
      <dgm:prSet presAssocID="{AD0FA0ED-C0FB-4E92-84BB-16F2DBB17262}" presName="parentTextArrow" presStyleLbl="node1" presStyleIdx="1" presStyleCnt="4"/>
      <dgm:spPr/>
    </dgm:pt>
    <dgm:pt modelId="{9CA28C96-5842-784A-B68B-E136AD67BB7C}" type="pres">
      <dgm:prSet presAssocID="{84AD9038-52A4-4A66-9A33-960739370123}" presName="sp" presStyleCnt="0"/>
      <dgm:spPr/>
    </dgm:pt>
    <dgm:pt modelId="{FBD087F5-AFE8-B149-B931-53B9A384DEDB}" type="pres">
      <dgm:prSet presAssocID="{CEC339FD-966C-4E3D-A445-C24ABEC70C72}" presName="arrowAndChildren" presStyleCnt="0"/>
      <dgm:spPr/>
    </dgm:pt>
    <dgm:pt modelId="{67C2EEEA-6BC4-C740-9283-6AEEAAB7A182}" type="pres">
      <dgm:prSet presAssocID="{CEC339FD-966C-4E3D-A445-C24ABEC70C72}" presName="parentTextArrow" presStyleLbl="node1" presStyleIdx="2" presStyleCnt="4"/>
      <dgm:spPr/>
    </dgm:pt>
    <dgm:pt modelId="{DCD11042-23D3-3247-A8C6-1E077073C81F}" type="pres">
      <dgm:prSet presAssocID="{9878DE88-B96C-4E36-93DE-3DB24567F877}" presName="sp" presStyleCnt="0"/>
      <dgm:spPr/>
    </dgm:pt>
    <dgm:pt modelId="{A2ACB6E5-EEBA-514A-A5F1-EFCC3276B496}" type="pres">
      <dgm:prSet presAssocID="{41FED93D-C489-4DCA-8BE3-E5C822EB63F1}" presName="arrowAndChildren" presStyleCnt="0"/>
      <dgm:spPr/>
    </dgm:pt>
    <dgm:pt modelId="{4662C212-C8C1-D747-B2C5-F6F2C10046AE}" type="pres">
      <dgm:prSet presAssocID="{41FED93D-C489-4DCA-8BE3-E5C822EB63F1}" presName="parentTextArrow" presStyleLbl="node1" presStyleIdx="3" presStyleCnt="4"/>
      <dgm:spPr/>
    </dgm:pt>
  </dgm:ptLst>
  <dgm:cxnLst>
    <dgm:cxn modelId="{8BE9AE05-3C41-D348-AE81-CAB96318DA06}" type="presOf" srcId="{A3B91DB3-10A1-4236-A44E-47E898D3E7FB}" destId="{ED82ABA1-3476-A146-AC73-EECD9B03F3C9}" srcOrd="0" destOrd="0" presId="urn:microsoft.com/office/officeart/2005/8/layout/process4"/>
    <dgm:cxn modelId="{FB2E3F29-846E-E441-96EC-8405D4037F7D}" type="presOf" srcId="{41FED93D-C489-4DCA-8BE3-E5C822EB63F1}" destId="{4662C212-C8C1-D747-B2C5-F6F2C10046AE}" srcOrd="0" destOrd="0" presId="urn:microsoft.com/office/officeart/2005/8/layout/process4"/>
    <dgm:cxn modelId="{59DF3444-9118-4F5A-9362-16C97EDFE2AB}" srcId="{C0F3F282-C5FA-4AC0-8E26-DA0C11FAB653}" destId="{A3B91DB3-10A1-4236-A44E-47E898D3E7FB}" srcOrd="3" destOrd="0" parTransId="{9B42D9DE-AA25-4113-930D-BE21E5375AE2}" sibTransId="{8CA0D7D6-DCCB-4460-9DC5-E74928C3272C}"/>
    <dgm:cxn modelId="{9D1EB28B-6E6C-4F78-BCF0-0226E44737AA}" srcId="{C0F3F282-C5FA-4AC0-8E26-DA0C11FAB653}" destId="{AD0FA0ED-C0FB-4E92-84BB-16F2DBB17262}" srcOrd="2" destOrd="0" parTransId="{10797ABF-9986-4DA0-9AD3-108B80E10662}" sibTransId="{00928667-1DD3-4B5E-B761-7952D0B621F2}"/>
    <dgm:cxn modelId="{F817078E-11A5-2649-B290-F1464D1FA823}" type="presOf" srcId="{AD0FA0ED-C0FB-4E92-84BB-16F2DBB17262}" destId="{A17F6564-83E0-1949-95D8-0731175BFF30}" srcOrd="0" destOrd="0" presId="urn:microsoft.com/office/officeart/2005/8/layout/process4"/>
    <dgm:cxn modelId="{7F9EA590-137B-4569-9889-85006B2F5EC5}" srcId="{C0F3F282-C5FA-4AC0-8E26-DA0C11FAB653}" destId="{CEC339FD-966C-4E3D-A445-C24ABEC70C72}" srcOrd="1" destOrd="0" parTransId="{DB6300A2-D577-48D3-A4C1-EABA34E65A96}" sibTransId="{84AD9038-52A4-4A66-9A33-960739370123}"/>
    <dgm:cxn modelId="{CB54FABC-B05F-A649-B5E7-AE17CDD64ACA}" type="presOf" srcId="{C0F3F282-C5FA-4AC0-8E26-DA0C11FAB653}" destId="{0E0F4DB8-5E39-3B45-948B-1B1217978F78}" srcOrd="0" destOrd="0" presId="urn:microsoft.com/office/officeart/2005/8/layout/process4"/>
    <dgm:cxn modelId="{E593B3C3-1BAE-4F39-B9B0-97FCD030209B}" srcId="{C0F3F282-C5FA-4AC0-8E26-DA0C11FAB653}" destId="{41FED93D-C489-4DCA-8BE3-E5C822EB63F1}" srcOrd="0" destOrd="0" parTransId="{AA800400-3336-4830-A0BD-A7448D23F776}" sibTransId="{9878DE88-B96C-4E36-93DE-3DB24567F877}"/>
    <dgm:cxn modelId="{7AEDC6DD-5F59-C44B-B4B2-BBD58EC3B5C8}" type="presOf" srcId="{CEC339FD-966C-4E3D-A445-C24ABEC70C72}" destId="{67C2EEEA-6BC4-C740-9283-6AEEAAB7A182}" srcOrd="0" destOrd="0" presId="urn:microsoft.com/office/officeart/2005/8/layout/process4"/>
    <dgm:cxn modelId="{898847C3-4289-0B4C-BAE3-73D02296486A}" type="presParOf" srcId="{0E0F4DB8-5E39-3B45-948B-1B1217978F78}" destId="{1451C608-0C64-8C4D-8E48-1DDE845CDDF4}" srcOrd="0" destOrd="0" presId="urn:microsoft.com/office/officeart/2005/8/layout/process4"/>
    <dgm:cxn modelId="{81281B96-C585-CA41-B561-4833E59B1D0E}" type="presParOf" srcId="{1451C608-0C64-8C4D-8E48-1DDE845CDDF4}" destId="{ED82ABA1-3476-A146-AC73-EECD9B03F3C9}" srcOrd="0" destOrd="0" presId="urn:microsoft.com/office/officeart/2005/8/layout/process4"/>
    <dgm:cxn modelId="{4BA383C4-5FEB-2747-9D87-21C6B187C7B0}" type="presParOf" srcId="{0E0F4DB8-5E39-3B45-948B-1B1217978F78}" destId="{3DB0836D-C083-664B-BE5E-35FAB1C9D9C1}" srcOrd="1" destOrd="0" presId="urn:microsoft.com/office/officeart/2005/8/layout/process4"/>
    <dgm:cxn modelId="{624991C8-EAEC-9E46-826E-77725A904762}" type="presParOf" srcId="{0E0F4DB8-5E39-3B45-948B-1B1217978F78}" destId="{CE413F4F-E1A1-AA40-8C88-A1578F5AAE86}" srcOrd="2" destOrd="0" presId="urn:microsoft.com/office/officeart/2005/8/layout/process4"/>
    <dgm:cxn modelId="{88915216-5A7F-E141-8B86-4473AAAF9B0C}" type="presParOf" srcId="{CE413F4F-E1A1-AA40-8C88-A1578F5AAE86}" destId="{A17F6564-83E0-1949-95D8-0731175BFF30}" srcOrd="0" destOrd="0" presId="urn:microsoft.com/office/officeart/2005/8/layout/process4"/>
    <dgm:cxn modelId="{AE3DF2E7-9590-CE45-8B11-67927A1624EC}" type="presParOf" srcId="{0E0F4DB8-5E39-3B45-948B-1B1217978F78}" destId="{9CA28C96-5842-784A-B68B-E136AD67BB7C}" srcOrd="3" destOrd="0" presId="urn:microsoft.com/office/officeart/2005/8/layout/process4"/>
    <dgm:cxn modelId="{5B911DDE-9969-3940-B3BE-1962CFA3E138}" type="presParOf" srcId="{0E0F4DB8-5E39-3B45-948B-1B1217978F78}" destId="{FBD087F5-AFE8-B149-B931-53B9A384DEDB}" srcOrd="4" destOrd="0" presId="urn:microsoft.com/office/officeart/2005/8/layout/process4"/>
    <dgm:cxn modelId="{88E72749-E590-C341-B30F-3301BE126C57}" type="presParOf" srcId="{FBD087F5-AFE8-B149-B931-53B9A384DEDB}" destId="{67C2EEEA-6BC4-C740-9283-6AEEAAB7A182}" srcOrd="0" destOrd="0" presId="urn:microsoft.com/office/officeart/2005/8/layout/process4"/>
    <dgm:cxn modelId="{D4F7FB5E-F193-7149-A1E0-93E61F4E67CE}" type="presParOf" srcId="{0E0F4DB8-5E39-3B45-948B-1B1217978F78}" destId="{DCD11042-23D3-3247-A8C6-1E077073C81F}" srcOrd="5" destOrd="0" presId="urn:microsoft.com/office/officeart/2005/8/layout/process4"/>
    <dgm:cxn modelId="{1D20EBF9-DF91-F743-9AEE-310FBAF622C5}" type="presParOf" srcId="{0E0F4DB8-5E39-3B45-948B-1B1217978F78}" destId="{A2ACB6E5-EEBA-514A-A5F1-EFCC3276B496}" srcOrd="6" destOrd="0" presId="urn:microsoft.com/office/officeart/2005/8/layout/process4"/>
    <dgm:cxn modelId="{A4C4882C-16A8-C049-AEEC-4F8ED0A520AC}" type="presParOf" srcId="{A2ACB6E5-EEBA-514A-A5F1-EFCC3276B496}" destId="{4662C212-C8C1-D747-B2C5-F6F2C10046AE}"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C4713B-94AC-49AE-87A5-486D25C4D4A6}" type="doc">
      <dgm:prSet loTypeId="urn:microsoft.com/office/officeart/2005/8/layout/vList2" loCatId="list" qsTypeId="urn:microsoft.com/office/officeart/2005/8/quickstyle/simple4" qsCatId="simple" csTypeId="urn:microsoft.com/office/officeart/2005/8/colors/accent1_5" csCatId="accent1"/>
      <dgm:spPr/>
      <dgm:t>
        <a:bodyPr/>
        <a:lstStyle/>
        <a:p>
          <a:endParaRPr lang="en-US"/>
        </a:p>
      </dgm:t>
    </dgm:pt>
    <dgm:pt modelId="{FE9FD426-5191-4019-B128-09558C98E3A3}">
      <dgm:prSet/>
      <dgm:spPr/>
      <dgm:t>
        <a:bodyPr/>
        <a:lstStyle/>
        <a:p>
          <a:r>
            <a:rPr lang="en-US" dirty="0"/>
            <a:t>Device use requires physical, perceptual, or cognitive abilities that exceed the abilities of the user;</a:t>
          </a:r>
        </a:p>
      </dgm:t>
    </dgm:pt>
    <dgm:pt modelId="{6A076D97-9378-4B1A-B666-0B43B1F56036}" type="parTrans" cxnId="{87BEC133-0822-487D-B8AF-ADAB7246BA28}">
      <dgm:prSet/>
      <dgm:spPr/>
      <dgm:t>
        <a:bodyPr/>
        <a:lstStyle/>
        <a:p>
          <a:endParaRPr lang="en-US"/>
        </a:p>
      </dgm:t>
    </dgm:pt>
    <dgm:pt modelId="{A5AF7824-A71D-4AEB-B93E-7CE535EB1EC1}" type="sibTrans" cxnId="{87BEC133-0822-487D-B8AF-ADAB7246BA28}">
      <dgm:prSet/>
      <dgm:spPr/>
      <dgm:t>
        <a:bodyPr/>
        <a:lstStyle/>
        <a:p>
          <a:endParaRPr lang="en-US"/>
        </a:p>
      </dgm:t>
    </dgm:pt>
    <dgm:pt modelId="{37898BEC-7874-4801-A418-F6B9BBBFBFF3}">
      <dgm:prSet/>
      <dgm:spPr/>
      <dgm:t>
        <a:bodyPr/>
        <a:lstStyle/>
        <a:p>
          <a:r>
            <a:rPr lang="en-US" dirty="0"/>
            <a:t>Device use is inconsistent with the user’s expectations or intuition about device operation; </a:t>
          </a:r>
        </a:p>
      </dgm:t>
    </dgm:pt>
    <dgm:pt modelId="{384F5D2E-338E-417D-8528-98F7C46326C7}" type="parTrans" cxnId="{B8BCA7B6-67D5-44F9-8773-5AF9ADDA4AA9}">
      <dgm:prSet/>
      <dgm:spPr/>
      <dgm:t>
        <a:bodyPr/>
        <a:lstStyle/>
        <a:p>
          <a:endParaRPr lang="en-US"/>
        </a:p>
      </dgm:t>
    </dgm:pt>
    <dgm:pt modelId="{044E7A92-5F8D-45C0-9E5B-D339F662C9A1}" type="sibTrans" cxnId="{B8BCA7B6-67D5-44F9-8773-5AF9ADDA4AA9}">
      <dgm:prSet/>
      <dgm:spPr/>
      <dgm:t>
        <a:bodyPr/>
        <a:lstStyle/>
        <a:p>
          <a:endParaRPr lang="en-US"/>
        </a:p>
      </dgm:t>
    </dgm:pt>
    <dgm:pt modelId="{2EBF89EA-CC51-42B3-8DCF-43AFB8256275}">
      <dgm:prSet/>
      <dgm:spPr/>
      <dgm:t>
        <a:bodyPr/>
        <a:lstStyle/>
        <a:p>
          <a:r>
            <a:rPr lang="en-US" dirty="0"/>
            <a:t>The use environment affects operation of the device and this effect is not recognized or understood by the user; </a:t>
          </a:r>
        </a:p>
      </dgm:t>
    </dgm:pt>
    <dgm:pt modelId="{1BE61B17-03A4-4595-B577-CCB2BF6DC037}" type="parTrans" cxnId="{5FB89F7D-5138-4DD2-8B66-584D1D19B543}">
      <dgm:prSet/>
      <dgm:spPr/>
      <dgm:t>
        <a:bodyPr/>
        <a:lstStyle/>
        <a:p>
          <a:endParaRPr lang="en-US"/>
        </a:p>
      </dgm:t>
    </dgm:pt>
    <dgm:pt modelId="{77F818E7-D50E-4BB1-A0FB-4D0D9AB83C05}" type="sibTrans" cxnId="{5FB89F7D-5138-4DD2-8B66-584D1D19B543}">
      <dgm:prSet/>
      <dgm:spPr/>
      <dgm:t>
        <a:bodyPr/>
        <a:lstStyle/>
        <a:p>
          <a:endParaRPr lang="en-US"/>
        </a:p>
      </dgm:t>
    </dgm:pt>
    <dgm:pt modelId="{FFC1A527-C9B9-455A-B8D6-8286F95EB74A}">
      <dgm:prSet/>
      <dgm:spPr/>
      <dgm:t>
        <a:bodyPr/>
        <a:lstStyle/>
        <a:p>
          <a:r>
            <a:rPr lang="en-US" dirty="0"/>
            <a:t>The particular use environment impairs the user’s physical, perceptual, or cognitive capabilities when using the device; </a:t>
          </a:r>
        </a:p>
      </dgm:t>
    </dgm:pt>
    <dgm:pt modelId="{5D47837F-7DC1-4C3E-84C2-A8C915D73D5A}" type="parTrans" cxnId="{37753707-D179-4262-965B-B1605D08EFEA}">
      <dgm:prSet/>
      <dgm:spPr/>
      <dgm:t>
        <a:bodyPr/>
        <a:lstStyle/>
        <a:p>
          <a:endParaRPr lang="en-US"/>
        </a:p>
      </dgm:t>
    </dgm:pt>
    <dgm:pt modelId="{FF63AA72-B907-4AF6-AA85-EC42C7B14C0E}" type="sibTrans" cxnId="{37753707-D179-4262-965B-B1605D08EFEA}">
      <dgm:prSet/>
      <dgm:spPr/>
      <dgm:t>
        <a:bodyPr/>
        <a:lstStyle/>
        <a:p>
          <a:endParaRPr lang="en-US"/>
        </a:p>
      </dgm:t>
    </dgm:pt>
    <dgm:pt modelId="{86E58DDC-A785-4E43-935B-5BEC8827898B}">
      <dgm:prSet/>
      <dgm:spPr/>
      <dgm:t>
        <a:bodyPr/>
        <a:lstStyle/>
        <a:p>
          <a:r>
            <a:rPr lang="en-US"/>
            <a:t>Devices are used in ways that the manufacturer could have anticipated but did not consider; or </a:t>
          </a:r>
        </a:p>
      </dgm:t>
    </dgm:pt>
    <dgm:pt modelId="{D29A4897-2800-4C33-952B-D32A2C0C09FC}" type="parTrans" cxnId="{A4B73BB7-2BF6-4B6C-BEDA-574F124A49ED}">
      <dgm:prSet/>
      <dgm:spPr/>
      <dgm:t>
        <a:bodyPr/>
        <a:lstStyle/>
        <a:p>
          <a:endParaRPr lang="en-US"/>
        </a:p>
      </dgm:t>
    </dgm:pt>
    <dgm:pt modelId="{3AC34938-8707-47A8-9283-3A28C7DEC98B}" type="sibTrans" cxnId="{A4B73BB7-2BF6-4B6C-BEDA-574F124A49ED}">
      <dgm:prSet/>
      <dgm:spPr/>
      <dgm:t>
        <a:bodyPr/>
        <a:lstStyle/>
        <a:p>
          <a:endParaRPr lang="en-US"/>
        </a:p>
      </dgm:t>
    </dgm:pt>
    <dgm:pt modelId="{D2326E4E-A49B-439D-B252-35FFCBE369C8}">
      <dgm:prSet/>
      <dgm:spPr/>
      <dgm:t>
        <a:bodyPr/>
        <a:lstStyle/>
        <a:p>
          <a:r>
            <a:rPr lang="en-US"/>
            <a:t>Devices are used in ways that were anticipated but inappropriate (e.g., inappropriate user habits) and for which risk elimination or reduction could have been applied but was not. </a:t>
          </a:r>
        </a:p>
      </dgm:t>
    </dgm:pt>
    <dgm:pt modelId="{AE1B6B6B-1D10-48F3-8163-A9CF2F79FD52}" type="parTrans" cxnId="{9138A093-8245-41A5-8C3D-B182EA8C02F1}">
      <dgm:prSet/>
      <dgm:spPr/>
      <dgm:t>
        <a:bodyPr/>
        <a:lstStyle/>
        <a:p>
          <a:endParaRPr lang="en-US"/>
        </a:p>
      </dgm:t>
    </dgm:pt>
    <dgm:pt modelId="{E74422EA-D45C-4954-AED8-5CAD370AB2FE}" type="sibTrans" cxnId="{9138A093-8245-41A5-8C3D-B182EA8C02F1}">
      <dgm:prSet/>
      <dgm:spPr/>
      <dgm:t>
        <a:bodyPr/>
        <a:lstStyle/>
        <a:p>
          <a:endParaRPr lang="en-US"/>
        </a:p>
      </dgm:t>
    </dgm:pt>
    <dgm:pt modelId="{BD35A8AD-848E-C747-A3B6-995F4221163C}" type="pres">
      <dgm:prSet presAssocID="{CCC4713B-94AC-49AE-87A5-486D25C4D4A6}" presName="linear" presStyleCnt="0">
        <dgm:presLayoutVars>
          <dgm:animLvl val="lvl"/>
          <dgm:resizeHandles val="exact"/>
        </dgm:presLayoutVars>
      </dgm:prSet>
      <dgm:spPr/>
    </dgm:pt>
    <dgm:pt modelId="{26835A0F-0568-B845-9C4B-9865DE3F62BD}" type="pres">
      <dgm:prSet presAssocID="{FE9FD426-5191-4019-B128-09558C98E3A3}" presName="parentText" presStyleLbl="node1" presStyleIdx="0" presStyleCnt="6">
        <dgm:presLayoutVars>
          <dgm:chMax val="0"/>
          <dgm:bulletEnabled val="1"/>
        </dgm:presLayoutVars>
      </dgm:prSet>
      <dgm:spPr/>
    </dgm:pt>
    <dgm:pt modelId="{69866952-CFD3-194B-9BEC-B49F31B2BB25}" type="pres">
      <dgm:prSet presAssocID="{A5AF7824-A71D-4AEB-B93E-7CE535EB1EC1}" presName="spacer" presStyleCnt="0"/>
      <dgm:spPr/>
    </dgm:pt>
    <dgm:pt modelId="{A2E07E21-A78B-534C-90AB-39C95E196C76}" type="pres">
      <dgm:prSet presAssocID="{37898BEC-7874-4801-A418-F6B9BBBFBFF3}" presName="parentText" presStyleLbl="node1" presStyleIdx="1" presStyleCnt="6">
        <dgm:presLayoutVars>
          <dgm:chMax val="0"/>
          <dgm:bulletEnabled val="1"/>
        </dgm:presLayoutVars>
      </dgm:prSet>
      <dgm:spPr/>
    </dgm:pt>
    <dgm:pt modelId="{26D942D5-49D4-4148-824E-F3241529AF1C}" type="pres">
      <dgm:prSet presAssocID="{044E7A92-5F8D-45C0-9E5B-D339F662C9A1}" presName="spacer" presStyleCnt="0"/>
      <dgm:spPr/>
    </dgm:pt>
    <dgm:pt modelId="{CB662F12-D66D-C44A-AE1E-605E75C01D93}" type="pres">
      <dgm:prSet presAssocID="{2EBF89EA-CC51-42B3-8DCF-43AFB8256275}" presName="parentText" presStyleLbl="node1" presStyleIdx="2" presStyleCnt="6">
        <dgm:presLayoutVars>
          <dgm:chMax val="0"/>
          <dgm:bulletEnabled val="1"/>
        </dgm:presLayoutVars>
      </dgm:prSet>
      <dgm:spPr/>
    </dgm:pt>
    <dgm:pt modelId="{756BCDD9-62E7-CC44-B5B4-26D86931898A}" type="pres">
      <dgm:prSet presAssocID="{77F818E7-D50E-4BB1-A0FB-4D0D9AB83C05}" presName="spacer" presStyleCnt="0"/>
      <dgm:spPr/>
    </dgm:pt>
    <dgm:pt modelId="{F14C435D-D05E-DD46-934F-AC904C0D4F8B}" type="pres">
      <dgm:prSet presAssocID="{FFC1A527-C9B9-455A-B8D6-8286F95EB74A}" presName="parentText" presStyleLbl="node1" presStyleIdx="3" presStyleCnt="6">
        <dgm:presLayoutVars>
          <dgm:chMax val="0"/>
          <dgm:bulletEnabled val="1"/>
        </dgm:presLayoutVars>
      </dgm:prSet>
      <dgm:spPr/>
    </dgm:pt>
    <dgm:pt modelId="{22A9AE74-7EF6-0C4C-AD4C-94BF3590A429}" type="pres">
      <dgm:prSet presAssocID="{FF63AA72-B907-4AF6-AA85-EC42C7B14C0E}" presName="spacer" presStyleCnt="0"/>
      <dgm:spPr/>
    </dgm:pt>
    <dgm:pt modelId="{E49ABED4-9845-8F4E-8BDA-DFE0262D6D3B}" type="pres">
      <dgm:prSet presAssocID="{86E58DDC-A785-4E43-935B-5BEC8827898B}" presName="parentText" presStyleLbl="node1" presStyleIdx="4" presStyleCnt="6">
        <dgm:presLayoutVars>
          <dgm:chMax val="0"/>
          <dgm:bulletEnabled val="1"/>
        </dgm:presLayoutVars>
      </dgm:prSet>
      <dgm:spPr/>
    </dgm:pt>
    <dgm:pt modelId="{ACBAE259-9CF4-924E-A7E1-575429071FEC}" type="pres">
      <dgm:prSet presAssocID="{3AC34938-8707-47A8-9283-3A28C7DEC98B}" presName="spacer" presStyleCnt="0"/>
      <dgm:spPr/>
    </dgm:pt>
    <dgm:pt modelId="{6BA24F46-8FB1-944A-8088-84F199759F21}" type="pres">
      <dgm:prSet presAssocID="{D2326E4E-A49B-439D-B252-35FFCBE369C8}" presName="parentText" presStyleLbl="node1" presStyleIdx="5" presStyleCnt="6">
        <dgm:presLayoutVars>
          <dgm:chMax val="0"/>
          <dgm:bulletEnabled val="1"/>
        </dgm:presLayoutVars>
      </dgm:prSet>
      <dgm:spPr/>
    </dgm:pt>
  </dgm:ptLst>
  <dgm:cxnLst>
    <dgm:cxn modelId="{37753707-D179-4262-965B-B1605D08EFEA}" srcId="{CCC4713B-94AC-49AE-87A5-486D25C4D4A6}" destId="{FFC1A527-C9B9-455A-B8D6-8286F95EB74A}" srcOrd="3" destOrd="0" parTransId="{5D47837F-7DC1-4C3E-84C2-A8C915D73D5A}" sibTransId="{FF63AA72-B907-4AF6-AA85-EC42C7B14C0E}"/>
    <dgm:cxn modelId="{59E44725-961F-4F4A-90FB-374A7922C82F}" type="presOf" srcId="{37898BEC-7874-4801-A418-F6B9BBBFBFF3}" destId="{A2E07E21-A78B-534C-90AB-39C95E196C76}" srcOrd="0" destOrd="0" presId="urn:microsoft.com/office/officeart/2005/8/layout/vList2"/>
    <dgm:cxn modelId="{87BEC133-0822-487D-B8AF-ADAB7246BA28}" srcId="{CCC4713B-94AC-49AE-87A5-486D25C4D4A6}" destId="{FE9FD426-5191-4019-B128-09558C98E3A3}" srcOrd="0" destOrd="0" parTransId="{6A076D97-9378-4B1A-B666-0B43B1F56036}" sibTransId="{A5AF7824-A71D-4AEB-B93E-7CE535EB1EC1}"/>
    <dgm:cxn modelId="{06DF507B-D462-6845-A7C7-C31B0CFB81E3}" type="presOf" srcId="{2EBF89EA-CC51-42B3-8DCF-43AFB8256275}" destId="{CB662F12-D66D-C44A-AE1E-605E75C01D93}" srcOrd="0" destOrd="0" presId="urn:microsoft.com/office/officeart/2005/8/layout/vList2"/>
    <dgm:cxn modelId="{5FB89F7D-5138-4DD2-8B66-584D1D19B543}" srcId="{CCC4713B-94AC-49AE-87A5-486D25C4D4A6}" destId="{2EBF89EA-CC51-42B3-8DCF-43AFB8256275}" srcOrd="2" destOrd="0" parTransId="{1BE61B17-03A4-4595-B577-CCB2BF6DC037}" sibTransId="{77F818E7-D50E-4BB1-A0FB-4D0D9AB83C05}"/>
    <dgm:cxn modelId="{9138A093-8245-41A5-8C3D-B182EA8C02F1}" srcId="{CCC4713B-94AC-49AE-87A5-486D25C4D4A6}" destId="{D2326E4E-A49B-439D-B252-35FFCBE369C8}" srcOrd="5" destOrd="0" parTransId="{AE1B6B6B-1D10-48F3-8163-A9CF2F79FD52}" sibTransId="{E74422EA-D45C-4954-AED8-5CAD370AB2FE}"/>
    <dgm:cxn modelId="{B026E0AC-551B-AA43-B9B6-5473F9CD7985}" type="presOf" srcId="{FE9FD426-5191-4019-B128-09558C98E3A3}" destId="{26835A0F-0568-B845-9C4B-9865DE3F62BD}" srcOrd="0" destOrd="0" presId="urn:microsoft.com/office/officeart/2005/8/layout/vList2"/>
    <dgm:cxn modelId="{B8BCA7B6-67D5-44F9-8773-5AF9ADDA4AA9}" srcId="{CCC4713B-94AC-49AE-87A5-486D25C4D4A6}" destId="{37898BEC-7874-4801-A418-F6B9BBBFBFF3}" srcOrd="1" destOrd="0" parTransId="{384F5D2E-338E-417D-8528-98F7C46326C7}" sibTransId="{044E7A92-5F8D-45C0-9E5B-D339F662C9A1}"/>
    <dgm:cxn modelId="{A4B73BB7-2BF6-4B6C-BEDA-574F124A49ED}" srcId="{CCC4713B-94AC-49AE-87A5-486D25C4D4A6}" destId="{86E58DDC-A785-4E43-935B-5BEC8827898B}" srcOrd="4" destOrd="0" parTransId="{D29A4897-2800-4C33-952B-D32A2C0C09FC}" sibTransId="{3AC34938-8707-47A8-9283-3A28C7DEC98B}"/>
    <dgm:cxn modelId="{23B387C8-0468-1F48-B3E8-85230F862F6D}" type="presOf" srcId="{FFC1A527-C9B9-455A-B8D6-8286F95EB74A}" destId="{F14C435D-D05E-DD46-934F-AC904C0D4F8B}" srcOrd="0" destOrd="0" presId="urn:microsoft.com/office/officeart/2005/8/layout/vList2"/>
    <dgm:cxn modelId="{4FEAA3D4-7F44-1E48-9F95-6DDD968D1489}" type="presOf" srcId="{CCC4713B-94AC-49AE-87A5-486D25C4D4A6}" destId="{BD35A8AD-848E-C747-A3B6-995F4221163C}" srcOrd="0" destOrd="0" presId="urn:microsoft.com/office/officeart/2005/8/layout/vList2"/>
    <dgm:cxn modelId="{3C33AFE0-4AA4-0849-BE34-471970E15B85}" type="presOf" srcId="{86E58DDC-A785-4E43-935B-5BEC8827898B}" destId="{E49ABED4-9845-8F4E-8BDA-DFE0262D6D3B}" srcOrd="0" destOrd="0" presId="urn:microsoft.com/office/officeart/2005/8/layout/vList2"/>
    <dgm:cxn modelId="{DA7145FE-8782-4F4E-9AD9-418F1BB4A297}" type="presOf" srcId="{D2326E4E-A49B-439D-B252-35FFCBE369C8}" destId="{6BA24F46-8FB1-944A-8088-84F199759F21}" srcOrd="0" destOrd="0" presId="urn:microsoft.com/office/officeart/2005/8/layout/vList2"/>
    <dgm:cxn modelId="{E5761954-B371-6F44-BA67-2ECA4644744E}" type="presParOf" srcId="{BD35A8AD-848E-C747-A3B6-995F4221163C}" destId="{26835A0F-0568-B845-9C4B-9865DE3F62BD}" srcOrd="0" destOrd="0" presId="urn:microsoft.com/office/officeart/2005/8/layout/vList2"/>
    <dgm:cxn modelId="{19C62674-4111-7D47-9560-BF153A38440C}" type="presParOf" srcId="{BD35A8AD-848E-C747-A3B6-995F4221163C}" destId="{69866952-CFD3-194B-9BEC-B49F31B2BB25}" srcOrd="1" destOrd="0" presId="urn:microsoft.com/office/officeart/2005/8/layout/vList2"/>
    <dgm:cxn modelId="{5652BA6B-EBC2-3645-B6AB-C02DB5D587AB}" type="presParOf" srcId="{BD35A8AD-848E-C747-A3B6-995F4221163C}" destId="{A2E07E21-A78B-534C-90AB-39C95E196C76}" srcOrd="2" destOrd="0" presId="urn:microsoft.com/office/officeart/2005/8/layout/vList2"/>
    <dgm:cxn modelId="{ED78F145-F98B-904C-B790-0A452350489A}" type="presParOf" srcId="{BD35A8AD-848E-C747-A3B6-995F4221163C}" destId="{26D942D5-49D4-4148-824E-F3241529AF1C}" srcOrd="3" destOrd="0" presId="urn:microsoft.com/office/officeart/2005/8/layout/vList2"/>
    <dgm:cxn modelId="{60F665E0-0524-E44A-960F-FC639AB38690}" type="presParOf" srcId="{BD35A8AD-848E-C747-A3B6-995F4221163C}" destId="{CB662F12-D66D-C44A-AE1E-605E75C01D93}" srcOrd="4" destOrd="0" presId="urn:microsoft.com/office/officeart/2005/8/layout/vList2"/>
    <dgm:cxn modelId="{2A862106-8049-6241-BB03-B527271A50A4}" type="presParOf" srcId="{BD35A8AD-848E-C747-A3B6-995F4221163C}" destId="{756BCDD9-62E7-CC44-B5B4-26D86931898A}" srcOrd="5" destOrd="0" presId="urn:microsoft.com/office/officeart/2005/8/layout/vList2"/>
    <dgm:cxn modelId="{5E7E2D19-57ED-894F-AB27-EE16AB4951D3}" type="presParOf" srcId="{BD35A8AD-848E-C747-A3B6-995F4221163C}" destId="{F14C435D-D05E-DD46-934F-AC904C0D4F8B}" srcOrd="6" destOrd="0" presId="urn:microsoft.com/office/officeart/2005/8/layout/vList2"/>
    <dgm:cxn modelId="{11989584-CFEF-8E4D-A348-DAC222ADB873}" type="presParOf" srcId="{BD35A8AD-848E-C747-A3B6-995F4221163C}" destId="{22A9AE74-7EF6-0C4C-AD4C-94BF3590A429}" srcOrd="7" destOrd="0" presId="urn:microsoft.com/office/officeart/2005/8/layout/vList2"/>
    <dgm:cxn modelId="{7773CAC0-99AA-644E-8ECA-53D6E1590BCE}" type="presParOf" srcId="{BD35A8AD-848E-C747-A3B6-995F4221163C}" destId="{E49ABED4-9845-8F4E-8BDA-DFE0262D6D3B}" srcOrd="8" destOrd="0" presId="urn:microsoft.com/office/officeart/2005/8/layout/vList2"/>
    <dgm:cxn modelId="{5347A62F-42E0-EF46-BBB5-3E57999E2734}" type="presParOf" srcId="{BD35A8AD-848E-C747-A3B6-995F4221163C}" destId="{ACBAE259-9CF4-924E-A7E1-575429071FEC}" srcOrd="9" destOrd="0" presId="urn:microsoft.com/office/officeart/2005/8/layout/vList2"/>
    <dgm:cxn modelId="{E3214DD2-B8DA-6C49-B659-C2C75276642D}" type="presParOf" srcId="{BD35A8AD-848E-C747-A3B6-995F4221163C}" destId="{6BA24F46-8FB1-944A-8088-84F199759F21}"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C97B79-9035-4C59-BE66-4A43ED2E4177}" type="doc">
      <dgm:prSet loTypeId="urn:microsoft.com/office/officeart/2005/8/layout/hList1" loCatId="list" qsTypeId="urn:microsoft.com/office/officeart/2005/8/quickstyle/simple5" qsCatId="simple" csTypeId="urn:microsoft.com/office/officeart/2005/8/colors/accent1_3" csCatId="accent1" phldr="1"/>
      <dgm:spPr/>
      <dgm:t>
        <a:bodyPr/>
        <a:lstStyle/>
        <a:p>
          <a:endParaRPr lang="en-US"/>
        </a:p>
      </dgm:t>
    </dgm:pt>
    <dgm:pt modelId="{2306D9CD-DC29-4872-9C6B-D3B7C3E40786}">
      <dgm:prSet custT="1"/>
      <dgm:spPr/>
      <dgm:t>
        <a:bodyPr/>
        <a:lstStyle/>
        <a:p>
          <a:r>
            <a:rPr lang="en-US" sz="1600" b="1" dirty="0"/>
            <a:t>1.1</a:t>
          </a:r>
          <a:r>
            <a:rPr lang="en-US" sz="1600" dirty="0"/>
            <a:t> </a:t>
          </a:r>
          <a:r>
            <a:rPr lang="en-US" sz="1600" b="1" dirty="0"/>
            <a:t>Device Users</a:t>
          </a:r>
          <a:endParaRPr lang="en-US" sz="1600" dirty="0"/>
        </a:p>
      </dgm:t>
    </dgm:pt>
    <dgm:pt modelId="{4961EF15-3A7D-4903-B715-CD2CAE2C074D}" type="parTrans" cxnId="{50F2DECC-2562-411E-84E2-FCDC70AF4907}">
      <dgm:prSet/>
      <dgm:spPr/>
      <dgm:t>
        <a:bodyPr/>
        <a:lstStyle/>
        <a:p>
          <a:endParaRPr lang="en-US"/>
        </a:p>
      </dgm:t>
    </dgm:pt>
    <dgm:pt modelId="{482B3012-89DF-4AC2-AD0C-AAA7F4193763}" type="sibTrans" cxnId="{50F2DECC-2562-411E-84E2-FCDC70AF4907}">
      <dgm:prSet/>
      <dgm:spPr/>
      <dgm:t>
        <a:bodyPr/>
        <a:lstStyle/>
        <a:p>
          <a:endParaRPr lang="en-US"/>
        </a:p>
      </dgm:t>
    </dgm:pt>
    <dgm:pt modelId="{22371145-951A-4644-84A8-D53BFEE5134D}">
      <dgm:prSet custT="1"/>
      <dgm:spPr/>
      <dgm:t>
        <a:bodyPr/>
        <a:lstStyle/>
        <a:p>
          <a:r>
            <a:rPr lang="en-US" sz="1600" b="1" dirty="0"/>
            <a:t>1.3 User interface</a:t>
          </a:r>
          <a:endParaRPr lang="en-US" sz="1600" dirty="0"/>
        </a:p>
      </dgm:t>
    </dgm:pt>
    <dgm:pt modelId="{515ECABC-66B6-4924-9A9A-A480C159C0F4}" type="parTrans" cxnId="{BEF35FE5-CE02-46D0-8F37-82B2D7C9C95E}">
      <dgm:prSet/>
      <dgm:spPr/>
      <dgm:t>
        <a:bodyPr/>
        <a:lstStyle/>
        <a:p>
          <a:endParaRPr lang="en-US"/>
        </a:p>
      </dgm:t>
    </dgm:pt>
    <dgm:pt modelId="{B3131DA1-BC1D-43A4-99C5-3BF5646CC215}" type="sibTrans" cxnId="{BEF35FE5-CE02-46D0-8F37-82B2D7C9C95E}">
      <dgm:prSet/>
      <dgm:spPr/>
      <dgm:t>
        <a:bodyPr/>
        <a:lstStyle/>
        <a:p>
          <a:endParaRPr lang="en-US"/>
        </a:p>
      </dgm:t>
    </dgm:pt>
    <dgm:pt modelId="{C1B37C7E-04E8-40A7-AED1-503D80E8CDE8}">
      <dgm:prSet/>
      <dgm:spPr/>
      <dgm:t>
        <a:bodyPr/>
        <a:lstStyle/>
        <a:p>
          <a:r>
            <a:rPr lang="en-US" dirty="0"/>
            <a:t>Packaging</a:t>
          </a:r>
        </a:p>
      </dgm:t>
    </dgm:pt>
    <dgm:pt modelId="{89CC80C0-C1C7-4C21-A0A8-1289A7A3C349}" type="parTrans" cxnId="{1E90A3ED-071C-4089-A805-7EC507A2BD74}">
      <dgm:prSet/>
      <dgm:spPr/>
      <dgm:t>
        <a:bodyPr/>
        <a:lstStyle/>
        <a:p>
          <a:endParaRPr lang="en-US"/>
        </a:p>
      </dgm:t>
    </dgm:pt>
    <dgm:pt modelId="{BBE79DD5-12ED-40CE-B3BA-15F227305B89}" type="sibTrans" cxnId="{1E90A3ED-071C-4089-A805-7EC507A2BD74}">
      <dgm:prSet/>
      <dgm:spPr/>
      <dgm:t>
        <a:bodyPr/>
        <a:lstStyle/>
        <a:p>
          <a:endParaRPr lang="en-US"/>
        </a:p>
      </dgm:t>
    </dgm:pt>
    <dgm:pt modelId="{C0B53CCA-D534-4F6A-B175-864BE257C8E0}">
      <dgm:prSet custT="1"/>
      <dgm:spPr/>
      <dgm:t>
        <a:bodyPr/>
        <a:lstStyle/>
        <a:p>
          <a:r>
            <a:rPr lang="en-US" sz="1600" b="1" dirty="0"/>
            <a:t>1.2 Use Environments</a:t>
          </a:r>
          <a:endParaRPr lang="en-US" sz="1600" dirty="0"/>
        </a:p>
      </dgm:t>
    </dgm:pt>
    <dgm:pt modelId="{D64A0A42-97EF-4818-A948-6D504C79DE02}" type="parTrans" cxnId="{096D6DB3-11DF-4DAE-843F-4A72F6E622D4}">
      <dgm:prSet/>
      <dgm:spPr/>
      <dgm:t>
        <a:bodyPr/>
        <a:lstStyle/>
        <a:p>
          <a:endParaRPr lang="en-US"/>
        </a:p>
      </dgm:t>
    </dgm:pt>
    <dgm:pt modelId="{3DF739A4-9EE7-4E5C-96B6-7BE0BE2B07C7}" type="sibTrans" cxnId="{096D6DB3-11DF-4DAE-843F-4A72F6E622D4}">
      <dgm:prSet/>
      <dgm:spPr/>
      <dgm:t>
        <a:bodyPr/>
        <a:lstStyle/>
        <a:p>
          <a:endParaRPr lang="en-US"/>
        </a:p>
      </dgm:t>
    </dgm:pt>
    <dgm:pt modelId="{0C28A852-7453-4FBD-B1A5-2DED1D5C1B34}">
      <dgm:prSet/>
      <dgm:spPr/>
      <dgm:t>
        <a:bodyPr/>
        <a:lstStyle/>
        <a:p>
          <a:r>
            <a:rPr lang="en-US" dirty="0"/>
            <a:t>Lighting</a:t>
          </a:r>
        </a:p>
      </dgm:t>
    </dgm:pt>
    <dgm:pt modelId="{92FB15EF-DFA6-47D2-B8CD-4DEEE71CDB29}" type="parTrans" cxnId="{C8A0A9E3-4986-405E-B25F-09FF4639E7C6}">
      <dgm:prSet/>
      <dgm:spPr/>
      <dgm:t>
        <a:bodyPr/>
        <a:lstStyle/>
        <a:p>
          <a:endParaRPr lang="en-US"/>
        </a:p>
      </dgm:t>
    </dgm:pt>
    <dgm:pt modelId="{DEF5D6B4-4058-441B-86C7-BD0CEA1261F5}" type="sibTrans" cxnId="{C8A0A9E3-4986-405E-B25F-09FF4639E7C6}">
      <dgm:prSet/>
      <dgm:spPr/>
      <dgm:t>
        <a:bodyPr/>
        <a:lstStyle/>
        <a:p>
          <a:endParaRPr lang="en-US"/>
        </a:p>
      </dgm:t>
    </dgm:pt>
    <dgm:pt modelId="{5BDDE3DF-D971-3149-A30C-43570C997EE0}">
      <dgm:prSet/>
      <dgm:spPr/>
      <dgm:t>
        <a:bodyPr/>
        <a:lstStyle/>
        <a:p>
          <a:r>
            <a:rPr lang="en-US" b="1" dirty="0">
              <a:latin typeface="Calibri" panose="020F0502020204030204" pitchFamily="34" charset="0"/>
            </a:rPr>
            <a:t>User groups</a:t>
          </a:r>
          <a:r>
            <a:rPr lang="en-US" dirty="0">
              <a:latin typeface="Calibri" panose="020F0502020204030204" pitchFamily="34" charset="0"/>
            </a:rPr>
            <a:t>: Who purchases the device, receives the device, unpacks the device, sets up the device, uses the device, cleans or reprocesses the device, disposes of the device</a:t>
          </a:r>
          <a:endParaRPr lang="en-US" dirty="0"/>
        </a:p>
      </dgm:t>
    </dgm:pt>
    <dgm:pt modelId="{ABA73AE6-615B-DD4C-8614-F37E9DD77B18}" type="parTrans" cxnId="{61211713-A8D1-0D4F-975C-AC024B876123}">
      <dgm:prSet/>
      <dgm:spPr/>
      <dgm:t>
        <a:bodyPr/>
        <a:lstStyle/>
        <a:p>
          <a:endParaRPr lang="en-US"/>
        </a:p>
      </dgm:t>
    </dgm:pt>
    <dgm:pt modelId="{AA62EF82-FBC3-3546-B7A8-63D1701288AC}" type="sibTrans" cxnId="{61211713-A8D1-0D4F-975C-AC024B876123}">
      <dgm:prSet/>
      <dgm:spPr/>
      <dgm:t>
        <a:bodyPr/>
        <a:lstStyle/>
        <a:p>
          <a:endParaRPr lang="en-US"/>
        </a:p>
      </dgm:t>
    </dgm:pt>
    <dgm:pt modelId="{BBC6C880-4A5C-8847-84E4-736A3D1BF628}">
      <dgm:prSet/>
      <dgm:spPr/>
      <dgm:t>
        <a:bodyPr/>
        <a:lstStyle/>
        <a:p>
          <a:r>
            <a:rPr lang="en-US" b="1" dirty="0">
              <a:latin typeface="Calibri" panose="020F0502020204030204" pitchFamily="34" charset="0"/>
            </a:rPr>
            <a:t>User Characteristics</a:t>
          </a:r>
          <a:r>
            <a:rPr lang="en-US" dirty="0">
              <a:latin typeface="Calibri" panose="020F0502020204030204" pitchFamily="34" charset="0"/>
            </a:rPr>
            <a:t>: Physical size, strength, stamina; Physical Limitations; Sensory and cognitive abilities; Medical conditions; Literacy and Language skills; Level of education and heal literacy; Mental &amp; Emotional state of use; General knowledge of similar devices; Training.</a:t>
          </a:r>
        </a:p>
      </dgm:t>
    </dgm:pt>
    <dgm:pt modelId="{B7A07F77-CE6D-3048-9789-0A57F0DC455B}" type="parTrans" cxnId="{B3E6D46F-75E8-5E46-92AD-00893C29B2C0}">
      <dgm:prSet/>
      <dgm:spPr/>
      <dgm:t>
        <a:bodyPr/>
        <a:lstStyle/>
        <a:p>
          <a:endParaRPr lang="en-US"/>
        </a:p>
      </dgm:t>
    </dgm:pt>
    <dgm:pt modelId="{3A79FDE4-C6C2-EB47-85E4-F969C7487094}" type="sibTrans" cxnId="{B3E6D46F-75E8-5E46-92AD-00893C29B2C0}">
      <dgm:prSet/>
      <dgm:spPr/>
      <dgm:t>
        <a:bodyPr/>
        <a:lstStyle/>
        <a:p>
          <a:endParaRPr lang="en-US"/>
        </a:p>
      </dgm:t>
    </dgm:pt>
    <dgm:pt modelId="{F64167B6-B56D-1346-AD22-9E31F07505F5}">
      <dgm:prSet/>
      <dgm:spPr/>
      <dgm:t>
        <a:bodyPr/>
        <a:lstStyle/>
        <a:p>
          <a:r>
            <a:rPr lang="en-US" dirty="0"/>
            <a:t>Training</a:t>
          </a:r>
        </a:p>
      </dgm:t>
    </dgm:pt>
    <dgm:pt modelId="{CCC0749C-B994-C74C-9D5C-FB3D8CC6FDA8}" type="parTrans" cxnId="{1DF77B72-3A20-1E42-8A40-6DE229A95F3B}">
      <dgm:prSet/>
      <dgm:spPr/>
      <dgm:t>
        <a:bodyPr/>
        <a:lstStyle/>
        <a:p>
          <a:endParaRPr lang="en-US"/>
        </a:p>
      </dgm:t>
    </dgm:pt>
    <dgm:pt modelId="{31B78FD5-83C5-4344-8443-68DD71C57FD5}" type="sibTrans" cxnId="{1DF77B72-3A20-1E42-8A40-6DE229A95F3B}">
      <dgm:prSet/>
      <dgm:spPr/>
      <dgm:t>
        <a:bodyPr/>
        <a:lstStyle/>
        <a:p>
          <a:endParaRPr lang="en-US"/>
        </a:p>
      </dgm:t>
    </dgm:pt>
    <dgm:pt modelId="{4A3E10B0-9263-6E4A-974F-B174A2803C26}">
      <dgm:prSet/>
      <dgm:spPr/>
      <dgm:t>
        <a:bodyPr/>
        <a:lstStyle/>
        <a:p>
          <a:r>
            <a:rPr lang="en-US" dirty="0"/>
            <a:t>Instructions for Use (IFUs), Labeling</a:t>
          </a:r>
        </a:p>
      </dgm:t>
    </dgm:pt>
    <dgm:pt modelId="{199DCB19-2A49-7041-B6DC-54C31DE5FE82}" type="parTrans" cxnId="{8F17954C-76C1-6847-B01F-D2C78C1F593A}">
      <dgm:prSet/>
      <dgm:spPr/>
      <dgm:t>
        <a:bodyPr/>
        <a:lstStyle/>
        <a:p>
          <a:endParaRPr lang="en-US"/>
        </a:p>
      </dgm:t>
    </dgm:pt>
    <dgm:pt modelId="{9F873018-9835-4F4B-91C7-3F6B898CDD0E}" type="sibTrans" cxnId="{8F17954C-76C1-6847-B01F-D2C78C1F593A}">
      <dgm:prSet/>
      <dgm:spPr/>
      <dgm:t>
        <a:bodyPr/>
        <a:lstStyle/>
        <a:p>
          <a:endParaRPr lang="en-US"/>
        </a:p>
      </dgm:t>
    </dgm:pt>
    <dgm:pt modelId="{5C5487AA-1789-CD48-9202-9A8B88C2A52D}">
      <dgm:prSet/>
      <dgm:spPr/>
      <dgm:t>
        <a:bodyPr/>
        <a:lstStyle/>
        <a:p>
          <a:r>
            <a:rPr lang="en-US" dirty="0"/>
            <a:t>Graphical User Interface</a:t>
          </a:r>
        </a:p>
      </dgm:t>
    </dgm:pt>
    <dgm:pt modelId="{EA4AD770-E4FF-834A-ACD4-651F5FBCC646}" type="parTrans" cxnId="{2FAC89F7-1F10-AA44-8AB4-A22326CB829D}">
      <dgm:prSet/>
      <dgm:spPr/>
      <dgm:t>
        <a:bodyPr/>
        <a:lstStyle/>
        <a:p>
          <a:endParaRPr lang="en-US"/>
        </a:p>
      </dgm:t>
    </dgm:pt>
    <dgm:pt modelId="{2BB5BB53-B643-BE41-882C-5F89BE91720A}" type="sibTrans" cxnId="{2FAC89F7-1F10-AA44-8AB4-A22326CB829D}">
      <dgm:prSet/>
      <dgm:spPr/>
      <dgm:t>
        <a:bodyPr/>
        <a:lstStyle/>
        <a:p>
          <a:endParaRPr lang="en-US"/>
        </a:p>
      </dgm:t>
    </dgm:pt>
    <dgm:pt modelId="{20858409-7852-8043-9C09-88D0A567CBC5}">
      <dgm:prSet/>
      <dgm:spPr/>
      <dgm:t>
        <a:bodyPr/>
        <a:lstStyle/>
        <a:p>
          <a:r>
            <a:rPr lang="en-US" dirty="0"/>
            <a:t> Noise</a:t>
          </a:r>
        </a:p>
      </dgm:t>
    </dgm:pt>
    <dgm:pt modelId="{4622A5FB-C5DA-6645-8817-F01A72EB354E}" type="parTrans" cxnId="{341C8A33-7A92-3A4F-87C9-8F38151774E7}">
      <dgm:prSet/>
      <dgm:spPr/>
      <dgm:t>
        <a:bodyPr/>
        <a:lstStyle/>
        <a:p>
          <a:endParaRPr lang="en-US"/>
        </a:p>
      </dgm:t>
    </dgm:pt>
    <dgm:pt modelId="{C57ED695-263B-6F40-8317-3D6FEE22DBA6}" type="sibTrans" cxnId="{341C8A33-7A92-3A4F-87C9-8F38151774E7}">
      <dgm:prSet/>
      <dgm:spPr/>
      <dgm:t>
        <a:bodyPr/>
        <a:lstStyle/>
        <a:p>
          <a:endParaRPr lang="en-US"/>
        </a:p>
      </dgm:t>
    </dgm:pt>
    <dgm:pt modelId="{12D47C33-C9AA-3141-BFB4-9D2FF7CC5DBE}">
      <dgm:prSet/>
      <dgm:spPr/>
      <dgm:t>
        <a:bodyPr/>
        <a:lstStyle/>
        <a:p>
          <a:r>
            <a:rPr lang="en-US" dirty="0"/>
            <a:t>Flooring</a:t>
          </a:r>
        </a:p>
      </dgm:t>
    </dgm:pt>
    <dgm:pt modelId="{C92CA622-1167-AC45-9360-054E59B28DAF}" type="parTrans" cxnId="{46C182F0-D9A7-4E4F-BC3C-DE587ED6DA78}">
      <dgm:prSet/>
      <dgm:spPr/>
      <dgm:t>
        <a:bodyPr/>
        <a:lstStyle/>
        <a:p>
          <a:endParaRPr lang="en-US"/>
        </a:p>
      </dgm:t>
    </dgm:pt>
    <dgm:pt modelId="{08BBD41A-9F04-5A4A-9C2D-01835B05A4AC}" type="sibTrans" cxnId="{46C182F0-D9A7-4E4F-BC3C-DE587ED6DA78}">
      <dgm:prSet/>
      <dgm:spPr/>
      <dgm:t>
        <a:bodyPr/>
        <a:lstStyle/>
        <a:p>
          <a:endParaRPr lang="en-US"/>
        </a:p>
      </dgm:t>
    </dgm:pt>
    <dgm:pt modelId="{024FB99F-AA40-C947-9656-2604939172C2}">
      <dgm:prSet/>
      <dgm:spPr/>
      <dgm:t>
        <a:bodyPr/>
        <a:lstStyle/>
        <a:p>
          <a:r>
            <a:rPr lang="en-US" dirty="0"/>
            <a:t>Temperature</a:t>
          </a:r>
        </a:p>
      </dgm:t>
    </dgm:pt>
    <dgm:pt modelId="{C46B3796-C286-C84F-B232-81FD60F8C8DC}" type="parTrans" cxnId="{5D3ED14A-4B9A-634E-9470-47851CFAD2D9}">
      <dgm:prSet/>
      <dgm:spPr/>
      <dgm:t>
        <a:bodyPr/>
        <a:lstStyle/>
        <a:p>
          <a:endParaRPr lang="en-US"/>
        </a:p>
      </dgm:t>
    </dgm:pt>
    <dgm:pt modelId="{B840CA14-A505-BA43-B210-07FA6723A21C}" type="sibTrans" cxnId="{5D3ED14A-4B9A-634E-9470-47851CFAD2D9}">
      <dgm:prSet/>
      <dgm:spPr/>
      <dgm:t>
        <a:bodyPr/>
        <a:lstStyle/>
        <a:p>
          <a:endParaRPr lang="en-US"/>
        </a:p>
      </dgm:t>
    </dgm:pt>
    <dgm:pt modelId="{B2F3B274-69DE-AB42-B56F-2F55D3654CDA}">
      <dgm:prSet/>
      <dgm:spPr/>
      <dgm:t>
        <a:bodyPr/>
        <a:lstStyle/>
        <a:p>
          <a:r>
            <a:rPr lang="en-US" dirty="0"/>
            <a:t>Number of people in the environment</a:t>
          </a:r>
        </a:p>
      </dgm:t>
    </dgm:pt>
    <dgm:pt modelId="{619883C5-CDE0-6743-AC49-7F00914B950F}" type="parTrans" cxnId="{722BBF51-806B-9641-9AB0-605DCA209CE9}">
      <dgm:prSet/>
      <dgm:spPr/>
      <dgm:t>
        <a:bodyPr/>
        <a:lstStyle/>
        <a:p>
          <a:endParaRPr lang="en-US"/>
        </a:p>
      </dgm:t>
    </dgm:pt>
    <dgm:pt modelId="{424780C6-7B69-9447-85D0-5FFB9D6D99E7}" type="sibTrans" cxnId="{722BBF51-806B-9641-9AB0-605DCA209CE9}">
      <dgm:prSet/>
      <dgm:spPr/>
      <dgm:t>
        <a:bodyPr/>
        <a:lstStyle/>
        <a:p>
          <a:endParaRPr lang="en-US"/>
        </a:p>
      </dgm:t>
    </dgm:pt>
    <dgm:pt modelId="{0F0CD475-0430-E848-84D4-7FD0D2C0B2B7}">
      <dgm:prSet/>
      <dgm:spPr/>
      <dgm:t>
        <a:bodyPr/>
        <a:lstStyle/>
        <a:p>
          <a:r>
            <a:rPr lang="en-US" dirty="0"/>
            <a:t>Amount of space users have</a:t>
          </a:r>
        </a:p>
      </dgm:t>
    </dgm:pt>
    <dgm:pt modelId="{71B9805A-5338-A644-9C31-84C49084E7B0}" type="parTrans" cxnId="{4DEFB40D-2832-6145-AAB5-5CDC9A9DBE7E}">
      <dgm:prSet/>
      <dgm:spPr/>
      <dgm:t>
        <a:bodyPr/>
        <a:lstStyle/>
        <a:p>
          <a:endParaRPr lang="en-US"/>
        </a:p>
      </dgm:t>
    </dgm:pt>
    <dgm:pt modelId="{7288111A-46DB-E74F-8874-B1110CC5FDF3}" type="sibTrans" cxnId="{4DEFB40D-2832-6145-AAB5-5CDC9A9DBE7E}">
      <dgm:prSet/>
      <dgm:spPr/>
      <dgm:t>
        <a:bodyPr/>
        <a:lstStyle/>
        <a:p>
          <a:endParaRPr lang="en-US"/>
        </a:p>
      </dgm:t>
    </dgm:pt>
    <dgm:pt modelId="{EF3B8CDA-92FD-F740-AFEF-DE2DC8727BB9}" type="pres">
      <dgm:prSet presAssocID="{16C97B79-9035-4C59-BE66-4A43ED2E4177}" presName="Name0" presStyleCnt="0">
        <dgm:presLayoutVars>
          <dgm:dir/>
          <dgm:animLvl val="lvl"/>
          <dgm:resizeHandles val="exact"/>
        </dgm:presLayoutVars>
      </dgm:prSet>
      <dgm:spPr/>
    </dgm:pt>
    <dgm:pt modelId="{E7410749-6115-4047-A784-A9031CD9E07A}" type="pres">
      <dgm:prSet presAssocID="{2306D9CD-DC29-4872-9C6B-D3B7C3E40786}" presName="composite" presStyleCnt="0"/>
      <dgm:spPr/>
    </dgm:pt>
    <dgm:pt modelId="{B3DD3749-6DC4-754B-80A8-79D6B10625C9}" type="pres">
      <dgm:prSet presAssocID="{2306D9CD-DC29-4872-9C6B-D3B7C3E40786}" presName="parTx" presStyleLbl="alignNode1" presStyleIdx="0" presStyleCnt="3">
        <dgm:presLayoutVars>
          <dgm:chMax val="0"/>
          <dgm:chPref val="0"/>
          <dgm:bulletEnabled val="1"/>
        </dgm:presLayoutVars>
      </dgm:prSet>
      <dgm:spPr/>
    </dgm:pt>
    <dgm:pt modelId="{3B486D1B-C2EB-0B4A-B5E4-54C05C6F887F}" type="pres">
      <dgm:prSet presAssocID="{2306D9CD-DC29-4872-9C6B-D3B7C3E40786}" presName="desTx" presStyleLbl="alignAccFollowNode1" presStyleIdx="0" presStyleCnt="3">
        <dgm:presLayoutVars>
          <dgm:bulletEnabled val="1"/>
        </dgm:presLayoutVars>
      </dgm:prSet>
      <dgm:spPr/>
    </dgm:pt>
    <dgm:pt modelId="{072243AB-690B-C140-BF05-E25FB52A2532}" type="pres">
      <dgm:prSet presAssocID="{482B3012-89DF-4AC2-AD0C-AAA7F4193763}" presName="space" presStyleCnt="0"/>
      <dgm:spPr/>
    </dgm:pt>
    <dgm:pt modelId="{108D0834-B0F4-5146-96CC-E655753A56CC}" type="pres">
      <dgm:prSet presAssocID="{C0B53CCA-D534-4F6A-B175-864BE257C8E0}" presName="composite" presStyleCnt="0"/>
      <dgm:spPr/>
    </dgm:pt>
    <dgm:pt modelId="{23003D30-40A9-9346-8D9A-5848E3A70DA3}" type="pres">
      <dgm:prSet presAssocID="{C0B53CCA-D534-4F6A-B175-864BE257C8E0}" presName="parTx" presStyleLbl="alignNode1" presStyleIdx="1" presStyleCnt="3">
        <dgm:presLayoutVars>
          <dgm:chMax val="0"/>
          <dgm:chPref val="0"/>
          <dgm:bulletEnabled val="1"/>
        </dgm:presLayoutVars>
      </dgm:prSet>
      <dgm:spPr/>
    </dgm:pt>
    <dgm:pt modelId="{224F60B9-19A9-D247-B03D-1A89B04027FC}" type="pres">
      <dgm:prSet presAssocID="{C0B53CCA-D534-4F6A-B175-864BE257C8E0}" presName="desTx" presStyleLbl="alignAccFollowNode1" presStyleIdx="1" presStyleCnt="3">
        <dgm:presLayoutVars>
          <dgm:bulletEnabled val="1"/>
        </dgm:presLayoutVars>
      </dgm:prSet>
      <dgm:spPr/>
    </dgm:pt>
    <dgm:pt modelId="{AFD4AADD-B7EC-9840-92A7-2B27F47699D0}" type="pres">
      <dgm:prSet presAssocID="{3DF739A4-9EE7-4E5C-96B6-7BE0BE2B07C7}" presName="space" presStyleCnt="0"/>
      <dgm:spPr/>
    </dgm:pt>
    <dgm:pt modelId="{8CA24849-E912-D147-9296-2103FE5A28E7}" type="pres">
      <dgm:prSet presAssocID="{22371145-951A-4644-84A8-D53BFEE5134D}" presName="composite" presStyleCnt="0"/>
      <dgm:spPr/>
    </dgm:pt>
    <dgm:pt modelId="{2A31CDC0-8EFB-AA49-B78D-9D17D893FB0A}" type="pres">
      <dgm:prSet presAssocID="{22371145-951A-4644-84A8-D53BFEE5134D}" presName="parTx" presStyleLbl="alignNode1" presStyleIdx="2" presStyleCnt="3">
        <dgm:presLayoutVars>
          <dgm:chMax val="0"/>
          <dgm:chPref val="0"/>
          <dgm:bulletEnabled val="1"/>
        </dgm:presLayoutVars>
      </dgm:prSet>
      <dgm:spPr/>
    </dgm:pt>
    <dgm:pt modelId="{E9A934E5-9F49-0248-A3B9-E88F815A39E6}" type="pres">
      <dgm:prSet presAssocID="{22371145-951A-4644-84A8-D53BFEE5134D}" presName="desTx" presStyleLbl="alignAccFollowNode1" presStyleIdx="2" presStyleCnt="3">
        <dgm:presLayoutVars>
          <dgm:bulletEnabled val="1"/>
        </dgm:presLayoutVars>
      </dgm:prSet>
      <dgm:spPr/>
    </dgm:pt>
  </dgm:ptLst>
  <dgm:cxnLst>
    <dgm:cxn modelId="{EDCE6602-F1C1-E745-ACDB-4F3508256260}" type="presOf" srcId="{F64167B6-B56D-1346-AD22-9E31F07505F5}" destId="{E9A934E5-9F49-0248-A3B9-E88F815A39E6}" srcOrd="0" destOrd="1" presId="urn:microsoft.com/office/officeart/2005/8/layout/hList1"/>
    <dgm:cxn modelId="{51D87802-F1E7-3044-B743-000419B6B4FB}" type="presOf" srcId="{5C5487AA-1789-CD48-9202-9A8B88C2A52D}" destId="{E9A934E5-9F49-0248-A3B9-E88F815A39E6}" srcOrd="0" destOrd="3" presId="urn:microsoft.com/office/officeart/2005/8/layout/hList1"/>
    <dgm:cxn modelId="{50ED5907-A211-7241-9ED0-0000470067E4}" type="presOf" srcId="{0F0CD475-0430-E848-84D4-7FD0D2C0B2B7}" destId="{224F60B9-19A9-D247-B03D-1A89B04027FC}" srcOrd="0" destOrd="5" presId="urn:microsoft.com/office/officeart/2005/8/layout/hList1"/>
    <dgm:cxn modelId="{EA5BDC0A-4A34-2A40-8985-F1A783322BE4}" type="presOf" srcId="{C1B37C7E-04E8-40A7-AED1-503D80E8CDE8}" destId="{E9A934E5-9F49-0248-A3B9-E88F815A39E6}" srcOrd="0" destOrd="0" presId="urn:microsoft.com/office/officeart/2005/8/layout/hList1"/>
    <dgm:cxn modelId="{4DEFB40D-2832-6145-AAB5-5CDC9A9DBE7E}" srcId="{C0B53CCA-D534-4F6A-B175-864BE257C8E0}" destId="{0F0CD475-0430-E848-84D4-7FD0D2C0B2B7}" srcOrd="5" destOrd="0" parTransId="{71B9805A-5338-A644-9C31-84C49084E7B0}" sibTransId="{7288111A-46DB-E74F-8874-B1110CC5FDF3}"/>
    <dgm:cxn modelId="{61211713-A8D1-0D4F-975C-AC024B876123}" srcId="{2306D9CD-DC29-4872-9C6B-D3B7C3E40786}" destId="{5BDDE3DF-D971-3149-A30C-43570C997EE0}" srcOrd="0" destOrd="0" parTransId="{ABA73AE6-615B-DD4C-8614-F37E9DD77B18}" sibTransId="{AA62EF82-FBC3-3546-B7A8-63D1701288AC}"/>
    <dgm:cxn modelId="{EE030719-F389-4049-8A55-23BF43E7137E}" type="presOf" srcId="{C0B53CCA-D534-4F6A-B175-864BE257C8E0}" destId="{23003D30-40A9-9346-8D9A-5848E3A70DA3}" srcOrd="0" destOrd="0" presId="urn:microsoft.com/office/officeart/2005/8/layout/hList1"/>
    <dgm:cxn modelId="{CC1AAF1E-7F3A-A549-92C0-1EF11B77385F}" type="presOf" srcId="{024FB99F-AA40-C947-9656-2604939172C2}" destId="{224F60B9-19A9-D247-B03D-1A89B04027FC}" srcOrd="0" destOrd="3" presId="urn:microsoft.com/office/officeart/2005/8/layout/hList1"/>
    <dgm:cxn modelId="{341C8A33-7A92-3A4F-87C9-8F38151774E7}" srcId="{C0B53CCA-D534-4F6A-B175-864BE257C8E0}" destId="{20858409-7852-8043-9C09-88D0A567CBC5}" srcOrd="1" destOrd="0" parTransId="{4622A5FB-C5DA-6645-8817-F01A72EB354E}" sibTransId="{C57ED695-263B-6F40-8317-3D6FEE22DBA6}"/>
    <dgm:cxn modelId="{789B5840-0601-4D42-A74B-3310CC515AC8}" type="presOf" srcId="{2306D9CD-DC29-4872-9C6B-D3B7C3E40786}" destId="{B3DD3749-6DC4-754B-80A8-79D6B10625C9}" srcOrd="0" destOrd="0" presId="urn:microsoft.com/office/officeart/2005/8/layout/hList1"/>
    <dgm:cxn modelId="{5D3ED14A-4B9A-634E-9470-47851CFAD2D9}" srcId="{C0B53CCA-D534-4F6A-B175-864BE257C8E0}" destId="{024FB99F-AA40-C947-9656-2604939172C2}" srcOrd="3" destOrd="0" parTransId="{C46B3796-C286-C84F-B232-81FD60F8C8DC}" sibTransId="{B840CA14-A505-BA43-B210-07FA6723A21C}"/>
    <dgm:cxn modelId="{8F17954C-76C1-6847-B01F-D2C78C1F593A}" srcId="{22371145-951A-4644-84A8-D53BFEE5134D}" destId="{4A3E10B0-9263-6E4A-974F-B174A2803C26}" srcOrd="2" destOrd="0" parTransId="{199DCB19-2A49-7041-B6DC-54C31DE5FE82}" sibTransId="{9F873018-9835-4F4B-91C7-3F6B898CDD0E}"/>
    <dgm:cxn modelId="{722BBF51-806B-9641-9AB0-605DCA209CE9}" srcId="{C0B53CCA-D534-4F6A-B175-864BE257C8E0}" destId="{B2F3B274-69DE-AB42-B56F-2F55D3654CDA}" srcOrd="4" destOrd="0" parTransId="{619883C5-CDE0-6743-AC49-7F00914B950F}" sibTransId="{424780C6-7B69-9447-85D0-5FFB9D6D99E7}"/>
    <dgm:cxn modelId="{A1D0C86F-86A3-E643-928D-B6241C331AD9}" type="presOf" srcId="{22371145-951A-4644-84A8-D53BFEE5134D}" destId="{2A31CDC0-8EFB-AA49-B78D-9D17D893FB0A}" srcOrd="0" destOrd="0" presId="urn:microsoft.com/office/officeart/2005/8/layout/hList1"/>
    <dgm:cxn modelId="{B3E6D46F-75E8-5E46-92AD-00893C29B2C0}" srcId="{2306D9CD-DC29-4872-9C6B-D3B7C3E40786}" destId="{BBC6C880-4A5C-8847-84E4-736A3D1BF628}" srcOrd="1" destOrd="0" parTransId="{B7A07F77-CE6D-3048-9789-0A57F0DC455B}" sibTransId="{3A79FDE4-C6C2-EB47-85E4-F969C7487094}"/>
    <dgm:cxn modelId="{1DF77B72-3A20-1E42-8A40-6DE229A95F3B}" srcId="{22371145-951A-4644-84A8-D53BFEE5134D}" destId="{F64167B6-B56D-1346-AD22-9E31F07505F5}" srcOrd="1" destOrd="0" parTransId="{CCC0749C-B994-C74C-9D5C-FB3D8CC6FDA8}" sibTransId="{31B78FD5-83C5-4344-8443-68DD71C57FD5}"/>
    <dgm:cxn modelId="{BE99BB89-0B07-BC46-B92D-30D049E3B843}" type="presOf" srcId="{0C28A852-7453-4FBD-B1A5-2DED1D5C1B34}" destId="{224F60B9-19A9-D247-B03D-1A89B04027FC}" srcOrd="0" destOrd="0" presId="urn:microsoft.com/office/officeart/2005/8/layout/hList1"/>
    <dgm:cxn modelId="{9CC4A892-7FC8-1848-B2A1-94D5DEE9F7E9}" type="presOf" srcId="{12D47C33-C9AA-3141-BFB4-9D2FF7CC5DBE}" destId="{224F60B9-19A9-D247-B03D-1A89B04027FC}" srcOrd="0" destOrd="2" presId="urn:microsoft.com/office/officeart/2005/8/layout/hList1"/>
    <dgm:cxn modelId="{16E8AA97-29C4-7649-BA65-845C00D3F92E}" type="presOf" srcId="{20858409-7852-8043-9C09-88D0A567CBC5}" destId="{224F60B9-19A9-D247-B03D-1A89B04027FC}" srcOrd="0" destOrd="1" presId="urn:microsoft.com/office/officeart/2005/8/layout/hList1"/>
    <dgm:cxn modelId="{096D6DB3-11DF-4DAE-843F-4A72F6E622D4}" srcId="{16C97B79-9035-4C59-BE66-4A43ED2E4177}" destId="{C0B53CCA-D534-4F6A-B175-864BE257C8E0}" srcOrd="1" destOrd="0" parTransId="{D64A0A42-97EF-4818-A948-6D504C79DE02}" sibTransId="{3DF739A4-9EE7-4E5C-96B6-7BE0BE2B07C7}"/>
    <dgm:cxn modelId="{1491BCBC-07E9-9B4A-A2B5-D31262EC0CD9}" type="presOf" srcId="{BBC6C880-4A5C-8847-84E4-736A3D1BF628}" destId="{3B486D1B-C2EB-0B4A-B5E4-54C05C6F887F}" srcOrd="0" destOrd="1" presId="urn:microsoft.com/office/officeart/2005/8/layout/hList1"/>
    <dgm:cxn modelId="{6116CFC2-D154-AC4E-955B-6663B4918554}" type="presOf" srcId="{4A3E10B0-9263-6E4A-974F-B174A2803C26}" destId="{E9A934E5-9F49-0248-A3B9-E88F815A39E6}" srcOrd="0" destOrd="2" presId="urn:microsoft.com/office/officeart/2005/8/layout/hList1"/>
    <dgm:cxn modelId="{798694C6-D931-0A47-B18C-8397063649FE}" type="presOf" srcId="{16C97B79-9035-4C59-BE66-4A43ED2E4177}" destId="{EF3B8CDA-92FD-F740-AFEF-DE2DC8727BB9}" srcOrd="0" destOrd="0" presId="urn:microsoft.com/office/officeart/2005/8/layout/hList1"/>
    <dgm:cxn modelId="{48C437C8-D0AA-2748-B66A-6EC3E27BC26B}" type="presOf" srcId="{B2F3B274-69DE-AB42-B56F-2F55D3654CDA}" destId="{224F60B9-19A9-D247-B03D-1A89B04027FC}" srcOrd="0" destOrd="4" presId="urn:microsoft.com/office/officeart/2005/8/layout/hList1"/>
    <dgm:cxn modelId="{50F2DECC-2562-411E-84E2-FCDC70AF4907}" srcId="{16C97B79-9035-4C59-BE66-4A43ED2E4177}" destId="{2306D9CD-DC29-4872-9C6B-D3B7C3E40786}" srcOrd="0" destOrd="0" parTransId="{4961EF15-3A7D-4903-B715-CD2CAE2C074D}" sibTransId="{482B3012-89DF-4AC2-AD0C-AAA7F4193763}"/>
    <dgm:cxn modelId="{A79F47DF-A644-454E-8D5E-76FD4E3709BD}" type="presOf" srcId="{5BDDE3DF-D971-3149-A30C-43570C997EE0}" destId="{3B486D1B-C2EB-0B4A-B5E4-54C05C6F887F}" srcOrd="0" destOrd="0" presId="urn:microsoft.com/office/officeart/2005/8/layout/hList1"/>
    <dgm:cxn modelId="{C8A0A9E3-4986-405E-B25F-09FF4639E7C6}" srcId="{C0B53CCA-D534-4F6A-B175-864BE257C8E0}" destId="{0C28A852-7453-4FBD-B1A5-2DED1D5C1B34}" srcOrd="0" destOrd="0" parTransId="{92FB15EF-DFA6-47D2-B8CD-4DEEE71CDB29}" sibTransId="{DEF5D6B4-4058-441B-86C7-BD0CEA1261F5}"/>
    <dgm:cxn modelId="{BEF35FE5-CE02-46D0-8F37-82B2D7C9C95E}" srcId="{16C97B79-9035-4C59-BE66-4A43ED2E4177}" destId="{22371145-951A-4644-84A8-D53BFEE5134D}" srcOrd="2" destOrd="0" parTransId="{515ECABC-66B6-4924-9A9A-A480C159C0F4}" sibTransId="{B3131DA1-BC1D-43A4-99C5-3BF5646CC215}"/>
    <dgm:cxn modelId="{1E90A3ED-071C-4089-A805-7EC507A2BD74}" srcId="{22371145-951A-4644-84A8-D53BFEE5134D}" destId="{C1B37C7E-04E8-40A7-AED1-503D80E8CDE8}" srcOrd="0" destOrd="0" parTransId="{89CC80C0-C1C7-4C21-A0A8-1289A7A3C349}" sibTransId="{BBE79DD5-12ED-40CE-B3BA-15F227305B89}"/>
    <dgm:cxn modelId="{46C182F0-D9A7-4E4F-BC3C-DE587ED6DA78}" srcId="{C0B53CCA-D534-4F6A-B175-864BE257C8E0}" destId="{12D47C33-C9AA-3141-BFB4-9D2FF7CC5DBE}" srcOrd="2" destOrd="0" parTransId="{C92CA622-1167-AC45-9360-054E59B28DAF}" sibTransId="{08BBD41A-9F04-5A4A-9C2D-01835B05A4AC}"/>
    <dgm:cxn modelId="{2FAC89F7-1F10-AA44-8AB4-A22326CB829D}" srcId="{22371145-951A-4644-84A8-D53BFEE5134D}" destId="{5C5487AA-1789-CD48-9202-9A8B88C2A52D}" srcOrd="3" destOrd="0" parTransId="{EA4AD770-E4FF-834A-ACD4-651F5FBCC646}" sibTransId="{2BB5BB53-B643-BE41-882C-5F89BE91720A}"/>
    <dgm:cxn modelId="{A3BAB952-5E78-4D4C-9B0F-46FCB3B2EA20}" type="presParOf" srcId="{EF3B8CDA-92FD-F740-AFEF-DE2DC8727BB9}" destId="{E7410749-6115-4047-A784-A9031CD9E07A}" srcOrd="0" destOrd="0" presId="urn:microsoft.com/office/officeart/2005/8/layout/hList1"/>
    <dgm:cxn modelId="{533CAA96-20FE-D34B-A8AF-99E92B077118}" type="presParOf" srcId="{E7410749-6115-4047-A784-A9031CD9E07A}" destId="{B3DD3749-6DC4-754B-80A8-79D6B10625C9}" srcOrd="0" destOrd="0" presId="urn:microsoft.com/office/officeart/2005/8/layout/hList1"/>
    <dgm:cxn modelId="{541263D8-2875-F745-909F-AFC6CBE23F53}" type="presParOf" srcId="{E7410749-6115-4047-A784-A9031CD9E07A}" destId="{3B486D1B-C2EB-0B4A-B5E4-54C05C6F887F}" srcOrd="1" destOrd="0" presId="urn:microsoft.com/office/officeart/2005/8/layout/hList1"/>
    <dgm:cxn modelId="{7F753C29-4C57-F949-9E2A-D9795A03D734}" type="presParOf" srcId="{EF3B8CDA-92FD-F740-AFEF-DE2DC8727BB9}" destId="{072243AB-690B-C140-BF05-E25FB52A2532}" srcOrd="1" destOrd="0" presId="urn:microsoft.com/office/officeart/2005/8/layout/hList1"/>
    <dgm:cxn modelId="{C0CA9DC7-1759-5948-84B5-907D4AEB6888}" type="presParOf" srcId="{EF3B8CDA-92FD-F740-AFEF-DE2DC8727BB9}" destId="{108D0834-B0F4-5146-96CC-E655753A56CC}" srcOrd="2" destOrd="0" presId="urn:microsoft.com/office/officeart/2005/8/layout/hList1"/>
    <dgm:cxn modelId="{C5263A2E-8807-C240-AAE6-8BC6DC7F90EB}" type="presParOf" srcId="{108D0834-B0F4-5146-96CC-E655753A56CC}" destId="{23003D30-40A9-9346-8D9A-5848E3A70DA3}" srcOrd="0" destOrd="0" presId="urn:microsoft.com/office/officeart/2005/8/layout/hList1"/>
    <dgm:cxn modelId="{F20F0C95-C88C-5741-858C-693C472FFCEF}" type="presParOf" srcId="{108D0834-B0F4-5146-96CC-E655753A56CC}" destId="{224F60B9-19A9-D247-B03D-1A89B04027FC}" srcOrd="1" destOrd="0" presId="urn:microsoft.com/office/officeart/2005/8/layout/hList1"/>
    <dgm:cxn modelId="{43308284-FF5C-5245-BB15-E22B00C736CD}" type="presParOf" srcId="{EF3B8CDA-92FD-F740-AFEF-DE2DC8727BB9}" destId="{AFD4AADD-B7EC-9840-92A7-2B27F47699D0}" srcOrd="3" destOrd="0" presId="urn:microsoft.com/office/officeart/2005/8/layout/hList1"/>
    <dgm:cxn modelId="{3DC4BD75-FB27-7E4E-AEBE-3EBDC9245286}" type="presParOf" srcId="{EF3B8CDA-92FD-F740-AFEF-DE2DC8727BB9}" destId="{8CA24849-E912-D147-9296-2103FE5A28E7}" srcOrd="4" destOrd="0" presId="urn:microsoft.com/office/officeart/2005/8/layout/hList1"/>
    <dgm:cxn modelId="{A5FFC87A-3D1C-2248-B56E-6B4C832E814A}" type="presParOf" srcId="{8CA24849-E912-D147-9296-2103FE5A28E7}" destId="{2A31CDC0-8EFB-AA49-B78D-9D17D893FB0A}" srcOrd="0" destOrd="0" presId="urn:microsoft.com/office/officeart/2005/8/layout/hList1"/>
    <dgm:cxn modelId="{4048FC1C-0289-A548-B43E-88CDED64B986}" type="presParOf" srcId="{8CA24849-E912-D147-9296-2103FE5A28E7}" destId="{E9A934E5-9F49-0248-A3B9-E88F815A39E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9494D4-1D3F-4CE0-9F12-38AF12614D7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E1439A5-67B3-4F28-A570-98FD5AFFA292}">
      <dgm:prSet/>
      <dgm:spPr/>
      <dgm:t>
        <a:bodyPr/>
        <a:lstStyle/>
        <a:p>
          <a:r>
            <a:rPr lang="en-US" dirty="0"/>
            <a:t>Evaluate interface elements in prototype forms</a:t>
          </a:r>
        </a:p>
      </dgm:t>
    </dgm:pt>
    <dgm:pt modelId="{A91E81D9-C621-4921-B41B-BDB78E3C011D}" type="parTrans" cxnId="{5AD66913-F0E4-4850-B287-134C1F800EAF}">
      <dgm:prSet/>
      <dgm:spPr/>
      <dgm:t>
        <a:bodyPr/>
        <a:lstStyle/>
        <a:p>
          <a:endParaRPr lang="en-US"/>
        </a:p>
      </dgm:t>
    </dgm:pt>
    <dgm:pt modelId="{14F77D7F-AD07-439C-9D2E-DC9CBC037222}" type="sibTrans" cxnId="{5AD66913-F0E4-4850-B287-134C1F800EAF}">
      <dgm:prSet/>
      <dgm:spPr/>
      <dgm:t>
        <a:bodyPr/>
        <a:lstStyle/>
        <a:p>
          <a:endParaRPr lang="en-US"/>
        </a:p>
      </dgm:t>
    </dgm:pt>
    <dgm:pt modelId="{53E7CD50-5F59-4201-936F-C89D2AED760B}">
      <dgm:prSet/>
      <dgm:spPr/>
      <dgm:t>
        <a:bodyPr/>
        <a:lstStyle/>
        <a:p>
          <a:r>
            <a:rPr lang="en-US"/>
            <a:t>Early focus on “critical tasks”</a:t>
          </a:r>
        </a:p>
      </dgm:t>
    </dgm:pt>
    <dgm:pt modelId="{188B9B61-C697-4339-918E-33F8D3D6680A}" type="parTrans" cxnId="{F8A93C16-E9D8-4E4C-A404-6299E532ADFC}">
      <dgm:prSet/>
      <dgm:spPr/>
      <dgm:t>
        <a:bodyPr/>
        <a:lstStyle/>
        <a:p>
          <a:endParaRPr lang="en-US"/>
        </a:p>
      </dgm:t>
    </dgm:pt>
    <dgm:pt modelId="{41B4FBB0-0028-4858-BC9E-1A5D9183527A}" type="sibTrans" cxnId="{F8A93C16-E9D8-4E4C-A404-6299E532ADFC}">
      <dgm:prSet/>
      <dgm:spPr/>
      <dgm:t>
        <a:bodyPr/>
        <a:lstStyle/>
        <a:p>
          <a:endParaRPr lang="en-US"/>
        </a:p>
      </dgm:t>
    </dgm:pt>
    <dgm:pt modelId="{E2962D8A-EC76-4072-9BED-FB9FA09CF22E}">
      <dgm:prSet/>
      <dgm:spPr/>
      <dgm:t>
        <a:bodyPr/>
        <a:lstStyle/>
        <a:p>
          <a:r>
            <a:rPr lang="en-US"/>
            <a:t>Common Methods: Empirical</a:t>
          </a:r>
        </a:p>
      </dgm:t>
    </dgm:pt>
    <dgm:pt modelId="{DE4281F3-F196-4418-81A6-E3E1FDACF439}" type="parTrans" cxnId="{3F0F2D1A-6B66-4110-9FB2-DF4002D50B4B}">
      <dgm:prSet/>
      <dgm:spPr/>
      <dgm:t>
        <a:bodyPr/>
        <a:lstStyle/>
        <a:p>
          <a:endParaRPr lang="en-US"/>
        </a:p>
      </dgm:t>
    </dgm:pt>
    <dgm:pt modelId="{34C2AB27-E167-4EE6-9C64-293703D180BE}" type="sibTrans" cxnId="{3F0F2D1A-6B66-4110-9FB2-DF4002D50B4B}">
      <dgm:prSet/>
      <dgm:spPr/>
      <dgm:t>
        <a:bodyPr/>
        <a:lstStyle/>
        <a:p>
          <a:endParaRPr lang="en-US"/>
        </a:p>
      </dgm:t>
    </dgm:pt>
    <dgm:pt modelId="{68C8DE6C-01F8-4658-A3D3-5F2F6CE80124}">
      <dgm:prSet/>
      <dgm:spPr/>
      <dgm:t>
        <a:bodyPr/>
        <a:lstStyle/>
        <a:p>
          <a:r>
            <a:rPr lang="en-US"/>
            <a:t>Interviews</a:t>
          </a:r>
        </a:p>
      </dgm:t>
    </dgm:pt>
    <dgm:pt modelId="{EDB789AB-2A96-4B35-BC86-BBFCC94B0F5F}" type="parTrans" cxnId="{FE866CBE-EE3F-4261-A9AC-1F784F42DF04}">
      <dgm:prSet/>
      <dgm:spPr/>
      <dgm:t>
        <a:bodyPr/>
        <a:lstStyle/>
        <a:p>
          <a:endParaRPr lang="en-US"/>
        </a:p>
      </dgm:t>
    </dgm:pt>
    <dgm:pt modelId="{5EF52C1D-6A19-4C22-8433-9570970080B6}" type="sibTrans" cxnId="{FE866CBE-EE3F-4261-A9AC-1F784F42DF04}">
      <dgm:prSet/>
      <dgm:spPr/>
      <dgm:t>
        <a:bodyPr/>
        <a:lstStyle/>
        <a:p>
          <a:endParaRPr lang="en-US"/>
        </a:p>
      </dgm:t>
    </dgm:pt>
    <dgm:pt modelId="{09F89737-2DD9-4A34-BED9-8393B00E6DAE}">
      <dgm:prSet/>
      <dgm:spPr/>
      <dgm:t>
        <a:bodyPr/>
        <a:lstStyle/>
        <a:p>
          <a:r>
            <a:rPr lang="en-US"/>
            <a:t>Contextual Inquiry</a:t>
          </a:r>
        </a:p>
      </dgm:t>
    </dgm:pt>
    <dgm:pt modelId="{A92FD9A4-CF28-41D5-8768-B025AFC27051}" type="parTrans" cxnId="{C614FDBB-3F02-4B6C-BB36-F53553803594}">
      <dgm:prSet/>
      <dgm:spPr/>
      <dgm:t>
        <a:bodyPr/>
        <a:lstStyle/>
        <a:p>
          <a:endParaRPr lang="en-US"/>
        </a:p>
      </dgm:t>
    </dgm:pt>
    <dgm:pt modelId="{66B63D14-8360-4FF5-852B-E859971664A7}" type="sibTrans" cxnId="{C614FDBB-3F02-4B6C-BB36-F53553803594}">
      <dgm:prSet/>
      <dgm:spPr/>
      <dgm:t>
        <a:bodyPr/>
        <a:lstStyle/>
        <a:p>
          <a:endParaRPr lang="en-US"/>
        </a:p>
      </dgm:t>
    </dgm:pt>
    <dgm:pt modelId="{90992504-A48B-446C-9D0C-A150D0AAF2D0}">
      <dgm:prSet/>
      <dgm:spPr/>
      <dgm:t>
        <a:bodyPr/>
        <a:lstStyle/>
        <a:p>
          <a:r>
            <a:rPr lang="en-US" dirty="0"/>
            <a:t>Cognitive Walk Throughs / Think </a:t>
          </a:r>
          <a:r>
            <a:rPr lang="en-US" dirty="0" err="1"/>
            <a:t>alouds</a:t>
          </a:r>
          <a:endParaRPr lang="en-US" dirty="0"/>
        </a:p>
      </dgm:t>
    </dgm:pt>
    <dgm:pt modelId="{D332AD1B-017D-4EF5-82F8-E185F851A715}" type="parTrans" cxnId="{E8359390-19CA-4FFA-A419-0772844459C0}">
      <dgm:prSet/>
      <dgm:spPr/>
      <dgm:t>
        <a:bodyPr/>
        <a:lstStyle/>
        <a:p>
          <a:endParaRPr lang="en-US"/>
        </a:p>
      </dgm:t>
    </dgm:pt>
    <dgm:pt modelId="{D5398DEF-555A-495D-9EE1-ECD2570A79F1}" type="sibTrans" cxnId="{E8359390-19CA-4FFA-A419-0772844459C0}">
      <dgm:prSet/>
      <dgm:spPr/>
      <dgm:t>
        <a:bodyPr/>
        <a:lstStyle/>
        <a:p>
          <a:endParaRPr lang="en-US"/>
        </a:p>
      </dgm:t>
    </dgm:pt>
    <dgm:pt modelId="{A604B3D7-4F6F-4C48-BA79-4298212D609D}">
      <dgm:prSet/>
      <dgm:spPr/>
      <dgm:t>
        <a:bodyPr/>
        <a:lstStyle/>
        <a:p>
          <a:r>
            <a:rPr lang="en-US"/>
            <a:t>Simulated Use testing</a:t>
          </a:r>
        </a:p>
      </dgm:t>
    </dgm:pt>
    <dgm:pt modelId="{1EA078C3-88FB-476E-87A1-C0DD96B095E7}" type="parTrans" cxnId="{3FDEA974-3E6A-4F9F-91BB-365B4CBE0DC4}">
      <dgm:prSet/>
      <dgm:spPr/>
      <dgm:t>
        <a:bodyPr/>
        <a:lstStyle/>
        <a:p>
          <a:endParaRPr lang="en-US"/>
        </a:p>
      </dgm:t>
    </dgm:pt>
    <dgm:pt modelId="{16663F8A-13D2-46B4-8EAC-97A20169004A}" type="sibTrans" cxnId="{3FDEA974-3E6A-4F9F-91BB-365B4CBE0DC4}">
      <dgm:prSet/>
      <dgm:spPr/>
      <dgm:t>
        <a:bodyPr/>
        <a:lstStyle/>
        <a:p>
          <a:endParaRPr lang="en-US"/>
        </a:p>
      </dgm:t>
    </dgm:pt>
    <dgm:pt modelId="{D992EEFF-2985-43F1-8FC6-767A5FC83054}">
      <dgm:prSet/>
      <dgm:spPr/>
      <dgm:t>
        <a:bodyPr/>
        <a:lstStyle/>
        <a:p>
          <a:r>
            <a:rPr lang="en-US"/>
            <a:t>Sample sizes </a:t>
          </a:r>
        </a:p>
      </dgm:t>
    </dgm:pt>
    <dgm:pt modelId="{49647613-A7FF-4A7A-95A8-73B2FEA746E6}" type="parTrans" cxnId="{9D9384AD-93A7-44B2-89A5-97B84B019F54}">
      <dgm:prSet/>
      <dgm:spPr/>
      <dgm:t>
        <a:bodyPr/>
        <a:lstStyle/>
        <a:p>
          <a:endParaRPr lang="en-US"/>
        </a:p>
      </dgm:t>
    </dgm:pt>
    <dgm:pt modelId="{E415C7D6-0F6B-41B2-9756-00EFA94BC524}" type="sibTrans" cxnId="{9D9384AD-93A7-44B2-89A5-97B84B019F54}">
      <dgm:prSet/>
      <dgm:spPr/>
      <dgm:t>
        <a:bodyPr/>
        <a:lstStyle/>
        <a:p>
          <a:endParaRPr lang="en-US"/>
        </a:p>
      </dgm:t>
    </dgm:pt>
    <dgm:pt modelId="{FCB3279A-C577-4BAA-87D6-181A4A499F53}">
      <dgm:prSet/>
      <dgm:spPr/>
      <dgm:t>
        <a:bodyPr/>
        <a:lstStyle/>
        <a:p>
          <a:r>
            <a:rPr lang="en-US"/>
            <a:t>5-7 participants</a:t>
          </a:r>
        </a:p>
      </dgm:t>
    </dgm:pt>
    <dgm:pt modelId="{7C8B7A22-A499-4C15-A1EF-DA0A05B8818F}" type="parTrans" cxnId="{10B50857-5D7B-4A02-90FD-16E7B3C06900}">
      <dgm:prSet/>
      <dgm:spPr/>
      <dgm:t>
        <a:bodyPr/>
        <a:lstStyle/>
        <a:p>
          <a:endParaRPr lang="en-US"/>
        </a:p>
      </dgm:t>
    </dgm:pt>
    <dgm:pt modelId="{455C9659-93BF-4B7A-A645-9A3EC7F02F28}" type="sibTrans" cxnId="{10B50857-5D7B-4A02-90FD-16E7B3C06900}">
      <dgm:prSet/>
      <dgm:spPr/>
      <dgm:t>
        <a:bodyPr/>
        <a:lstStyle/>
        <a:p>
          <a:endParaRPr lang="en-US"/>
        </a:p>
      </dgm:t>
    </dgm:pt>
    <dgm:pt modelId="{4EB8242F-3607-4310-BFC1-281215E7E360}">
      <dgm:prSet/>
      <dgm:spPr/>
      <dgm:t>
        <a:bodyPr/>
        <a:lstStyle/>
        <a:p>
          <a:r>
            <a:rPr lang="en-US" dirty="0"/>
            <a:t>Update</a:t>
          </a:r>
        </a:p>
      </dgm:t>
    </dgm:pt>
    <dgm:pt modelId="{360B0109-BA30-47F8-B460-062E7CC861DC}" type="parTrans" cxnId="{EAD85320-E7DA-4394-BFF4-3624F69E80DB}">
      <dgm:prSet/>
      <dgm:spPr/>
      <dgm:t>
        <a:bodyPr/>
        <a:lstStyle/>
        <a:p>
          <a:endParaRPr lang="en-US"/>
        </a:p>
      </dgm:t>
    </dgm:pt>
    <dgm:pt modelId="{7AB2FA65-4AF1-4029-B1E3-D3E4523FA869}" type="sibTrans" cxnId="{EAD85320-E7DA-4394-BFF4-3624F69E80DB}">
      <dgm:prSet/>
      <dgm:spPr/>
      <dgm:t>
        <a:bodyPr/>
        <a:lstStyle/>
        <a:p>
          <a:endParaRPr lang="en-US"/>
        </a:p>
      </dgm:t>
    </dgm:pt>
    <dgm:pt modelId="{281E3056-852F-41B8-B889-D58138A16017}">
      <dgm:prSet/>
      <dgm:spPr/>
      <dgm:t>
        <a:bodyPr/>
        <a:lstStyle/>
        <a:p>
          <a:r>
            <a:rPr lang="en-US" dirty="0"/>
            <a:t>Task analysis, Critical tasks, Requirements</a:t>
          </a:r>
        </a:p>
      </dgm:t>
    </dgm:pt>
    <dgm:pt modelId="{269FA27D-8B79-4CA3-A8A4-39997DD6DFE4}" type="parTrans" cxnId="{4BC0074C-D506-4C21-82F1-7088D63BA953}">
      <dgm:prSet/>
      <dgm:spPr/>
      <dgm:t>
        <a:bodyPr/>
        <a:lstStyle/>
        <a:p>
          <a:endParaRPr lang="en-US"/>
        </a:p>
      </dgm:t>
    </dgm:pt>
    <dgm:pt modelId="{B5C4043C-F917-425A-97AD-B71BE67FE267}" type="sibTrans" cxnId="{4BC0074C-D506-4C21-82F1-7088D63BA953}">
      <dgm:prSet/>
      <dgm:spPr/>
      <dgm:t>
        <a:bodyPr/>
        <a:lstStyle/>
        <a:p>
          <a:endParaRPr lang="en-US"/>
        </a:p>
      </dgm:t>
    </dgm:pt>
    <dgm:pt modelId="{A766C57A-30B2-45D8-93D8-94EF9ECE6715}">
      <dgm:prSet/>
      <dgm:spPr/>
      <dgm:t>
        <a:bodyPr/>
        <a:lstStyle/>
        <a:p>
          <a:r>
            <a:rPr lang="en-US" dirty="0"/>
            <a:t>Iterate and retest</a:t>
          </a:r>
        </a:p>
      </dgm:t>
    </dgm:pt>
    <dgm:pt modelId="{152BF740-2EAB-4D44-B8C2-5C28EC0F19B3}" type="sibTrans" cxnId="{E4073CEF-A72D-49BD-BF5E-57A9B237FE5B}">
      <dgm:prSet/>
      <dgm:spPr/>
      <dgm:t>
        <a:bodyPr/>
        <a:lstStyle/>
        <a:p>
          <a:endParaRPr lang="en-US"/>
        </a:p>
      </dgm:t>
    </dgm:pt>
    <dgm:pt modelId="{D8BD8EA6-4C0E-4E72-B9E4-603B43AF52B3}" type="parTrans" cxnId="{E4073CEF-A72D-49BD-BF5E-57A9B237FE5B}">
      <dgm:prSet/>
      <dgm:spPr/>
      <dgm:t>
        <a:bodyPr/>
        <a:lstStyle/>
        <a:p>
          <a:endParaRPr lang="en-US"/>
        </a:p>
      </dgm:t>
    </dgm:pt>
    <dgm:pt modelId="{D36B1369-8250-4C45-8671-9AB970165840}" type="pres">
      <dgm:prSet presAssocID="{339494D4-1D3F-4CE0-9F12-38AF12614D7F}" presName="linear" presStyleCnt="0">
        <dgm:presLayoutVars>
          <dgm:animLvl val="lvl"/>
          <dgm:resizeHandles val="exact"/>
        </dgm:presLayoutVars>
      </dgm:prSet>
      <dgm:spPr/>
    </dgm:pt>
    <dgm:pt modelId="{BFBBB358-6616-4E4B-8AA1-CB2977653972}" type="pres">
      <dgm:prSet presAssocID="{BE1439A5-67B3-4F28-A570-98FD5AFFA292}" presName="parentText" presStyleLbl="node1" presStyleIdx="0" presStyleCnt="5">
        <dgm:presLayoutVars>
          <dgm:chMax val="0"/>
          <dgm:bulletEnabled val="1"/>
        </dgm:presLayoutVars>
      </dgm:prSet>
      <dgm:spPr/>
    </dgm:pt>
    <dgm:pt modelId="{B0AA31A1-9B4A-9D4B-803E-BDA7C18CEF5A}" type="pres">
      <dgm:prSet presAssocID="{BE1439A5-67B3-4F28-A570-98FD5AFFA292}" presName="childText" presStyleLbl="revTx" presStyleIdx="0" presStyleCnt="4">
        <dgm:presLayoutVars>
          <dgm:bulletEnabled val="1"/>
        </dgm:presLayoutVars>
      </dgm:prSet>
      <dgm:spPr/>
    </dgm:pt>
    <dgm:pt modelId="{97A01A50-D5FA-A945-B898-3DF89D4630B1}" type="pres">
      <dgm:prSet presAssocID="{E2962D8A-EC76-4072-9BED-FB9FA09CF22E}" presName="parentText" presStyleLbl="node1" presStyleIdx="1" presStyleCnt="5">
        <dgm:presLayoutVars>
          <dgm:chMax val="0"/>
          <dgm:bulletEnabled val="1"/>
        </dgm:presLayoutVars>
      </dgm:prSet>
      <dgm:spPr/>
    </dgm:pt>
    <dgm:pt modelId="{4C2B80E0-7A78-DD4F-A390-FB65D9CE8D96}" type="pres">
      <dgm:prSet presAssocID="{E2962D8A-EC76-4072-9BED-FB9FA09CF22E}" presName="childText" presStyleLbl="revTx" presStyleIdx="1" presStyleCnt="4">
        <dgm:presLayoutVars>
          <dgm:bulletEnabled val="1"/>
        </dgm:presLayoutVars>
      </dgm:prSet>
      <dgm:spPr/>
    </dgm:pt>
    <dgm:pt modelId="{963360CB-14F2-A240-80FC-E4D86C7F9770}" type="pres">
      <dgm:prSet presAssocID="{D992EEFF-2985-43F1-8FC6-767A5FC83054}" presName="parentText" presStyleLbl="node1" presStyleIdx="2" presStyleCnt="5">
        <dgm:presLayoutVars>
          <dgm:chMax val="0"/>
          <dgm:bulletEnabled val="1"/>
        </dgm:presLayoutVars>
      </dgm:prSet>
      <dgm:spPr/>
    </dgm:pt>
    <dgm:pt modelId="{23692EC5-FAA3-0741-A680-357024572313}" type="pres">
      <dgm:prSet presAssocID="{D992EEFF-2985-43F1-8FC6-767A5FC83054}" presName="childText" presStyleLbl="revTx" presStyleIdx="2" presStyleCnt="4">
        <dgm:presLayoutVars>
          <dgm:bulletEnabled val="1"/>
        </dgm:presLayoutVars>
      </dgm:prSet>
      <dgm:spPr/>
    </dgm:pt>
    <dgm:pt modelId="{744D4965-7191-0F40-8B94-BC9841249736}" type="pres">
      <dgm:prSet presAssocID="{4EB8242F-3607-4310-BFC1-281215E7E360}" presName="parentText" presStyleLbl="node1" presStyleIdx="3" presStyleCnt="5">
        <dgm:presLayoutVars>
          <dgm:chMax val="0"/>
          <dgm:bulletEnabled val="1"/>
        </dgm:presLayoutVars>
      </dgm:prSet>
      <dgm:spPr/>
    </dgm:pt>
    <dgm:pt modelId="{CFF53720-E02B-2348-A145-B77B7EA2CCB7}" type="pres">
      <dgm:prSet presAssocID="{4EB8242F-3607-4310-BFC1-281215E7E360}" presName="childText" presStyleLbl="revTx" presStyleIdx="3" presStyleCnt="4">
        <dgm:presLayoutVars>
          <dgm:bulletEnabled val="1"/>
        </dgm:presLayoutVars>
      </dgm:prSet>
      <dgm:spPr/>
    </dgm:pt>
    <dgm:pt modelId="{EE1B2BB2-7800-0542-BFC6-DE3437F3E3FC}" type="pres">
      <dgm:prSet presAssocID="{A766C57A-30B2-45D8-93D8-94EF9ECE6715}" presName="parentText" presStyleLbl="node1" presStyleIdx="4" presStyleCnt="5">
        <dgm:presLayoutVars>
          <dgm:chMax val="0"/>
          <dgm:bulletEnabled val="1"/>
        </dgm:presLayoutVars>
      </dgm:prSet>
      <dgm:spPr/>
    </dgm:pt>
  </dgm:ptLst>
  <dgm:cxnLst>
    <dgm:cxn modelId="{5AD66913-F0E4-4850-B287-134C1F800EAF}" srcId="{339494D4-1D3F-4CE0-9F12-38AF12614D7F}" destId="{BE1439A5-67B3-4F28-A570-98FD5AFFA292}" srcOrd="0" destOrd="0" parTransId="{A91E81D9-C621-4921-B41B-BDB78E3C011D}" sibTransId="{14F77D7F-AD07-439C-9D2E-DC9CBC037222}"/>
    <dgm:cxn modelId="{F8A93C16-E9D8-4E4C-A404-6299E532ADFC}" srcId="{BE1439A5-67B3-4F28-A570-98FD5AFFA292}" destId="{53E7CD50-5F59-4201-936F-C89D2AED760B}" srcOrd="0" destOrd="0" parTransId="{188B9B61-C697-4339-918E-33F8D3D6680A}" sibTransId="{41B4FBB0-0028-4858-BC9E-1A5D9183527A}"/>
    <dgm:cxn modelId="{3F0F2D1A-6B66-4110-9FB2-DF4002D50B4B}" srcId="{339494D4-1D3F-4CE0-9F12-38AF12614D7F}" destId="{E2962D8A-EC76-4072-9BED-FB9FA09CF22E}" srcOrd="1" destOrd="0" parTransId="{DE4281F3-F196-4418-81A6-E3E1FDACF439}" sibTransId="{34C2AB27-E167-4EE6-9C64-293703D180BE}"/>
    <dgm:cxn modelId="{71C0F81A-3143-544D-9EFF-D4E4CAB766BE}" type="presOf" srcId="{4EB8242F-3607-4310-BFC1-281215E7E360}" destId="{744D4965-7191-0F40-8B94-BC9841249736}" srcOrd="0" destOrd="0" presId="urn:microsoft.com/office/officeart/2005/8/layout/vList2"/>
    <dgm:cxn modelId="{EAD85320-E7DA-4394-BFF4-3624F69E80DB}" srcId="{339494D4-1D3F-4CE0-9F12-38AF12614D7F}" destId="{4EB8242F-3607-4310-BFC1-281215E7E360}" srcOrd="3" destOrd="0" parTransId="{360B0109-BA30-47F8-B460-062E7CC861DC}" sibTransId="{7AB2FA65-4AF1-4029-B1E3-D3E4523FA869}"/>
    <dgm:cxn modelId="{A8D6A521-C33B-2A40-865A-3BC72690EF2C}" type="presOf" srcId="{BE1439A5-67B3-4F28-A570-98FD5AFFA292}" destId="{BFBBB358-6616-4E4B-8AA1-CB2977653972}" srcOrd="0" destOrd="0" presId="urn:microsoft.com/office/officeart/2005/8/layout/vList2"/>
    <dgm:cxn modelId="{56B3542A-3666-1A43-89B2-471581FE112B}" type="presOf" srcId="{09F89737-2DD9-4A34-BED9-8393B00E6DAE}" destId="{4C2B80E0-7A78-DD4F-A390-FB65D9CE8D96}" srcOrd="0" destOrd="1" presId="urn:microsoft.com/office/officeart/2005/8/layout/vList2"/>
    <dgm:cxn modelId="{7249952D-C806-D54F-81FD-363A2A8B4DF6}" type="presOf" srcId="{53E7CD50-5F59-4201-936F-C89D2AED760B}" destId="{B0AA31A1-9B4A-9D4B-803E-BDA7C18CEF5A}" srcOrd="0" destOrd="0" presId="urn:microsoft.com/office/officeart/2005/8/layout/vList2"/>
    <dgm:cxn modelId="{5D911E36-E5D3-094B-94D3-4C328112AF52}" type="presOf" srcId="{E2962D8A-EC76-4072-9BED-FB9FA09CF22E}" destId="{97A01A50-D5FA-A945-B898-3DF89D4630B1}" srcOrd="0" destOrd="0" presId="urn:microsoft.com/office/officeart/2005/8/layout/vList2"/>
    <dgm:cxn modelId="{4BC0074C-D506-4C21-82F1-7088D63BA953}" srcId="{4EB8242F-3607-4310-BFC1-281215E7E360}" destId="{281E3056-852F-41B8-B889-D58138A16017}" srcOrd="0" destOrd="0" parTransId="{269FA27D-8B79-4CA3-A8A4-39997DD6DFE4}" sibTransId="{B5C4043C-F917-425A-97AD-B71BE67FE267}"/>
    <dgm:cxn modelId="{10B50857-5D7B-4A02-90FD-16E7B3C06900}" srcId="{D992EEFF-2985-43F1-8FC6-767A5FC83054}" destId="{FCB3279A-C577-4BAA-87D6-181A4A499F53}" srcOrd="0" destOrd="0" parTransId="{7C8B7A22-A499-4C15-A1EF-DA0A05B8818F}" sibTransId="{455C9659-93BF-4B7A-A645-9A3EC7F02F28}"/>
    <dgm:cxn modelId="{7330B959-FA8F-6E49-B246-F631681D805B}" type="presOf" srcId="{90992504-A48B-446C-9D0C-A150D0AAF2D0}" destId="{4C2B80E0-7A78-DD4F-A390-FB65D9CE8D96}" srcOrd="0" destOrd="2" presId="urn:microsoft.com/office/officeart/2005/8/layout/vList2"/>
    <dgm:cxn modelId="{8A1E006F-43CA-9B49-8D28-7DDF5D5D7B34}" type="presOf" srcId="{339494D4-1D3F-4CE0-9F12-38AF12614D7F}" destId="{D36B1369-8250-4C45-8671-9AB970165840}" srcOrd="0" destOrd="0" presId="urn:microsoft.com/office/officeart/2005/8/layout/vList2"/>
    <dgm:cxn modelId="{74D7006F-D0EC-8740-ABE3-5475BBD1C2D1}" type="presOf" srcId="{A766C57A-30B2-45D8-93D8-94EF9ECE6715}" destId="{EE1B2BB2-7800-0542-BFC6-DE3437F3E3FC}" srcOrd="0" destOrd="0" presId="urn:microsoft.com/office/officeart/2005/8/layout/vList2"/>
    <dgm:cxn modelId="{3FDEA974-3E6A-4F9F-91BB-365B4CBE0DC4}" srcId="{E2962D8A-EC76-4072-9BED-FB9FA09CF22E}" destId="{A604B3D7-4F6F-4C48-BA79-4298212D609D}" srcOrd="3" destOrd="0" parTransId="{1EA078C3-88FB-476E-87A1-C0DD96B095E7}" sibTransId="{16663F8A-13D2-46B4-8EAC-97A20169004A}"/>
    <dgm:cxn modelId="{DBA55C7D-5766-9142-B6B0-BA41D84474E5}" type="presOf" srcId="{A604B3D7-4F6F-4C48-BA79-4298212D609D}" destId="{4C2B80E0-7A78-DD4F-A390-FB65D9CE8D96}" srcOrd="0" destOrd="3" presId="urn:microsoft.com/office/officeart/2005/8/layout/vList2"/>
    <dgm:cxn modelId="{E8359390-19CA-4FFA-A419-0772844459C0}" srcId="{E2962D8A-EC76-4072-9BED-FB9FA09CF22E}" destId="{90992504-A48B-446C-9D0C-A150D0AAF2D0}" srcOrd="2" destOrd="0" parTransId="{D332AD1B-017D-4EF5-82F8-E185F851A715}" sibTransId="{D5398DEF-555A-495D-9EE1-ECD2570A79F1}"/>
    <dgm:cxn modelId="{9D9384AD-93A7-44B2-89A5-97B84B019F54}" srcId="{339494D4-1D3F-4CE0-9F12-38AF12614D7F}" destId="{D992EEFF-2985-43F1-8FC6-767A5FC83054}" srcOrd="2" destOrd="0" parTransId="{49647613-A7FF-4A7A-95A8-73B2FEA746E6}" sibTransId="{E415C7D6-0F6B-41B2-9756-00EFA94BC524}"/>
    <dgm:cxn modelId="{C614FDBB-3F02-4B6C-BB36-F53553803594}" srcId="{E2962D8A-EC76-4072-9BED-FB9FA09CF22E}" destId="{09F89737-2DD9-4A34-BED9-8393B00E6DAE}" srcOrd="1" destOrd="0" parTransId="{A92FD9A4-CF28-41D5-8768-B025AFC27051}" sibTransId="{66B63D14-8360-4FF5-852B-E859971664A7}"/>
    <dgm:cxn modelId="{FE866CBE-EE3F-4261-A9AC-1F784F42DF04}" srcId="{E2962D8A-EC76-4072-9BED-FB9FA09CF22E}" destId="{68C8DE6C-01F8-4658-A3D3-5F2F6CE80124}" srcOrd="0" destOrd="0" parTransId="{EDB789AB-2A96-4B35-BC86-BBFCC94B0F5F}" sibTransId="{5EF52C1D-6A19-4C22-8433-9570970080B6}"/>
    <dgm:cxn modelId="{85369BC3-7471-B144-B547-B1D57CDE8D32}" type="presOf" srcId="{68C8DE6C-01F8-4658-A3D3-5F2F6CE80124}" destId="{4C2B80E0-7A78-DD4F-A390-FB65D9CE8D96}" srcOrd="0" destOrd="0" presId="urn:microsoft.com/office/officeart/2005/8/layout/vList2"/>
    <dgm:cxn modelId="{5B8D73C4-310B-124B-A1C5-DEE8CD40FF2B}" type="presOf" srcId="{281E3056-852F-41B8-B889-D58138A16017}" destId="{CFF53720-E02B-2348-A145-B77B7EA2CCB7}" srcOrd="0" destOrd="0" presId="urn:microsoft.com/office/officeart/2005/8/layout/vList2"/>
    <dgm:cxn modelId="{6B821BE2-F450-F940-A7D5-62F4E089FD9C}" type="presOf" srcId="{D992EEFF-2985-43F1-8FC6-767A5FC83054}" destId="{963360CB-14F2-A240-80FC-E4D86C7F9770}" srcOrd="0" destOrd="0" presId="urn:microsoft.com/office/officeart/2005/8/layout/vList2"/>
    <dgm:cxn modelId="{3EBBA3EC-D303-6949-9223-E675689205BD}" type="presOf" srcId="{FCB3279A-C577-4BAA-87D6-181A4A499F53}" destId="{23692EC5-FAA3-0741-A680-357024572313}" srcOrd="0" destOrd="0" presId="urn:microsoft.com/office/officeart/2005/8/layout/vList2"/>
    <dgm:cxn modelId="{E4073CEF-A72D-49BD-BF5E-57A9B237FE5B}" srcId="{339494D4-1D3F-4CE0-9F12-38AF12614D7F}" destId="{A766C57A-30B2-45D8-93D8-94EF9ECE6715}" srcOrd="4" destOrd="0" parTransId="{D8BD8EA6-4C0E-4E72-B9E4-603B43AF52B3}" sibTransId="{152BF740-2EAB-4D44-B8C2-5C28EC0F19B3}"/>
    <dgm:cxn modelId="{864857CE-4C27-7F48-AA25-47B4748C4E50}" type="presParOf" srcId="{D36B1369-8250-4C45-8671-9AB970165840}" destId="{BFBBB358-6616-4E4B-8AA1-CB2977653972}" srcOrd="0" destOrd="0" presId="urn:microsoft.com/office/officeart/2005/8/layout/vList2"/>
    <dgm:cxn modelId="{4E11B812-C604-6D4E-83D0-5FDF45A0B639}" type="presParOf" srcId="{D36B1369-8250-4C45-8671-9AB970165840}" destId="{B0AA31A1-9B4A-9D4B-803E-BDA7C18CEF5A}" srcOrd="1" destOrd="0" presId="urn:microsoft.com/office/officeart/2005/8/layout/vList2"/>
    <dgm:cxn modelId="{40BC2F08-2EFA-5944-9F30-360A28499863}" type="presParOf" srcId="{D36B1369-8250-4C45-8671-9AB970165840}" destId="{97A01A50-D5FA-A945-B898-3DF89D4630B1}" srcOrd="2" destOrd="0" presId="urn:microsoft.com/office/officeart/2005/8/layout/vList2"/>
    <dgm:cxn modelId="{72EDE145-E554-8F40-9B01-2D6DECFE1C53}" type="presParOf" srcId="{D36B1369-8250-4C45-8671-9AB970165840}" destId="{4C2B80E0-7A78-DD4F-A390-FB65D9CE8D96}" srcOrd="3" destOrd="0" presId="urn:microsoft.com/office/officeart/2005/8/layout/vList2"/>
    <dgm:cxn modelId="{C4FE1E44-9806-1945-BF53-E3F1C687FA2E}" type="presParOf" srcId="{D36B1369-8250-4C45-8671-9AB970165840}" destId="{963360CB-14F2-A240-80FC-E4D86C7F9770}" srcOrd="4" destOrd="0" presId="urn:microsoft.com/office/officeart/2005/8/layout/vList2"/>
    <dgm:cxn modelId="{B2B6D325-B695-FB4E-BCFD-8E4BED9CC65A}" type="presParOf" srcId="{D36B1369-8250-4C45-8671-9AB970165840}" destId="{23692EC5-FAA3-0741-A680-357024572313}" srcOrd="5" destOrd="0" presId="urn:microsoft.com/office/officeart/2005/8/layout/vList2"/>
    <dgm:cxn modelId="{0DBC1EDC-315A-D449-98DB-4A699823F66E}" type="presParOf" srcId="{D36B1369-8250-4C45-8671-9AB970165840}" destId="{744D4965-7191-0F40-8B94-BC9841249736}" srcOrd="6" destOrd="0" presId="urn:microsoft.com/office/officeart/2005/8/layout/vList2"/>
    <dgm:cxn modelId="{9D6F697D-83E6-064A-B9B3-71EC61C2A096}" type="presParOf" srcId="{D36B1369-8250-4C45-8671-9AB970165840}" destId="{CFF53720-E02B-2348-A145-B77B7EA2CCB7}" srcOrd="7" destOrd="0" presId="urn:microsoft.com/office/officeart/2005/8/layout/vList2"/>
    <dgm:cxn modelId="{FA1B8ACA-90E9-324D-B996-21F14BEFF7AC}" type="presParOf" srcId="{D36B1369-8250-4C45-8671-9AB970165840}" destId="{EE1B2BB2-7800-0542-BFC6-DE3437F3E3FC}"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A25A80E-3ED7-460D-A00B-C8C561294828}" type="doc">
      <dgm:prSet loTypeId="urn:microsoft.com/office/officeart/2005/8/layout/hierarchy3" loCatId="list" qsTypeId="urn:microsoft.com/office/officeart/2005/8/quickstyle/simple5" qsCatId="simple" csTypeId="urn:microsoft.com/office/officeart/2005/8/colors/accent2_3" csCatId="accent2" phldr="1"/>
      <dgm:spPr/>
      <dgm:t>
        <a:bodyPr/>
        <a:lstStyle/>
        <a:p>
          <a:endParaRPr lang="en-US"/>
        </a:p>
      </dgm:t>
    </dgm:pt>
    <dgm:pt modelId="{4CC92B66-1862-47D6-A565-4876A3C6A4F4}">
      <dgm:prSet/>
      <dgm:spPr/>
      <dgm:t>
        <a:bodyPr/>
        <a:lstStyle/>
        <a:p>
          <a:r>
            <a:rPr lang="en-US" dirty="0"/>
            <a:t>1. Inherent safety by design</a:t>
          </a:r>
        </a:p>
      </dgm:t>
    </dgm:pt>
    <dgm:pt modelId="{FD3F19EE-B220-44CD-A3BE-72EC56B135C6}" type="parTrans" cxnId="{DFA267F9-B6FF-4E52-8C20-A6FFB1ED91D4}">
      <dgm:prSet/>
      <dgm:spPr/>
      <dgm:t>
        <a:bodyPr/>
        <a:lstStyle/>
        <a:p>
          <a:endParaRPr lang="en-US"/>
        </a:p>
      </dgm:t>
    </dgm:pt>
    <dgm:pt modelId="{1360A2F8-5F43-4890-B918-A97AFF808808}" type="sibTrans" cxnId="{DFA267F9-B6FF-4E52-8C20-A6FFB1ED91D4}">
      <dgm:prSet/>
      <dgm:spPr/>
      <dgm:t>
        <a:bodyPr/>
        <a:lstStyle/>
        <a:p>
          <a:endParaRPr lang="en-US"/>
        </a:p>
      </dgm:t>
    </dgm:pt>
    <dgm:pt modelId="{A566DF40-7B92-476A-8547-D0A5ACC38566}">
      <dgm:prSet/>
      <dgm:spPr/>
      <dgm:t>
        <a:bodyPr/>
        <a:lstStyle/>
        <a:p>
          <a:r>
            <a:rPr lang="en-US" dirty="0"/>
            <a:t>“Design out”  risks and use errors</a:t>
          </a:r>
        </a:p>
      </dgm:t>
    </dgm:pt>
    <dgm:pt modelId="{28F0A54E-CDE0-4FCA-884C-45DAB96DC0AF}" type="parTrans" cxnId="{17C69F9C-D06F-4415-8E83-BCF6B8676EFB}">
      <dgm:prSet/>
      <dgm:spPr/>
      <dgm:t>
        <a:bodyPr/>
        <a:lstStyle/>
        <a:p>
          <a:endParaRPr lang="en-US"/>
        </a:p>
      </dgm:t>
    </dgm:pt>
    <dgm:pt modelId="{882D4BEB-FF99-4F5D-8FFF-F355B1DD1110}" type="sibTrans" cxnId="{17C69F9C-D06F-4415-8E83-BCF6B8676EFB}">
      <dgm:prSet/>
      <dgm:spPr/>
      <dgm:t>
        <a:bodyPr/>
        <a:lstStyle/>
        <a:p>
          <a:endParaRPr lang="en-US"/>
        </a:p>
      </dgm:t>
    </dgm:pt>
    <dgm:pt modelId="{2CB1CCA0-C36D-45EB-AB03-F540002D3D45}">
      <dgm:prSet/>
      <dgm:spPr/>
      <dgm:t>
        <a:bodyPr/>
        <a:lstStyle/>
        <a:p>
          <a:r>
            <a:rPr lang="en-US" dirty="0"/>
            <a:t>2. Protective measures in design”</a:t>
          </a:r>
        </a:p>
      </dgm:t>
    </dgm:pt>
    <dgm:pt modelId="{67C5A28E-7957-431A-B907-D02BB40BB489}" type="parTrans" cxnId="{97E4855A-1802-4F96-B653-F67FFB52F2CA}">
      <dgm:prSet/>
      <dgm:spPr/>
      <dgm:t>
        <a:bodyPr/>
        <a:lstStyle/>
        <a:p>
          <a:endParaRPr lang="en-US"/>
        </a:p>
      </dgm:t>
    </dgm:pt>
    <dgm:pt modelId="{288FD110-ABDE-40E3-BBDE-6CFA359796CF}" type="sibTrans" cxnId="{97E4855A-1802-4F96-B653-F67FFB52F2CA}">
      <dgm:prSet/>
      <dgm:spPr/>
      <dgm:t>
        <a:bodyPr/>
        <a:lstStyle/>
        <a:p>
          <a:endParaRPr lang="en-US"/>
        </a:p>
      </dgm:t>
    </dgm:pt>
    <dgm:pt modelId="{6DE075B9-1D31-4D14-954A-C5B80E323B39}">
      <dgm:prSet/>
      <dgm:spPr/>
      <dgm:t>
        <a:bodyPr/>
        <a:lstStyle/>
        <a:p>
          <a:r>
            <a:rPr lang="en-US"/>
            <a:t>Warnings</a:t>
          </a:r>
        </a:p>
      </dgm:t>
    </dgm:pt>
    <dgm:pt modelId="{75F3262D-DB62-4ECE-B9BC-C3AD7BAC0DA1}" type="parTrans" cxnId="{93FDED8C-5826-41F4-A720-D747BA7BE929}">
      <dgm:prSet/>
      <dgm:spPr/>
      <dgm:t>
        <a:bodyPr/>
        <a:lstStyle/>
        <a:p>
          <a:endParaRPr lang="en-US"/>
        </a:p>
      </dgm:t>
    </dgm:pt>
    <dgm:pt modelId="{20BBF09E-DB3D-4056-925E-3D1D13A2B1CF}" type="sibTrans" cxnId="{93FDED8C-5826-41F4-A720-D747BA7BE929}">
      <dgm:prSet/>
      <dgm:spPr/>
      <dgm:t>
        <a:bodyPr/>
        <a:lstStyle/>
        <a:p>
          <a:endParaRPr lang="en-US"/>
        </a:p>
      </dgm:t>
    </dgm:pt>
    <dgm:pt modelId="{9E877C33-0501-4A25-BE3E-4DE73403A4B5}">
      <dgm:prSet/>
      <dgm:spPr/>
      <dgm:t>
        <a:bodyPr/>
        <a:lstStyle/>
        <a:p>
          <a:r>
            <a:rPr lang="en-US"/>
            <a:t>Alerts</a:t>
          </a:r>
        </a:p>
      </dgm:t>
    </dgm:pt>
    <dgm:pt modelId="{5ADC3276-33B8-49BA-BA37-6442E3307EE1}" type="parTrans" cxnId="{7710AAF0-D8EA-46B1-A0C6-946F6E4BE27F}">
      <dgm:prSet/>
      <dgm:spPr/>
      <dgm:t>
        <a:bodyPr/>
        <a:lstStyle/>
        <a:p>
          <a:endParaRPr lang="en-US"/>
        </a:p>
      </dgm:t>
    </dgm:pt>
    <dgm:pt modelId="{B4E68865-28F1-4D0F-B3E6-F835BCC2464E}" type="sibTrans" cxnId="{7710AAF0-D8EA-46B1-A0C6-946F6E4BE27F}">
      <dgm:prSet/>
      <dgm:spPr/>
      <dgm:t>
        <a:bodyPr/>
        <a:lstStyle/>
        <a:p>
          <a:endParaRPr lang="en-US"/>
        </a:p>
      </dgm:t>
    </dgm:pt>
    <dgm:pt modelId="{4D0F1B35-A31E-4287-8DB6-E7E30DE70149}">
      <dgm:prSet/>
      <dgm:spPr/>
      <dgm:t>
        <a:bodyPr/>
        <a:lstStyle/>
        <a:p>
          <a:r>
            <a:rPr lang="en-US"/>
            <a:t>Physical safeguards</a:t>
          </a:r>
        </a:p>
      </dgm:t>
    </dgm:pt>
    <dgm:pt modelId="{2B18317B-6AD7-491B-B9C5-9EAB12FC2EDC}" type="parTrans" cxnId="{7D8D9F38-E7E4-44A8-B6FC-5EDEFC085F3A}">
      <dgm:prSet/>
      <dgm:spPr/>
      <dgm:t>
        <a:bodyPr/>
        <a:lstStyle/>
        <a:p>
          <a:endParaRPr lang="en-US"/>
        </a:p>
      </dgm:t>
    </dgm:pt>
    <dgm:pt modelId="{E77FE621-6B18-42B1-91CE-8019A39848FA}" type="sibTrans" cxnId="{7D8D9F38-E7E4-44A8-B6FC-5EDEFC085F3A}">
      <dgm:prSet/>
      <dgm:spPr/>
      <dgm:t>
        <a:bodyPr/>
        <a:lstStyle/>
        <a:p>
          <a:endParaRPr lang="en-US"/>
        </a:p>
      </dgm:t>
    </dgm:pt>
    <dgm:pt modelId="{F832542C-113E-49DD-8EA5-477C7EDAA418}">
      <dgm:prSet/>
      <dgm:spPr/>
      <dgm:t>
        <a:bodyPr/>
        <a:lstStyle/>
        <a:p>
          <a:r>
            <a:rPr lang="en-US" dirty="0"/>
            <a:t>3. Information: </a:t>
          </a:r>
        </a:p>
      </dgm:t>
    </dgm:pt>
    <dgm:pt modelId="{F21D547F-6775-4F87-B821-B5BC149E7369}" type="parTrans" cxnId="{5D25F9C3-1B1A-4B59-AB7A-36ABE975800C}">
      <dgm:prSet/>
      <dgm:spPr/>
      <dgm:t>
        <a:bodyPr/>
        <a:lstStyle/>
        <a:p>
          <a:endParaRPr lang="en-US"/>
        </a:p>
      </dgm:t>
    </dgm:pt>
    <dgm:pt modelId="{819C350A-2EB4-4853-8094-AAA1B3D74107}" type="sibTrans" cxnId="{5D25F9C3-1B1A-4B59-AB7A-36ABE975800C}">
      <dgm:prSet/>
      <dgm:spPr/>
      <dgm:t>
        <a:bodyPr/>
        <a:lstStyle/>
        <a:p>
          <a:endParaRPr lang="en-US"/>
        </a:p>
      </dgm:t>
    </dgm:pt>
    <dgm:pt modelId="{59996951-5C7F-493E-B50C-CA089F73B5FA}">
      <dgm:prSet/>
      <dgm:spPr/>
      <dgm:t>
        <a:bodyPr/>
        <a:lstStyle/>
        <a:p>
          <a:r>
            <a:rPr lang="en-US"/>
            <a:t>User guides</a:t>
          </a:r>
        </a:p>
      </dgm:t>
    </dgm:pt>
    <dgm:pt modelId="{D0EA843A-37E4-4F8E-8F2C-7BAD17473812}" type="parTrans" cxnId="{2650925C-BE03-4F1C-B633-C3A90167237F}">
      <dgm:prSet/>
      <dgm:spPr/>
      <dgm:t>
        <a:bodyPr/>
        <a:lstStyle/>
        <a:p>
          <a:endParaRPr lang="en-US"/>
        </a:p>
      </dgm:t>
    </dgm:pt>
    <dgm:pt modelId="{66305B68-2475-45BD-BD75-720E8B2C0992}" type="sibTrans" cxnId="{2650925C-BE03-4F1C-B633-C3A90167237F}">
      <dgm:prSet/>
      <dgm:spPr/>
      <dgm:t>
        <a:bodyPr/>
        <a:lstStyle/>
        <a:p>
          <a:endParaRPr lang="en-US"/>
        </a:p>
      </dgm:t>
    </dgm:pt>
    <dgm:pt modelId="{0A3E7CC4-EA69-4126-A1CF-012C9F0EEAC2}">
      <dgm:prSet/>
      <dgm:spPr/>
      <dgm:t>
        <a:bodyPr/>
        <a:lstStyle/>
        <a:p>
          <a:r>
            <a:rPr lang="en-US"/>
            <a:t>Warning Labels </a:t>
          </a:r>
        </a:p>
      </dgm:t>
    </dgm:pt>
    <dgm:pt modelId="{06E59D59-42AD-47D4-B1FF-138A1D274FF7}" type="parTrans" cxnId="{A5905148-3994-4D44-A911-6B72EC777245}">
      <dgm:prSet/>
      <dgm:spPr/>
      <dgm:t>
        <a:bodyPr/>
        <a:lstStyle/>
        <a:p>
          <a:endParaRPr lang="en-US"/>
        </a:p>
      </dgm:t>
    </dgm:pt>
    <dgm:pt modelId="{77A5686C-30CA-4CA8-871A-A4FB3895D2E7}" type="sibTrans" cxnId="{A5905148-3994-4D44-A911-6B72EC777245}">
      <dgm:prSet/>
      <dgm:spPr/>
      <dgm:t>
        <a:bodyPr/>
        <a:lstStyle/>
        <a:p>
          <a:endParaRPr lang="en-US"/>
        </a:p>
      </dgm:t>
    </dgm:pt>
    <dgm:pt modelId="{F4F9D54D-DCDE-45C3-8648-2F5BA712027B}">
      <dgm:prSet/>
      <dgm:spPr/>
      <dgm:t>
        <a:bodyPr/>
        <a:lstStyle/>
        <a:p>
          <a:r>
            <a:rPr lang="en-US" dirty="0"/>
            <a:t>Training to avoid Error</a:t>
          </a:r>
        </a:p>
      </dgm:t>
    </dgm:pt>
    <dgm:pt modelId="{9AE5FD43-1A0A-4C73-8744-EADB8FD6EA4B}" type="parTrans" cxnId="{3283BDF4-D782-41AF-B760-DE5CF766E152}">
      <dgm:prSet/>
      <dgm:spPr/>
      <dgm:t>
        <a:bodyPr/>
        <a:lstStyle/>
        <a:p>
          <a:endParaRPr lang="en-US"/>
        </a:p>
      </dgm:t>
    </dgm:pt>
    <dgm:pt modelId="{0247C4D7-1A00-4067-B1B1-49CED947C284}" type="sibTrans" cxnId="{3283BDF4-D782-41AF-B760-DE5CF766E152}">
      <dgm:prSet/>
      <dgm:spPr/>
      <dgm:t>
        <a:bodyPr/>
        <a:lstStyle/>
        <a:p>
          <a:endParaRPr lang="en-US"/>
        </a:p>
      </dgm:t>
    </dgm:pt>
    <dgm:pt modelId="{0F274F30-F716-3D42-AFC3-D08BAB711503}" type="pres">
      <dgm:prSet presAssocID="{CA25A80E-3ED7-460D-A00B-C8C561294828}" presName="diagram" presStyleCnt="0">
        <dgm:presLayoutVars>
          <dgm:chPref val="1"/>
          <dgm:dir/>
          <dgm:animOne val="branch"/>
          <dgm:animLvl val="lvl"/>
          <dgm:resizeHandles/>
        </dgm:presLayoutVars>
      </dgm:prSet>
      <dgm:spPr/>
    </dgm:pt>
    <dgm:pt modelId="{9379FD6A-AAA7-F94C-A2B1-50E0355BC5B1}" type="pres">
      <dgm:prSet presAssocID="{4CC92B66-1862-47D6-A565-4876A3C6A4F4}" presName="root" presStyleCnt="0"/>
      <dgm:spPr/>
    </dgm:pt>
    <dgm:pt modelId="{B136B4F6-1C77-0C4A-85A8-ACCF29A62B9F}" type="pres">
      <dgm:prSet presAssocID="{4CC92B66-1862-47D6-A565-4876A3C6A4F4}" presName="rootComposite" presStyleCnt="0"/>
      <dgm:spPr/>
    </dgm:pt>
    <dgm:pt modelId="{C9E7F839-178D-D249-9C41-1438C6AF4248}" type="pres">
      <dgm:prSet presAssocID="{4CC92B66-1862-47D6-A565-4876A3C6A4F4}" presName="rootText" presStyleLbl="node1" presStyleIdx="0" presStyleCnt="3" custScaleX="164218"/>
      <dgm:spPr/>
    </dgm:pt>
    <dgm:pt modelId="{26937898-80C0-3744-99A0-04330105A2CF}" type="pres">
      <dgm:prSet presAssocID="{4CC92B66-1862-47D6-A565-4876A3C6A4F4}" presName="rootConnector" presStyleLbl="node1" presStyleIdx="0" presStyleCnt="3"/>
      <dgm:spPr/>
    </dgm:pt>
    <dgm:pt modelId="{50D75B59-BD63-C74D-9B2D-C0B7B99632E2}" type="pres">
      <dgm:prSet presAssocID="{4CC92B66-1862-47D6-A565-4876A3C6A4F4}" presName="childShape" presStyleCnt="0"/>
      <dgm:spPr/>
    </dgm:pt>
    <dgm:pt modelId="{D284EF31-76B9-554D-AC3D-0388DFF64AB3}" type="pres">
      <dgm:prSet presAssocID="{28F0A54E-CDE0-4FCA-884C-45DAB96DC0AF}" presName="Name13" presStyleLbl="parChTrans1D2" presStyleIdx="0" presStyleCnt="7"/>
      <dgm:spPr/>
    </dgm:pt>
    <dgm:pt modelId="{145D2FA3-6B00-D946-A3DA-3484A1A52720}" type="pres">
      <dgm:prSet presAssocID="{A566DF40-7B92-476A-8547-D0A5ACC38566}" presName="childText" presStyleLbl="bgAcc1" presStyleIdx="0" presStyleCnt="7">
        <dgm:presLayoutVars>
          <dgm:bulletEnabled val="1"/>
        </dgm:presLayoutVars>
      </dgm:prSet>
      <dgm:spPr/>
    </dgm:pt>
    <dgm:pt modelId="{E00BD042-5C33-C647-90EC-E2126AF5A879}" type="pres">
      <dgm:prSet presAssocID="{2CB1CCA0-C36D-45EB-AB03-F540002D3D45}" presName="root" presStyleCnt="0"/>
      <dgm:spPr/>
    </dgm:pt>
    <dgm:pt modelId="{18EC11ED-3DF4-844C-8224-529F40632A79}" type="pres">
      <dgm:prSet presAssocID="{2CB1CCA0-C36D-45EB-AB03-F540002D3D45}" presName="rootComposite" presStyleCnt="0"/>
      <dgm:spPr/>
    </dgm:pt>
    <dgm:pt modelId="{7262C8B6-A09F-9D40-BE63-F808E3506563}" type="pres">
      <dgm:prSet presAssocID="{2CB1CCA0-C36D-45EB-AB03-F540002D3D45}" presName="rootText" presStyleLbl="node1" presStyleIdx="1" presStyleCnt="3" custScaleX="143707"/>
      <dgm:spPr/>
    </dgm:pt>
    <dgm:pt modelId="{8826AC74-73D8-EE43-945D-EAEF7553F575}" type="pres">
      <dgm:prSet presAssocID="{2CB1CCA0-C36D-45EB-AB03-F540002D3D45}" presName="rootConnector" presStyleLbl="node1" presStyleIdx="1" presStyleCnt="3"/>
      <dgm:spPr/>
    </dgm:pt>
    <dgm:pt modelId="{CC3C01DA-02EF-124A-9D57-B40CD345DED0}" type="pres">
      <dgm:prSet presAssocID="{2CB1CCA0-C36D-45EB-AB03-F540002D3D45}" presName="childShape" presStyleCnt="0"/>
      <dgm:spPr/>
    </dgm:pt>
    <dgm:pt modelId="{EB7A5708-C432-4D44-808B-211A20E39B9F}" type="pres">
      <dgm:prSet presAssocID="{75F3262D-DB62-4ECE-B9BC-C3AD7BAC0DA1}" presName="Name13" presStyleLbl="parChTrans1D2" presStyleIdx="1" presStyleCnt="7"/>
      <dgm:spPr/>
    </dgm:pt>
    <dgm:pt modelId="{AA58B2B9-56D3-1B4C-A201-8DAC7611FC3E}" type="pres">
      <dgm:prSet presAssocID="{6DE075B9-1D31-4D14-954A-C5B80E323B39}" presName="childText" presStyleLbl="bgAcc1" presStyleIdx="1" presStyleCnt="7">
        <dgm:presLayoutVars>
          <dgm:bulletEnabled val="1"/>
        </dgm:presLayoutVars>
      </dgm:prSet>
      <dgm:spPr/>
    </dgm:pt>
    <dgm:pt modelId="{CAF7A124-2B9F-AF4C-85A2-41475CAEE488}" type="pres">
      <dgm:prSet presAssocID="{5ADC3276-33B8-49BA-BA37-6442E3307EE1}" presName="Name13" presStyleLbl="parChTrans1D2" presStyleIdx="2" presStyleCnt="7"/>
      <dgm:spPr/>
    </dgm:pt>
    <dgm:pt modelId="{51DE6BE6-3D4F-BA46-AA66-C4D33C2DD0DE}" type="pres">
      <dgm:prSet presAssocID="{9E877C33-0501-4A25-BE3E-4DE73403A4B5}" presName="childText" presStyleLbl="bgAcc1" presStyleIdx="2" presStyleCnt="7">
        <dgm:presLayoutVars>
          <dgm:bulletEnabled val="1"/>
        </dgm:presLayoutVars>
      </dgm:prSet>
      <dgm:spPr/>
    </dgm:pt>
    <dgm:pt modelId="{DE53D4D4-8C42-7242-83AB-5825AE553762}" type="pres">
      <dgm:prSet presAssocID="{2B18317B-6AD7-491B-B9C5-9EAB12FC2EDC}" presName="Name13" presStyleLbl="parChTrans1D2" presStyleIdx="3" presStyleCnt="7"/>
      <dgm:spPr/>
    </dgm:pt>
    <dgm:pt modelId="{55BD5F2C-8061-E64C-A29F-3AAE710A6CDE}" type="pres">
      <dgm:prSet presAssocID="{4D0F1B35-A31E-4287-8DB6-E7E30DE70149}" presName="childText" presStyleLbl="bgAcc1" presStyleIdx="3" presStyleCnt="7">
        <dgm:presLayoutVars>
          <dgm:bulletEnabled val="1"/>
        </dgm:presLayoutVars>
      </dgm:prSet>
      <dgm:spPr/>
    </dgm:pt>
    <dgm:pt modelId="{2F9A5C93-A793-C94C-A713-D14EF6AFB958}" type="pres">
      <dgm:prSet presAssocID="{F832542C-113E-49DD-8EA5-477C7EDAA418}" presName="root" presStyleCnt="0"/>
      <dgm:spPr/>
    </dgm:pt>
    <dgm:pt modelId="{5D8A02CB-4C04-DF41-805A-7731223BCC7E}" type="pres">
      <dgm:prSet presAssocID="{F832542C-113E-49DD-8EA5-477C7EDAA418}" presName="rootComposite" presStyleCnt="0"/>
      <dgm:spPr/>
    </dgm:pt>
    <dgm:pt modelId="{674D823B-56DD-C042-852A-49A4CF833CA1}" type="pres">
      <dgm:prSet presAssocID="{F832542C-113E-49DD-8EA5-477C7EDAA418}" presName="rootText" presStyleLbl="node1" presStyleIdx="2" presStyleCnt="3" custScaleX="150809"/>
      <dgm:spPr/>
    </dgm:pt>
    <dgm:pt modelId="{EAAD89C3-2DFE-AD4E-8259-CEF1F1599AF5}" type="pres">
      <dgm:prSet presAssocID="{F832542C-113E-49DD-8EA5-477C7EDAA418}" presName="rootConnector" presStyleLbl="node1" presStyleIdx="2" presStyleCnt="3"/>
      <dgm:spPr/>
    </dgm:pt>
    <dgm:pt modelId="{4046D121-B96C-C741-99E2-584711ABA771}" type="pres">
      <dgm:prSet presAssocID="{F832542C-113E-49DD-8EA5-477C7EDAA418}" presName="childShape" presStyleCnt="0"/>
      <dgm:spPr/>
    </dgm:pt>
    <dgm:pt modelId="{8403E6CD-C6AB-3B48-8EB1-8F2171113DFA}" type="pres">
      <dgm:prSet presAssocID="{D0EA843A-37E4-4F8E-8F2C-7BAD17473812}" presName="Name13" presStyleLbl="parChTrans1D2" presStyleIdx="4" presStyleCnt="7"/>
      <dgm:spPr/>
    </dgm:pt>
    <dgm:pt modelId="{E6F2DFEE-A788-2D47-BBC9-24C8C3A181E7}" type="pres">
      <dgm:prSet presAssocID="{59996951-5C7F-493E-B50C-CA089F73B5FA}" presName="childText" presStyleLbl="bgAcc1" presStyleIdx="4" presStyleCnt="7">
        <dgm:presLayoutVars>
          <dgm:bulletEnabled val="1"/>
        </dgm:presLayoutVars>
      </dgm:prSet>
      <dgm:spPr/>
    </dgm:pt>
    <dgm:pt modelId="{0F8D1465-479F-7A4C-9311-AA10EC5B73B3}" type="pres">
      <dgm:prSet presAssocID="{06E59D59-42AD-47D4-B1FF-138A1D274FF7}" presName="Name13" presStyleLbl="parChTrans1D2" presStyleIdx="5" presStyleCnt="7"/>
      <dgm:spPr/>
    </dgm:pt>
    <dgm:pt modelId="{7570F216-9E26-6F48-A8C2-058EDFD433F7}" type="pres">
      <dgm:prSet presAssocID="{0A3E7CC4-EA69-4126-A1CF-012C9F0EEAC2}" presName="childText" presStyleLbl="bgAcc1" presStyleIdx="5" presStyleCnt="7">
        <dgm:presLayoutVars>
          <dgm:bulletEnabled val="1"/>
        </dgm:presLayoutVars>
      </dgm:prSet>
      <dgm:spPr/>
    </dgm:pt>
    <dgm:pt modelId="{C16F0994-BF9C-284C-ABED-E7DC81847F46}" type="pres">
      <dgm:prSet presAssocID="{9AE5FD43-1A0A-4C73-8744-EADB8FD6EA4B}" presName="Name13" presStyleLbl="parChTrans1D2" presStyleIdx="6" presStyleCnt="7"/>
      <dgm:spPr/>
    </dgm:pt>
    <dgm:pt modelId="{30AEB0D0-4A68-D947-BA25-36B2B4942740}" type="pres">
      <dgm:prSet presAssocID="{F4F9D54D-DCDE-45C3-8648-2F5BA712027B}" presName="childText" presStyleLbl="bgAcc1" presStyleIdx="6" presStyleCnt="7">
        <dgm:presLayoutVars>
          <dgm:bulletEnabled val="1"/>
        </dgm:presLayoutVars>
      </dgm:prSet>
      <dgm:spPr/>
    </dgm:pt>
  </dgm:ptLst>
  <dgm:cxnLst>
    <dgm:cxn modelId="{1BA4FC02-C576-7F41-8D01-F634D5303D9B}" type="presOf" srcId="{4CC92B66-1862-47D6-A565-4876A3C6A4F4}" destId="{26937898-80C0-3744-99A0-04330105A2CF}" srcOrd="1" destOrd="0" presId="urn:microsoft.com/office/officeart/2005/8/layout/hierarchy3"/>
    <dgm:cxn modelId="{92E9BE05-E850-FC41-BF9F-17346230CA1E}" type="presOf" srcId="{A566DF40-7B92-476A-8547-D0A5ACC38566}" destId="{145D2FA3-6B00-D946-A3DA-3484A1A52720}" srcOrd="0" destOrd="0" presId="urn:microsoft.com/office/officeart/2005/8/layout/hierarchy3"/>
    <dgm:cxn modelId="{ADC66E1C-968D-6C40-8712-C5E19CBC783E}" type="presOf" srcId="{59996951-5C7F-493E-B50C-CA089F73B5FA}" destId="{E6F2DFEE-A788-2D47-BBC9-24C8C3A181E7}" srcOrd="0" destOrd="0" presId="urn:microsoft.com/office/officeart/2005/8/layout/hierarchy3"/>
    <dgm:cxn modelId="{CE0BBA1E-A3BC-BA4B-A745-CE2A4384CD85}" type="presOf" srcId="{F832542C-113E-49DD-8EA5-477C7EDAA418}" destId="{674D823B-56DD-C042-852A-49A4CF833CA1}" srcOrd="0" destOrd="0" presId="urn:microsoft.com/office/officeart/2005/8/layout/hierarchy3"/>
    <dgm:cxn modelId="{9706D91F-318F-504E-9884-B2D5F1833ED1}" type="presOf" srcId="{2CB1CCA0-C36D-45EB-AB03-F540002D3D45}" destId="{8826AC74-73D8-EE43-945D-EAEF7553F575}" srcOrd="1" destOrd="0" presId="urn:microsoft.com/office/officeart/2005/8/layout/hierarchy3"/>
    <dgm:cxn modelId="{3D868821-99DE-AA40-A635-CCF2BD2E895F}" type="presOf" srcId="{4CC92B66-1862-47D6-A565-4876A3C6A4F4}" destId="{C9E7F839-178D-D249-9C41-1438C6AF4248}" srcOrd="0" destOrd="0" presId="urn:microsoft.com/office/officeart/2005/8/layout/hierarchy3"/>
    <dgm:cxn modelId="{7D8D9F38-E7E4-44A8-B6FC-5EDEFC085F3A}" srcId="{2CB1CCA0-C36D-45EB-AB03-F540002D3D45}" destId="{4D0F1B35-A31E-4287-8DB6-E7E30DE70149}" srcOrd="2" destOrd="0" parTransId="{2B18317B-6AD7-491B-B9C5-9EAB12FC2EDC}" sibTransId="{E77FE621-6B18-42B1-91CE-8019A39848FA}"/>
    <dgm:cxn modelId="{A5905148-3994-4D44-A911-6B72EC777245}" srcId="{F832542C-113E-49DD-8EA5-477C7EDAA418}" destId="{0A3E7CC4-EA69-4126-A1CF-012C9F0EEAC2}" srcOrd="1" destOrd="0" parTransId="{06E59D59-42AD-47D4-B1FF-138A1D274FF7}" sibTransId="{77A5686C-30CA-4CA8-871A-A4FB3895D2E7}"/>
    <dgm:cxn modelId="{153FFC48-9536-7B46-BA4D-E5195B9E0289}" type="presOf" srcId="{5ADC3276-33B8-49BA-BA37-6442E3307EE1}" destId="{CAF7A124-2B9F-AF4C-85A2-41475CAEE488}" srcOrd="0" destOrd="0" presId="urn:microsoft.com/office/officeart/2005/8/layout/hierarchy3"/>
    <dgm:cxn modelId="{55433150-148A-D34D-AE52-B13F7AE79BAE}" type="presOf" srcId="{28F0A54E-CDE0-4FCA-884C-45DAB96DC0AF}" destId="{D284EF31-76B9-554D-AC3D-0388DFF64AB3}" srcOrd="0" destOrd="0" presId="urn:microsoft.com/office/officeart/2005/8/layout/hierarchy3"/>
    <dgm:cxn modelId="{97E4855A-1802-4F96-B653-F67FFB52F2CA}" srcId="{CA25A80E-3ED7-460D-A00B-C8C561294828}" destId="{2CB1CCA0-C36D-45EB-AB03-F540002D3D45}" srcOrd="1" destOrd="0" parTransId="{67C5A28E-7957-431A-B907-D02BB40BB489}" sibTransId="{288FD110-ABDE-40E3-BBDE-6CFA359796CF}"/>
    <dgm:cxn modelId="{2650925C-BE03-4F1C-B633-C3A90167237F}" srcId="{F832542C-113E-49DD-8EA5-477C7EDAA418}" destId="{59996951-5C7F-493E-B50C-CA089F73B5FA}" srcOrd="0" destOrd="0" parTransId="{D0EA843A-37E4-4F8E-8F2C-7BAD17473812}" sibTransId="{66305B68-2475-45BD-BD75-720E8B2C0992}"/>
    <dgm:cxn modelId="{46C83A5F-0CDA-C546-B402-514EA708823F}" type="presOf" srcId="{CA25A80E-3ED7-460D-A00B-C8C561294828}" destId="{0F274F30-F716-3D42-AFC3-D08BAB711503}" srcOrd="0" destOrd="0" presId="urn:microsoft.com/office/officeart/2005/8/layout/hierarchy3"/>
    <dgm:cxn modelId="{4F78C663-D573-A947-94DB-C6BB058D50A7}" type="presOf" srcId="{6DE075B9-1D31-4D14-954A-C5B80E323B39}" destId="{AA58B2B9-56D3-1B4C-A201-8DAC7611FC3E}" srcOrd="0" destOrd="0" presId="urn:microsoft.com/office/officeart/2005/8/layout/hierarchy3"/>
    <dgm:cxn modelId="{C6FEA765-32C8-2741-B393-F2790B67A193}" type="presOf" srcId="{F4F9D54D-DCDE-45C3-8648-2F5BA712027B}" destId="{30AEB0D0-4A68-D947-BA25-36B2B4942740}" srcOrd="0" destOrd="0" presId="urn:microsoft.com/office/officeart/2005/8/layout/hierarchy3"/>
    <dgm:cxn modelId="{F0450B67-FADA-FD48-8DBB-083664886B50}" type="presOf" srcId="{D0EA843A-37E4-4F8E-8F2C-7BAD17473812}" destId="{8403E6CD-C6AB-3B48-8EB1-8F2171113DFA}" srcOrd="0" destOrd="0" presId="urn:microsoft.com/office/officeart/2005/8/layout/hierarchy3"/>
    <dgm:cxn modelId="{2AC2876B-FC15-2A43-AABB-5ED216A093DE}" type="presOf" srcId="{F832542C-113E-49DD-8EA5-477C7EDAA418}" destId="{EAAD89C3-2DFE-AD4E-8259-CEF1F1599AF5}" srcOrd="1" destOrd="0" presId="urn:microsoft.com/office/officeart/2005/8/layout/hierarchy3"/>
    <dgm:cxn modelId="{0732FD7F-DE14-5041-B3F9-3FEC6E074FF7}" type="presOf" srcId="{9E877C33-0501-4A25-BE3E-4DE73403A4B5}" destId="{51DE6BE6-3D4F-BA46-AA66-C4D33C2DD0DE}" srcOrd="0" destOrd="0" presId="urn:microsoft.com/office/officeart/2005/8/layout/hierarchy3"/>
    <dgm:cxn modelId="{93FDED8C-5826-41F4-A720-D747BA7BE929}" srcId="{2CB1CCA0-C36D-45EB-AB03-F540002D3D45}" destId="{6DE075B9-1D31-4D14-954A-C5B80E323B39}" srcOrd="0" destOrd="0" parTransId="{75F3262D-DB62-4ECE-B9BC-C3AD7BAC0DA1}" sibTransId="{20BBF09E-DB3D-4056-925E-3D1D13A2B1CF}"/>
    <dgm:cxn modelId="{17C69F9C-D06F-4415-8E83-BCF6B8676EFB}" srcId="{4CC92B66-1862-47D6-A565-4876A3C6A4F4}" destId="{A566DF40-7B92-476A-8547-D0A5ACC38566}" srcOrd="0" destOrd="0" parTransId="{28F0A54E-CDE0-4FCA-884C-45DAB96DC0AF}" sibTransId="{882D4BEB-FF99-4F5D-8FFF-F355B1DD1110}"/>
    <dgm:cxn modelId="{B6FFF8A8-0340-DE43-9D12-F99B8B15DBD3}" type="presOf" srcId="{06E59D59-42AD-47D4-B1FF-138A1D274FF7}" destId="{0F8D1465-479F-7A4C-9311-AA10EC5B73B3}" srcOrd="0" destOrd="0" presId="urn:microsoft.com/office/officeart/2005/8/layout/hierarchy3"/>
    <dgm:cxn modelId="{FA4E5AAE-2358-3642-B7B5-65F4897656CD}" type="presOf" srcId="{4D0F1B35-A31E-4287-8DB6-E7E30DE70149}" destId="{55BD5F2C-8061-E64C-A29F-3AAE710A6CDE}" srcOrd="0" destOrd="0" presId="urn:microsoft.com/office/officeart/2005/8/layout/hierarchy3"/>
    <dgm:cxn modelId="{A2AA99BA-BB2B-5344-8194-F6E20A4F0AAF}" type="presOf" srcId="{9AE5FD43-1A0A-4C73-8744-EADB8FD6EA4B}" destId="{C16F0994-BF9C-284C-ABED-E7DC81847F46}" srcOrd="0" destOrd="0" presId="urn:microsoft.com/office/officeart/2005/8/layout/hierarchy3"/>
    <dgm:cxn modelId="{5D25F9C3-1B1A-4B59-AB7A-36ABE975800C}" srcId="{CA25A80E-3ED7-460D-A00B-C8C561294828}" destId="{F832542C-113E-49DD-8EA5-477C7EDAA418}" srcOrd="2" destOrd="0" parTransId="{F21D547F-6775-4F87-B821-B5BC149E7369}" sibTransId="{819C350A-2EB4-4853-8094-AAA1B3D74107}"/>
    <dgm:cxn modelId="{695E11D4-5FC7-8147-847E-E8A16B28433E}" type="presOf" srcId="{0A3E7CC4-EA69-4126-A1CF-012C9F0EEAC2}" destId="{7570F216-9E26-6F48-A8C2-058EDFD433F7}" srcOrd="0" destOrd="0" presId="urn:microsoft.com/office/officeart/2005/8/layout/hierarchy3"/>
    <dgm:cxn modelId="{C5857EDC-29E3-7841-A757-ACE36C66FE9E}" type="presOf" srcId="{75F3262D-DB62-4ECE-B9BC-C3AD7BAC0DA1}" destId="{EB7A5708-C432-4D44-808B-211A20E39B9F}" srcOrd="0" destOrd="0" presId="urn:microsoft.com/office/officeart/2005/8/layout/hierarchy3"/>
    <dgm:cxn modelId="{C22BACE9-8E60-534D-8BB9-D08BED5C69A6}" type="presOf" srcId="{2B18317B-6AD7-491B-B9C5-9EAB12FC2EDC}" destId="{DE53D4D4-8C42-7242-83AB-5825AE553762}" srcOrd="0" destOrd="0" presId="urn:microsoft.com/office/officeart/2005/8/layout/hierarchy3"/>
    <dgm:cxn modelId="{7710AAF0-D8EA-46B1-A0C6-946F6E4BE27F}" srcId="{2CB1CCA0-C36D-45EB-AB03-F540002D3D45}" destId="{9E877C33-0501-4A25-BE3E-4DE73403A4B5}" srcOrd="1" destOrd="0" parTransId="{5ADC3276-33B8-49BA-BA37-6442E3307EE1}" sibTransId="{B4E68865-28F1-4D0F-B3E6-F835BCC2464E}"/>
    <dgm:cxn modelId="{3283BDF4-D782-41AF-B760-DE5CF766E152}" srcId="{F832542C-113E-49DD-8EA5-477C7EDAA418}" destId="{F4F9D54D-DCDE-45C3-8648-2F5BA712027B}" srcOrd="2" destOrd="0" parTransId="{9AE5FD43-1A0A-4C73-8744-EADB8FD6EA4B}" sibTransId="{0247C4D7-1A00-4067-B1B1-49CED947C284}"/>
    <dgm:cxn modelId="{6D607BF8-0B01-7D46-A410-1231FE292F83}" type="presOf" srcId="{2CB1CCA0-C36D-45EB-AB03-F540002D3D45}" destId="{7262C8B6-A09F-9D40-BE63-F808E3506563}" srcOrd="0" destOrd="0" presId="urn:microsoft.com/office/officeart/2005/8/layout/hierarchy3"/>
    <dgm:cxn modelId="{DFA267F9-B6FF-4E52-8C20-A6FFB1ED91D4}" srcId="{CA25A80E-3ED7-460D-A00B-C8C561294828}" destId="{4CC92B66-1862-47D6-A565-4876A3C6A4F4}" srcOrd="0" destOrd="0" parTransId="{FD3F19EE-B220-44CD-A3BE-72EC56B135C6}" sibTransId="{1360A2F8-5F43-4890-B918-A97AFF808808}"/>
    <dgm:cxn modelId="{1901324F-0A51-EC41-BC20-8745B1F75CF3}" type="presParOf" srcId="{0F274F30-F716-3D42-AFC3-D08BAB711503}" destId="{9379FD6A-AAA7-F94C-A2B1-50E0355BC5B1}" srcOrd="0" destOrd="0" presId="urn:microsoft.com/office/officeart/2005/8/layout/hierarchy3"/>
    <dgm:cxn modelId="{9C953552-8050-3E4D-9A4C-DE040521F748}" type="presParOf" srcId="{9379FD6A-AAA7-F94C-A2B1-50E0355BC5B1}" destId="{B136B4F6-1C77-0C4A-85A8-ACCF29A62B9F}" srcOrd="0" destOrd="0" presId="urn:microsoft.com/office/officeart/2005/8/layout/hierarchy3"/>
    <dgm:cxn modelId="{89E12D05-069F-874C-A322-8827EF1C400F}" type="presParOf" srcId="{B136B4F6-1C77-0C4A-85A8-ACCF29A62B9F}" destId="{C9E7F839-178D-D249-9C41-1438C6AF4248}" srcOrd="0" destOrd="0" presId="urn:microsoft.com/office/officeart/2005/8/layout/hierarchy3"/>
    <dgm:cxn modelId="{8FF4B9E8-345A-3640-B86B-9F8B18907EC8}" type="presParOf" srcId="{B136B4F6-1C77-0C4A-85A8-ACCF29A62B9F}" destId="{26937898-80C0-3744-99A0-04330105A2CF}" srcOrd="1" destOrd="0" presId="urn:microsoft.com/office/officeart/2005/8/layout/hierarchy3"/>
    <dgm:cxn modelId="{69D5FC0F-54F3-7C45-8FB9-ED7C934902F8}" type="presParOf" srcId="{9379FD6A-AAA7-F94C-A2B1-50E0355BC5B1}" destId="{50D75B59-BD63-C74D-9B2D-C0B7B99632E2}" srcOrd="1" destOrd="0" presId="urn:microsoft.com/office/officeart/2005/8/layout/hierarchy3"/>
    <dgm:cxn modelId="{7BCFD4D9-F270-044A-9B5E-3CE88A9FDC0B}" type="presParOf" srcId="{50D75B59-BD63-C74D-9B2D-C0B7B99632E2}" destId="{D284EF31-76B9-554D-AC3D-0388DFF64AB3}" srcOrd="0" destOrd="0" presId="urn:microsoft.com/office/officeart/2005/8/layout/hierarchy3"/>
    <dgm:cxn modelId="{4DC055A4-A9BF-C549-8EE1-9C52D9F864D6}" type="presParOf" srcId="{50D75B59-BD63-C74D-9B2D-C0B7B99632E2}" destId="{145D2FA3-6B00-D946-A3DA-3484A1A52720}" srcOrd="1" destOrd="0" presId="urn:microsoft.com/office/officeart/2005/8/layout/hierarchy3"/>
    <dgm:cxn modelId="{F94DD777-B407-0D47-AE6D-C517F22B4131}" type="presParOf" srcId="{0F274F30-F716-3D42-AFC3-D08BAB711503}" destId="{E00BD042-5C33-C647-90EC-E2126AF5A879}" srcOrd="1" destOrd="0" presId="urn:microsoft.com/office/officeart/2005/8/layout/hierarchy3"/>
    <dgm:cxn modelId="{42F93649-EF3E-FB4C-B64A-8DF531CA4E94}" type="presParOf" srcId="{E00BD042-5C33-C647-90EC-E2126AF5A879}" destId="{18EC11ED-3DF4-844C-8224-529F40632A79}" srcOrd="0" destOrd="0" presId="urn:microsoft.com/office/officeart/2005/8/layout/hierarchy3"/>
    <dgm:cxn modelId="{D903F5DA-A6F2-6444-B0A7-33CF00DAEA38}" type="presParOf" srcId="{18EC11ED-3DF4-844C-8224-529F40632A79}" destId="{7262C8B6-A09F-9D40-BE63-F808E3506563}" srcOrd="0" destOrd="0" presId="urn:microsoft.com/office/officeart/2005/8/layout/hierarchy3"/>
    <dgm:cxn modelId="{2C8468EA-012A-CA4D-8D35-CF77DC9699DB}" type="presParOf" srcId="{18EC11ED-3DF4-844C-8224-529F40632A79}" destId="{8826AC74-73D8-EE43-945D-EAEF7553F575}" srcOrd="1" destOrd="0" presId="urn:microsoft.com/office/officeart/2005/8/layout/hierarchy3"/>
    <dgm:cxn modelId="{C04B23FF-5FC8-FF43-82FB-12B9E3AFFF5E}" type="presParOf" srcId="{E00BD042-5C33-C647-90EC-E2126AF5A879}" destId="{CC3C01DA-02EF-124A-9D57-B40CD345DED0}" srcOrd="1" destOrd="0" presId="urn:microsoft.com/office/officeart/2005/8/layout/hierarchy3"/>
    <dgm:cxn modelId="{33019508-E484-7C48-82DD-369E00F19652}" type="presParOf" srcId="{CC3C01DA-02EF-124A-9D57-B40CD345DED0}" destId="{EB7A5708-C432-4D44-808B-211A20E39B9F}" srcOrd="0" destOrd="0" presId="urn:microsoft.com/office/officeart/2005/8/layout/hierarchy3"/>
    <dgm:cxn modelId="{92D81B41-114F-9448-B612-B1363A5E6330}" type="presParOf" srcId="{CC3C01DA-02EF-124A-9D57-B40CD345DED0}" destId="{AA58B2B9-56D3-1B4C-A201-8DAC7611FC3E}" srcOrd="1" destOrd="0" presId="urn:microsoft.com/office/officeart/2005/8/layout/hierarchy3"/>
    <dgm:cxn modelId="{348CA136-4672-2342-B24C-E422A7B84A22}" type="presParOf" srcId="{CC3C01DA-02EF-124A-9D57-B40CD345DED0}" destId="{CAF7A124-2B9F-AF4C-85A2-41475CAEE488}" srcOrd="2" destOrd="0" presId="urn:microsoft.com/office/officeart/2005/8/layout/hierarchy3"/>
    <dgm:cxn modelId="{F882EDE4-A80C-6D40-9F92-572BBB44FF5E}" type="presParOf" srcId="{CC3C01DA-02EF-124A-9D57-B40CD345DED0}" destId="{51DE6BE6-3D4F-BA46-AA66-C4D33C2DD0DE}" srcOrd="3" destOrd="0" presId="urn:microsoft.com/office/officeart/2005/8/layout/hierarchy3"/>
    <dgm:cxn modelId="{BBC43F34-955D-324D-9039-19667FD16A68}" type="presParOf" srcId="{CC3C01DA-02EF-124A-9D57-B40CD345DED0}" destId="{DE53D4D4-8C42-7242-83AB-5825AE553762}" srcOrd="4" destOrd="0" presId="urn:microsoft.com/office/officeart/2005/8/layout/hierarchy3"/>
    <dgm:cxn modelId="{5228CB83-2B77-B741-869B-CF5AC46C296A}" type="presParOf" srcId="{CC3C01DA-02EF-124A-9D57-B40CD345DED0}" destId="{55BD5F2C-8061-E64C-A29F-3AAE710A6CDE}" srcOrd="5" destOrd="0" presId="urn:microsoft.com/office/officeart/2005/8/layout/hierarchy3"/>
    <dgm:cxn modelId="{0A5A8011-8334-364D-9B6C-3C2A363611FB}" type="presParOf" srcId="{0F274F30-F716-3D42-AFC3-D08BAB711503}" destId="{2F9A5C93-A793-C94C-A713-D14EF6AFB958}" srcOrd="2" destOrd="0" presId="urn:microsoft.com/office/officeart/2005/8/layout/hierarchy3"/>
    <dgm:cxn modelId="{026F7AF3-DFC5-F74D-B2CC-F8F5CF778E44}" type="presParOf" srcId="{2F9A5C93-A793-C94C-A713-D14EF6AFB958}" destId="{5D8A02CB-4C04-DF41-805A-7731223BCC7E}" srcOrd="0" destOrd="0" presId="urn:microsoft.com/office/officeart/2005/8/layout/hierarchy3"/>
    <dgm:cxn modelId="{C95FF45B-8BB7-AC47-B11B-7E8A1855BA25}" type="presParOf" srcId="{5D8A02CB-4C04-DF41-805A-7731223BCC7E}" destId="{674D823B-56DD-C042-852A-49A4CF833CA1}" srcOrd="0" destOrd="0" presId="urn:microsoft.com/office/officeart/2005/8/layout/hierarchy3"/>
    <dgm:cxn modelId="{BE5F401C-5F63-884A-A0B5-BE658DFE4D14}" type="presParOf" srcId="{5D8A02CB-4C04-DF41-805A-7731223BCC7E}" destId="{EAAD89C3-2DFE-AD4E-8259-CEF1F1599AF5}" srcOrd="1" destOrd="0" presId="urn:microsoft.com/office/officeart/2005/8/layout/hierarchy3"/>
    <dgm:cxn modelId="{2C0BD63C-B282-F941-9C99-9E1D68B304EC}" type="presParOf" srcId="{2F9A5C93-A793-C94C-A713-D14EF6AFB958}" destId="{4046D121-B96C-C741-99E2-584711ABA771}" srcOrd="1" destOrd="0" presId="urn:microsoft.com/office/officeart/2005/8/layout/hierarchy3"/>
    <dgm:cxn modelId="{BE916E16-DC75-EB4B-B391-85C803FCA866}" type="presParOf" srcId="{4046D121-B96C-C741-99E2-584711ABA771}" destId="{8403E6CD-C6AB-3B48-8EB1-8F2171113DFA}" srcOrd="0" destOrd="0" presId="urn:microsoft.com/office/officeart/2005/8/layout/hierarchy3"/>
    <dgm:cxn modelId="{1B7BEC1B-C3BC-7646-B6AD-A24DC1F06210}" type="presParOf" srcId="{4046D121-B96C-C741-99E2-584711ABA771}" destId="{E6F2DFEE-A788-2D47-BBC9-24C8C3A181E7}" srcOrd="1" destOrd="0" presId="urn:microsoft.com/office/officeart/2005/8/layout/hierarchy3"/>
    <dgm:cxn modelId="{054A691A-47F6-684D-B95C-0AAD750A38C2}" type="presParOf" srcId="{4046D121-B96C-C741-99E2-584711ABA771}" destId="{0F8D1465-479F-7A4C-9311-AA10EC5B73B3}" srcOrd="2" destOrd="0" presId="urn:microsoft.com/office/officeart/2005/8/layout/hierarchy3"/>
    <dgm:cxn modelId="{CC393436-219F-0E4F-84D9-38C3A9B2C799}" type="presParOf" srcId="{4046D121-B96C-C741-99E2-584711ABA771}" destId="{7570F216-9E26-6F48-A8C2-058EDFD433F7}" srcOrd="3" destOrd="0" presId="urn:microsoft.com/office/officeart/2005/8/layout/hierarchy3"/>
    <dgm:cxn modelId="{DF8CF4EF-15B8-1F42-A898-197365A49AF0}" type="presParOf" srcId="{4046D121-B96C-C741-99E2-584711ABA771}" destId="{C16F0994-BF9C-284C-ABED-E7DC81847F46}" srcOrd="4" destOrd="0" presId="urn:microsoft.com/office/officeart/2005/8/layout/hierarchy3"/>
    <dgm:cxn modelId="{5770A96D-91C8-F946-8763-873D06566476}" type="presParOf" srcId="{4046D121-B96C-C741-99E2-584711ABA771}" destId="{30AEB0D0-4A68-D947-BA25-36B2B4942740}"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A25A80E-3ED7-460D-A00B-C8C561294828}" type="doc">
      <dgm:prSet loTypeId="urn:microsoft.com/office/officeart/2005/8/layout/hierarchy3" loCatId="list" qsTypeId="urn:microsoft.com/office/officeart/2005/8/quickstyle/simple1" qsCatId="simple" csTypeId="urn:microsoft.com/office/officeart/2005/8/colors/accent2_3" csCatId="accent2"/>
      <dgm:spPr/>
      <dgm:t>
        <a:bodyPr/>
        <a:lstStyle/>
        <a:p>
          <a:endParaRPr lang="en-US"/>
        </a:p>
      </dgm:t>
    </dgm:pt>
    <dgm:pt modelId="{4CC92B66-1862-47D6-A565-4876A3C6A4F4}">
      <dgm:prSet/>
      <dgm:spPr/>
      <dgm:t>
        <a:bodyPr/>
        <a:lstStyle/>
        <a:p>
          <a:r>
            <a:rPr lang="en-US" dirty="0"/>
            <a:t>Inherent safety by design</a:t>
          </a:r>
        </a:p>
      </dgm:t>
    </dgm:pt>
    <dgm:pt modelId="{FD3F19EE-B220-44CD-A3BE-72EC56B135C6}" type="parTrans" cxnId="{DFA267F9-B6FF-4E52-8C20-A6FFB1ED91D4}">
      <dgm:prSet/>
      <dgm:spPr/>
      <dgm:t>
        <a:bodyPr/>
        <a:lstStyle/>
        <a:p>
          <a:endParaRPr lang="en-US"/>
        </a:p>
      </dgm:t>
    </dgm:pt>
    <dgm:pt modelId="{1360A2F8-5F43-4890-B918-A97AFF808808}" type="sibTrans" cxnId="{DFA267F9-B6FF-4E52-8C20-A6FFB1ED91D4}">
      <dgm:prSet/>
      <dgm:spPr/>
      <dgm:t>
        <a:bodyPr/>
        <a:lstStyle/>
        <a:p>
          <a:endParaRPr lang="en-US"/>
        </a:p>
      </dgm:t>
    </dgm:pt>
    <dgm:pt modelId="{A566DF40-7B92-476A-8547-D0A5ACC38566}">
      <dgm:prSet/>
      <dgm:spPr/>
      <dgm:t>
        <a:bodyPr/>
        <a:lstStyle/>
        <a:p>
          <a:r>
            <a:rPr lang="en-US" dirty="0"/>
            <a:t>“Design out”  risks and use errors</a:t>
          </a:r>
        </a:p>
      </dgm:t>
    </dgm:pt>
    <dgm:pt modelId="{28F0A54E-CDE0-4FCA-884C-45DAB96DC0AF}" type="parTrans" cxnId="{17C69F9C-D06F-4415-8E83-BCF6B8676EFB}">
      <dgm:prSet/>
      <dgm:spPr/>
      <dgm:t>
        <a:bodyPr/>
        <a:lstStyle/>
        <a:p>
          <a:endParaRPr lang="en-US"/>
        </a:p>
      </dgm:t>
    </dgm:pt>
    <dgm:pt modelId="{882D4BEB-FF99-4F5D-8FFF-F355B1DD1110}" type="sibTrans" cxnId="{17C69F9C-D06F-4415-8E83-BCF6B8676EFB}">
      <dgm:prSet/>
      <dgm:spPr/>
      <dgm:t>
        <a:bodyPr/>
        <a:lstStyle/>
        <a:p>
          <a:endParaRPr lang="en-US"/>
        </a:p>
      </dgm:t>
    </dgm:pt>
    <dgm:pt modelId="{2CB1CCA0-C36D-45EB-AB03-F540002D3D45}">
      <dgm:prSet/>
      <dgm:spPr/>
      <dgm:t>
        <a:bodyPr/>
        <a:lstStyle/>
        <a:p>
          <a:r>
            <a:rPr lang="en-US"/>
            <a:t>Protective measures in design”</a:t>
          </a:r>
        </a:p>
      </dgm:t>
    </dgm:pt>
    <dgm:pt modelId="{67C5A28E-7957-431A-B907-D02BB40BB489}" type="parTrans" cxnId="{97E4855A-1802-4F96-B653-F67FFB52F2CA}">
      <dgm:prSet/>
      <dgm:spPr/>
      <dgm:t>
        <a:bodyPr/>
        <a:lstStyle/>
        <a:p>
          <a:endParaRPr lang="en-US"/>
        </a:p>
      </dgm:t>
    </dgm:pt>
    <dgm:pt modelId="{288FD110-ABDE-40E3-BBDE-6CFA359796CF}" type="sibTrans" cxnId="{97E4855A-1802-4F96-B653-F67FFB52F2CA}">
      <dgm:prSet/>
      <dgm:spPr/>
      <dgm:t>
        <a:bodyPr/>
        <a:lstStyle/>
        <a:p>
          <a:endParaRPr lang="en-US"/>
        </a:p>
      </dgm:t>
    </dgm:pt>
    <dgm:pt modelId="{6DE075B9-1D31-4D14-954A-C5B80E323B39}">
      <dgm:prSet/>
      <dgm:spPr/>
      <dgm:t>
        <a:bodyPr/>
        <a:lstStyle/>
        <a:p>
          <a:r>
            <a:rPr lang="en-US"/>
            <a:t>Warnings</a:t>
          </a:r>
        </a:p>
      </dgm:t>
    </dgm:pt>
    <dgm:pt modelId="{75F3262D-DB62-4ECE-B9BC-C3AD7BAC0DA1}" type="parTrans" cxnId="{93FDED8C-5826-41F4-A720-D747BA7BE929}">
      <dgm:prSet/>
      <dgm:spPr/>
      <dgm:t>
        <a:bodyPr/>
        <a:lstStyle/>
        <a:p>
          <a:endParaRPr lang="en-US"/>
        </a:p>
      </dgm:t>
    </dgm:pt>
    <dgm:pt modelId="{20BBF09E-DB3D-4056-925E-3D1D13A2B1CF}" type="sibTrans" cxnId="{93FDED8C-5826-41F4-A720-D747BA7BE929}">
      <dgm:prSet/>
      <dgm:spPr/>
      <dgm:t>
        <a:bodyPr/>
        <a:lstStyle/>
        <a:p>
          <a:endParaRPr lang="en-US"/>
        </a:p>
      </dgm:t>
    </dgm:pt>
    <dgm:pt modelId="{9E877C33-0501-4A25-BE3E-4DE73403A4B5}">
      <dgm:prSet/>
      <dgm:spPr/>
      <dgm:t>
        <a:bodyPr/>
        <a:lstStyle/>
        <a:p>
          <a:r>
            <a:rPr lang="en-US"/>
            <a:t>Alerts</a:t>
          </a:r>
        </a:p>
      </dgm:t>
    </dgm:pt>
    <dgm:pt modelId="{5ADC3276-33B8-49BA-BA37-6442E3307EE1}" type="parTrans" cxnId="{7710AAF0-D8EA-46B1-A0C6-946F6E4BE27F}">
      <dgm:prSet/>
      <dgm:spPr/>
      <dgm:t>
        <a:bodyPr/>
        <a:lstStyle/>
        <a:p>
          <a:endParaRPr lang="en-US"/>
        </a:p>
      </dgm:t>
    </dgm:pt>
    <dgm:pt modelId="{B4E68865-28F1-4D0F-B3E6-F835BCC2464E}" type="sibTrans" cxnId="{7710AAF0-D8EA-46B1-A0C6-946F6E4BE27F}">
      <dgm:prSet/>
      <dgm:spPr/>
      <dgm:t>
        <a:bodyPr/>
        <a:lstStyle/>
        <a:p>
          <a:endParaRPr lang="en-US"/>
        </a:p>
      </dgm:t>
    </dgm:pt>
    <dgm:pt modelId="{4D0F1B35-A31E-4287-8DB6-E7E30DE70149}">
      <dgm:prSet/>
      <dgm:spPr/>
      <dgm:t>
        <a:bodyPr/>
        <a:lstStyle/>
        <a:p>
          <a:r>
            <a:rPr lang="en-US"/>
            <a:t>Physical safeguards</a:t>
          </a:r>
        </a:p>
      </dgm:t>
    </dgm:pt>
    <dgm:pt modelId="{2B18317B-6AD7-491B-B9C5-9EAB12FC2EDC}" type="parTrans" cxnId="{7D8D9F38-E7E4-44A8-B6FC-5EDEFC085F3A}">
      <dgm:prSet/>
      <dgm:spPr/>
      <dgm:t>
        <a:bodyPr/>
        <a:lstStyle/>
        <a:p>
          <a:endParaRPr lang="en-US"/>
        </a:p>
      </dgm:t>
    </dgm:pt>
    <dgm:pt modelId="{E77FE621-6B18-42B1-91CE-8019A39848FA}" type="sibTrans" cxnId="{7D8D9F38-E7E4-44A8-B6FC-5EDEFC085F3A}">
      <dgm:prSet/>
      <dgm:spPr/>
      <dgm:t>
        <a:bodyPr/>
        <a:lstStyle/>
        <a:p>
          <a:endParaRPr lang="en-US"/>
        </a:p>
      </dgm:t>
    </dgm:pt>
    <dgm:pt modelId="{F832542C-113E-49DD-8EA5-477C7EDAA418}">
      <dgm:prSet/>
      <dgm:spPr/>
      <dgm:t>
        <a:bodyPr/>
        <a:lstStyle/>
        <a:p>
          <a:r>
            <a:rPr lang="en-US"/>
            <a:t>Information: </a:t>
          </a:r>
        </a:p>
      </dgm:t>
    </dgm:pt>
    <dgm:pt modelId="{F21D547F-6775-4F87-B821-B5BC149E7369}" type="parTrans" cxnId="{5D25F9C3-1B1A-4B59-AB7A-36ABE975800C}">
      <dgm:prSet/>
      <dgm:spPr/>
      <dgm:t>
        <a:bodyPr/>
        <a:lstStyle/>
        <a:p>
          <a:endParaRPr lang="en-US"/>
        </a:p>
      </dgm:t>
    </dgm:pt>
    <dgm:pt modelId="{819C350A-2EB4-4853-8094-AAA1B3D74107}" type="sibTrans" cxnId="{5D25F9C3-1B1A-4B59-AB7A-36ABE975800C}">
      <dgm:prSet/>
      <dgm:spPr/>
      <dgm:t>
        <a:bodyPr/>
        <a:lstStyle/>
        <a:p>
          <a:endParaRPr lang="en-US"/>
        </a:p>
      </dgm:t>
    </dgm:pt>
    <dgm:pt modelId="{59996951-5C7F-493E-B50C-CA089F73B5FA}">
      <dgm:prSet/>
      <dgm:spPr/>
      <dgm:t>
        <a:bodyPr/>
        <a:lstStyle/>
        <a:p>
          <a:r>
            <a:rPr lang="en-US"/>
            <a:t>User guides</a:t>
          </a:r>
        </a:p>
      </dgm:t>
    </dgm:pt>
    <dgm:pt modelId="{D0EA843A-37E4-4F8E-8F2C-7BAD17473812}" type="parTrans" cxnId="{2650925C-BE03-4F1C-B633-C3A90167237F}">
      <dgm:prSet/>
      <dgm:spPr/>
      <dgm:t>
        <a:bodyPr/>
        <a:lstStyle/>
        <a:p>
          <a:endParaRPr lang="en-US"/>
        </a:p>
      </dgm:t>
    </dgm:pt>
    <dgm:pt modelId="{66305B68-2475-45BD-BD75-720E8B2C0992}" type="sibTrans" cxnId="{2650925C-BE03-4F1C-B633-C3A90167237F}">
      <dgm:prSet/>
      <dgm:spPr/>
      <dgm:t>
        <a:bodyPr/>
        <a:lstStyle/>
        <a:p>
          <a:endParaRPr lang="en-US"/>
        </a:p>
      </dgm:t>
    </dgm:pt>
    <dgm:pt modelId="{0A3E7CC4-EA69-4126-A1CF-012C9F0EEAC2}">
      <dgm:prSet/>
      <dgm:spPr/>
      <dgm:t>
        <a:bodyPr/>
        <a:lstStyle/>
        <a:p>
          <a:r>
            <a:rPr lang="en-US"/>
            <a:t>Warning Labels </a:t>
          </a:r>
        </a:p>
      </dgm:t>
    </dgm:pt>
    <dgm:pt modelId="{06E59D59-42AD-47D4-B1FF-138A1D274FF7}" type="parTrans" cxnId="{A5905148-3994-4D44-A911-6B72EC777245}">
      <dgm:prSet/>
      <dgm:spPr/>
      <dgm:t>
        <a:bodyPr/>
        <a:lstStyle/>
        <a:p>
          <a:endParaRPr lang="en-US"/>
        </a:p>
      </dgm:t>
    </dgm:pt>
    <dgm:pt modelId="{77A5686C-30CA-4CA8-871A-A4FB3895D2E7}" type="sibTrans" cxnId="{A5905148-3994-4D44-A911-6B72EC777245}">
      <dgm:prSet/>
      <dgm:spPr/>
      <dgm:t>
        <a:bodyPr/>
        <a:lstStyle/>
        <a:p>
          <a:endParaRPr lang="en-US"/>
        </a:p>
      </dgm:t>
    </dgm:pt>
    <dgm:pt modelId="{F4F9D54D-DCDE-45C3-8648-2F5BA712027B}">
      <dgm:prSet/>
      <dgm:spPr/>
      <dgm:t>
        <a:bodyPr/>
        <a:lstStyle/>
        <a:p>
          <a:r>
            <a:rPr lang="en-US"/>
            <a:t>Training to avoid Error</a:t>
          </a:r>
        </a:p>
      </dgm:t>
    </dgm:pt>
    <dgm:pt modelId="{9AE5FD43-1A0A-4C73-8744-EADB8FD6EA4B}" type="parTrans" cxnId="{3283BDF4-D782-41AF-B760-DE5CF766E152}">
      <dgm:prSet/>
      <dgm:spPr/>
      <dgm:t>
        <a:bodyPr/>
        <a:lstStyle/>
        <a:p>
          <a:endParaRPr lang="en-US"/>
        </a:p>
      </dgm:t>
    </dgm:pt>
    <dgm:pt modelId="{0247C4D7-1A00-4067-B1B1-49CED947C284}" type="sibTrans" cxnId="{3283BDF4-D782-41AF-B760-DE5CF766E152}">
      <dgm:prSet/>
      <dgm:spPr/>
      <dgm:t>
        <a:bodyPr/>
        <a:lstStyle/>
        <a:p>
          <a:endParaRPr lang="en-US"/>
        </a:p>
      </dgm:t>
    </dgm:pt>
    <dgm:pt modelId="{0F274F30-F716-3D42-AFC3-D08BAB711503}" type="pres">
      <dgm:prSet presAssocID="{CA25A80E-3ED7-460D-A00B-C8C561294828}" presName="diagram" presStyleCnt="0">
        <dgm:presLayoutVars>
          <dgm:chPref val="1"/>
          <dgm:dir/>
          <dgm:animOne val="branch"/>
          <dgm:animLvl val="lvl"/>
          <dgm:resizeHandles/>
        </dgm:presLayoutVars>
      </dgm:prSet>
      <dgm:spPr/>
    </dgm:pt>
    <dgm:pt modelId="{9379FD6A-AAA7-F94C-A2B1-50E0355BC5B1}" type="pres">
      <dgm:prSet presAssocID="{4CC92B66-1862-47D6-A565-4876A3C6A4F4}" presName="root" presStyleCnt="0"/>
      <dgm:spPr/>
    </dgm:pt>
    <dgm:pt modelId="{B136B4F6-1C77-0C4A-85A8-ACCF29A62B9F}" type="pres">
      <dgm:prSet presAssocID="{4CC92B66-1862-47D6-A565-4876A3C6A4F4}" presName="rootComposite" presStyleCnt="0"/>
      <dgm:spPr/>
    </dgm:pt>
    <dgm:pt modelId="{C9E7F839-178D-D249-9C41-1438C6AF4248}" type="pres">
      <dgm:prSet presAssocID="{4CC92B66-1862-47D6-A565-4876A3C6A4F4}" presName="rootText" presStyleLbl="node1" presStyleIdx="0" presStyleCnt="3"/>
      <dgm:spPr/>
    </dgm:pt>
    <dgm:pt modelId="{26937898-80C0-3744-99A0-04330105A2CF}" type="pres">
      <dgm:prSet presAssocID="{4CC92B66-1862-47D6-A565-4876A3C6A4F4}" presName="rootConnector" presStyleLbl="node1" presStyleIdx="0" presStyleCnt="3"/>
      <dgm:spPr/>
    </dgm:pt>
    <dgm:pt modelId="{50D75B59-BD63-C74D-9B2D-C0B7B99632E2}" type="pres">
      <dgm:prSet presAssocID="{4CC92B66-1862-47D6-A565-4876A3C6A4F4}" presName="childShape" presStyleCnt="0"/>
      <dgm:spPr/>
    </dgm:pt>
    <dgm:pt modelId="{D284EF31-76B9-554D-AC3D-0388DFF64AB3}" type="pres">
      <dgm:prSet presAssocID="{28F0A54E-CDE0-4FCA-884C-45DAB96DC0AF}" presName="Name13" presStyleLbl="parChTrans1D2" presStyleIdx="0" presStyleCnt="7"/>
      <dgm:spPr/>
    </dgm:pt>
    <dgm:pt modelId="{145D2FA3-6B00-D946-A3DA-3484A1A52720}" type="pres">
      <dgm:prSet presAssocID="{A566DF40-7B92-476A-8547-D0A5ACC38566}" presName="childText" presStyleLbl="bgAcc1" presStyleIdx="0" presStyleCnt="7">
        <dgm:presLayoutVars>
          <dgm:bulletEnabled val="1"/>
        </dgm:presLayoutVars>
      </dgm:prSet>
      <dgm:spPr/>
    </dgm:pt>
    <dgm:pt modelId="{E00BD042-5C33-C647-90EC-E2126AF5A879}" type="pres">
      <dgm:prSet presAssocID="{2CB1CCA0-C36D-45EB-AB03-F540002D3D45}" presName="root" presStyleCnt="0"/>
      <dgm:spPr/>
    </dgm:pt>
    <dgm:pt modelId="{18EC11ED-3DF4-844C-8224-529F40632A79}" type="pres">
      <dgm:prSet presAssocID="{2CB1CCA0-C36D-45EB-AB03-F540002D3D45}" presName="rootComposite" presStyleCnt="0"/>
      <dgm:spPr/>
    </dgm:pt>
    <dgm:pt modelId="{7262C8B6-A09F-9D40-BE63-F808E3506563}" type="pres">
      <dgm:prSet presAssocID="{2CB1CCA0-C36D-45EB-AB03-F540002D3D45}" presName="rootText" presStyleLbl="node1" presStyleIdx="1" presStyleCnt="3"/>
      <dgm:spPr/>
    </dgm:pt>
    <dgm:pt modelId="{8826AC74-73D8-EE43-945D-EAEF7553F575}" type="pres">
      <dgm:prSet presAssocID="{2CB1CCA0-C36D-45EB-AB03-F540002D3D45}" presName="rootConnector" presStyleLbl="node1" presStyleIdx="1" presStyleCnt="3"/>
      <dgm:spPr/>
    </dgm:pt>
    <dgm:pt modelId="{CC3C01DA-02EF-124A-9D57-B40CD345DED0}" type="pres">
      <dgm:prSet presAssocID="{2CB1CCA0-C36D-45EB-AB03-F540002D3D45}" presName="childShape" presStyleCnt="0"/>
      <dgm:spPr/>
    </dgm:pt>
    <dgm:pt modelId="{EB7A5708-C432-4D44-808B-211A20E39B9F}" type="pres">
      <dgm:prSet presAssocID="{75F3262D-DB62-4ECE-B9BC-C3AD7BAC0DA1}" presName="Name13" presStyleLbl="parChTrans1D2" presStyleIdx="1" presStyleCnt="7"/>
      <dgm:spPr/>
    </dgm:pt>
    <dgm:pt modelId="{AA58B2B9-56D3-1B4C-A201-8DAC7611FC3E}" type="pres">
      <dgm:prSet presAssocID="{6DE075B9-1D31-4D14-954A-C5B80E323B39}" presName="childText" presStyleLbl="bgAcc1" presStyleIdx="1" presStyleCnt="7">
        <dgm:presLayoutVars>
          <dgm:bulletEnabled val="1"/>
        </dgm:presLayoutVars>
      </dgm:prSet>
      <dgm:spPr/>
    </dgm:pt>
    <dgm:pt modelId="{CAF7A124-2B9F-AF4C-85A2-41475CAEE488}" type="pres">
      <dgm:prSet presAssocID="{5ADC3276-33B8-49BA-BA37-6442E3307EE1}" presName="Name13" presStyleLbl="parChTrans1D2" presStyleIdx="2" presStyleCnt="7"/>
      <dgm:spPr/>
    </dgm:pt>
    <dgm:pt modelId="{51DE6BE6-3D4F-BA46-AA66-C4D33C2DD0DE}" type="pres">
      <dgm:prSet presAssocID="{9E877C33-0501-4A25-BE3E-4DE73403A4B5}" presName="childText" presStyleLbl="bgAcc1" presStyleIdx="2" presStyleCnt="7">
        <dgm:presLayoutVars>
          <dgm:bulletEnabled val="1"/>
        </dgm:presLayoutVars>
      </dgm:prSet>
      <dgm:spPr/>
    </dgm:pt>
    <dgm:pt modelId="{DE53D4D4-8C42-7242-83AB-5825AE553762}" type="pres">
      <dgm:prSet presAssocID="{2B18317B-6AD7-491B-B9C5-9EAB12FC2EDC}" presName="Name13" presStyleLbl="parChTrans1D2" presStyleIdx="3" presStyleCnt="7"/>
      <dgm:spPr/>
    </dgm:pt>
    <dgm:pt modelId="{55BD5F2C-8061-E64C-A29F-3AAE710A6CDE}" type="pres">
      <dgm:prSet presAssocID="{4D0F1B35-A31E-4287-8DB6-E7E30DE70149}" presName="childText" presStyleLbl="bgAcc1" presStyleIdx="3" presStyleCnt="7">
        <dgm:presLayoutVars>
          <dgm:bulletEnabled val="1"/>
        </dgm:presLayoutVars>
      </dgm:prSet>
      <dgm:spPr/>
    </dgm:pt>
    <dgm:pt modelId="{2F9A5C93-A793-C94C-A713-D14EF6AFB958}" type="pres">
      <dgm:prSet presAssocID="{F832542C-113E-49DD-8EA5-477C7EDAA418}" presName="root" presStyleCnt="0"/>
      <dgm:spPr/>
    </dgm:pt>
    <dgm:pt modelId="{5D8A02CB-4C04-DF41-805A-7731223BCC7E}" type="pres">
      <dgm:prSet presAssocID="{F832542C-113E-49DD-8EA5-477C7EDAA418}" presName="rootComposite" presStyleCnt="0"/>
      <dgm:spPr/>
    </dgm:pt>
    <dgm:pt modelId="{674D823B-56DD-C042-852A-49A4CF833CA1}" type="pres">
      <dgm:prSet presAssocID="{F832542C-113E-49DD-8EA5-477C7EDAA418}" presName="rootText" presStyleLbl="node1" presStyleIdx="2" presStyleCnt="3"/>
      <dgm:spPr/>
    </dgm:pt>
    <dgm:pt modelId="{EAAD89C3-2DFE-AD4E-8259-CEF1F1599AF5}" type="pres">
      <dgm:prSet presAssocID="{F832542C-113E-49DD-8EA5-477C7EDAA418}" presName="rootConnector" presStyleLbl="node1" presStyleIdx="2" presStyleCnt="3"/>
      <dgm:spPr/>
    </dgm:pt>
    <dgm:pt modelId="{4046D121-B96C-C741-99E2-584711ABA771}" type="pres">
      <dgm:prSet presAssocID="{F832542C-113E-49DD-8EA5-477C7EDAA418}" presName="childShape" presStyleCnt="0"/>
      <dgm:spPr/>
    </dgm:pt>
    <dgm:pt modelId="{8403E6CD-C6AB-3B48-8EB1-8F2171113DFA}" type="pres">
      <dgm:prSet presAssocID="{D0EA843A-37E4-4F8E-8F2C-7BAD17473812}" presName="Name13" presStyleLbl="parChTrans1D2" presStyleIdx="4" presStyleCnt="7"/>
      <dgm:spPr/>
    </dgm:pt>
    <dgm:pt modelId="{E6F2DFEE-A788-2D47-BBC9-24C8C3A181E7}" type="pres">
      <dgm:prSet presAssocID="{59996951-5C7F-493E-B50C-CA089F73B5FA}" presName="childText" presStyleLbl="bgAcc1" presStyleIdx="4" presStyleCnt="7">
        <dgm:presLayoutVars>
          <dgm:bulletEnabled val="1"/>
        </dgm:presLayoutVars>
      </dgm:prSet>
      <dgm:spPr/>
    </dgm:pt>
    <dgm:pt modelId="{0F8D1465-479F-7A4C-9311-AA10EC5B73B3}" type="pres">
      <dgm:prSet presAssocID="{06E59D59-42AD-47D4-B1FF-138A1D274FF7}" presName="Name13" presStyleLbl="parChTrans1D2" presStyleIdx="5" presStyleCnt="7"/>
      <dgm:spPr/>
    </dgm:pt>
    <dgm:pt modelId="{7570F216-9E26-6F48-A8C2-058EDFD433F7}" type="pres">
      <dgm:prSet presAssocID="{0A3E7CC4-EA69-4126-A1CF-012C9F0EEAC2}" presName="childText" presStyleLbl="bgAcc1" presStyleIdx="5" presStyleCnt="7">
        <dgm:presLayoutVars>
          <dgm:bulletEnabled val="1"/>
        </dgm:presLayoutVars>
      </dgm:prSet>
      <dgm:spPr/>
    </dgm:pt>
    <dgm:pt modelId="{C16F0994-BF9C-284C-ABED-E7DC81847F46}" type="pres">
      <dgm:prSet presAssocID="{9AE5FD43-1A0A-4C73-8744-EADB8FD6EA4B}" presName="Name13" presStyleLbl="parChTrans1D2" presStyleIdx="6" presStyleCnt="7"/>
      <dgm:spPr/>
    </dgm:pt>
    <dgm:pt modelId="{30AEB0D0-4A68-D947-BA25-36B2B4942740}" type="pres">
      <dgm:prSet presAssocID="{F4F9D54D-DCDE-45C3-8648-2F5BA712027B}" presName="childText" presStyleLbl="bgAcc1" presStyleIdx="6" presStyleCnt="7">
        <dgm:presLayoutVars>
          <dgm:bulletEnabled val="1"/>
        </dgm:presLayoutVars>
      </dgm:prSet>
      <dgm:spPr/>
    </dgm:pt>
  </dgm:ptLst>
  <dgm:cxnLst>
    <dgm:cxn modelId="{1BA4FC02-C576-7F41-8D01-F634D5303D9B}" type="presOf" srcId="{4CC92B66-1862-47D6-A565-4876A3C6A4F4}" destId="{26937898-80C0-3744-99A0-04330105A2CF}" srcOrd="1" destOrd="0" presId="urn:microsoft.com/office/officeart/2005/8/layout/hierarchy3"/>
    <dgm:cxn modelId="{92E9BE05-E850-FC41-BF9F-17346230CA1E}" type="presOf" srcId="{A566DF40-7B92-476A-8547-D0A5ACC38566}" destId="{145D2FA3-6B00-D946-A3DA-3484A1A52720}" srcOrd="0" destOrd="0" presId="urn:microsoft.com/office/officeart/2005/8/layout/hierarchy3"/>
    <dgm:cxn modelId="{ADC66E1C-968D-6C40-8712-C5E19CBC783E}" type="presOf" srcId="{59996951-5C7F-493E-B50C-CA089F73B5FA}" destId="{E6F2DFEE-A788-2D47-BBC9-24C8C3A181E7}" srcOrd="0" destOrd="0" presId="urn:microsoft.com/office/officeart/2005/8/layout/hierarchy3"/>
    <dgm:cxn modelId="{CE0BBA1E-A3BC-BA4B-A745-CE2A4384CD85}" type="presOf" srcId="{F832542C-113E-49DD-8EA5-477C7EDAA418}" destId="{674D823B-56DD-C042-852A-49A4CF833CA1}" srcOrd="0" destOrd="0" presId="urn:microsoft.com/office/officeart/2005/8/layout/hierarchy3"/>
    <dgm:cxn modelId="{9706D91F-318F-504E-9884-B2D5F1833ED1}" type="presOf" srcId="{2CB1CCA0-C36D-45EB-AB03-F540002D3D45}" destId="{8826AC74-73D8-EE43-945D-EAEF7553F575}" srcOrd="1" destOrd="0" presId="urn:microsoft.com/office/officeart/2005/8/layout/hierarchy3"/>
    <dgm:cxn modelId="{3D868821-99DE-AA40-A635-CCF2BD2E895F}" type="presOf" srcId="{4CC92B66-1862-47D6-A565-4876A3C6A4F4}" destId="{C9E7F839-178D-D249-9C41-1438C6AF4248}" srcOrd="0" destOrd="0" presId="urn:microsoft.com/office/officeart/2005/8/layout/hierarchy3"/>
    <dgm:cxn modelId="{7D8D9F38-E7E4-44A8-B6FC-5EDEFC085F3A}" srcId="{2CB1CCA0-C36D-45EB-AB03-F540002D3D45}" destId="{4D0F1B35-A31E-4287-8DB6-E7E30DE70149}" srcOrd="2" destOrd="0" parTransId="{2B18317B-6AD7-491B-B9C5-9EAB12FC2EDC}" sibTransId="{E77FE621-6B18-42B1-91CE-8019A39848FA}"/>
    <dgm:cxn modelId="{A5905148-3994-4D44-A911-6B72EC777245}" srcId="{F832542C-113E-49DD-8EA5-477C7EDAA418}" destId="{0A3E7CC4-EA69-4126-A1CF-012C9F0EEAC2}" srcOrd="1" destOrd="0" parTransId="{06E59D59-42AD-47D4-B1FF-138A1D274FF7}" sibTransId="{77A5686C-30CA-4CA8-871A-A4FB3895D2E7}"/>
    <dgm:cxn modelId="{153FFC48-9536-7B46-BA4D-E5195B9E0289}" type="presOf" srcId="{5ADC3276-33B8-49BA-BA37-6442E3307EE1}" destId="{CAF7A124-2B9F-AF4C-85A2-41475CAEE488}" srcOrd="0" destOrd="0" presId="urn:microsoft.com/office/officeart/2005/8/layout/hierarchy3"/>
    <dgm:cxn modelId="{55433150-148A-D34D-AE52-B13F7AE79BAE}" type="presOf" srcId="{28F0A54E-CDE0-4FCA-884C-45DAB96DC0AF}" destId="{D284EF31-76B9-554D-AC3D-0388DFF64AB3}" srcOrd="0" destOrd="0" presId="urn:microsoft.com/office/officeart/2005/8/layout/hierarchy3"/>
    <dgm:cxn modelId="{97E4855A-1802-4F96-B653-F67FFB52F2CA}" srcId="{CA25A80E-3ED7-460D-A00B-C8C561294828}" destId="{2CB1CCA0-C36D-45EB-AB03-F540002D3D45}" srcOrd="1" destOrd="0" parTransId="{67C5A28E-7957-431A-B907-D02BB40BB489}" sibTransId="{288FD110-ABDE-40E3-BBDE-6CFA359796CF}"/>
    <dgm:cxn modelId="{2650925C-BE03-4F1C-B633-C3A90167237F}" srcId="{F832542C-113E-49DD-8EA5-477C7EDAA418}" destId="{59996951-5C7F-493E-B50C-CA089F73B5FA}" srcOrd="0" destOrd="0" parTransId="{D0EA843A-37E4-4F8E-8F2C-7BAD17473812}" sibTransId="{66305B68-2475-45BD-BD75-720E8B2C0992}"/>
    <dgm:cxn modelId="{46C83A5F-0CDA-C546-B402-514EA708823F}" type="presOf" srcId="{CA25A80E-3ED7-460D-A00B-C8C561294828}" destId="{0F274F30-F716-3D42-AFC3-D08BAB711503}" srcOrd="0" destOrd="0" presId="urn:microsoft.com/office/officeart/2005/8/layout/hierarchy3"/>
    <dgm:cxn modelId="{4F78C663-D573-A947-94DB-C6BB058D50A7}" type="presOf" srcId="{6DE075B9-1D31-4D14-954A-C5B80E323B39}" destId="{AA58B2B9-56D3-1B4C-A201-8DAC7611FC3E}" srcOrd="0" destOrd="0" presId="urn:microsoft.com/office/officeart/2005/8/layout/hierarchy3"/>
    <dgm:cxn modelId="{C6FEA765-32C8-2741-B393-F2790B67A193}" type="presOf" srcId="{F4F9D54D-DCDE-45C3-8648-2F5BA712027B}" destId="{30AEB0D0-4A68-D947-BA25-36B2B4942740}" srcOrd="0" destOrd="0" presId="urn:microsoft.com/office/officeart/2005/8/layout/hierarchy3"/>
    <dgm:cxn modelId="{F0450B67-FADA-FD48-8DBB-083664886B50}" type="presOf" srcId="{D0EA843A-37E4-4F8E-8F2C-7BAD17473812}" destId="{8403E6CD-C6AB-3B48-8EB1-8F2171113DFA}" srcOrd="0" destOrd="0" presId="urn:microsoft.com/office/officeart/2005/8/layout/hierarchy3"/>
    <dgm:cxn modelId="{2AC2876B-FC15-2A43-AABB-5ED216A093DE}" type="presOf" srcId="{F832542C-113E-49DD-8EA5-477C7EDAA418}" destId="{EAAD89C3-2DFE-AD4E-8259-CEF1F1599AF5}" srcOrd="1" destOrd="0" presId="urn:microsoft.com/office/officeart/2005/8/layout/hierarchy3"/>
    <dgm:cxn modelId="{0732FD7F-DE14-5041-B3F9-3FEC6E074FF7}" type="presOf" srcId="{9E877C33-0501-4A25-BE3E-4DE73403A4B5}" destId="{51DE6BE6-3D4F-BA46-AA66-C4D33C2DD0DE}" srcOrd="0" destOrd="0" presId="urn:microsoft.com/office/officeart/2005/8/layout/hierarchy3"/>
    <dgm:cxn modelId="{93FDED8C-5826-41F4-A720-D747BA7BE929}" srcId="{2CB1CCA0-C36D-45EB-AB03-F540002D3D45}" destId="{6DE075B9-1D31-4D14-954A-C5B80E323B39}" srcOrd="0" destOrd="0" parTransId="{75F3262D-DB62-4ECE-B9BC-C3AD7BAC0DA1}" sibTransId="{20BBF09E-DB3D-4056-925E-3D1D13A2B1CF}"/>
    <dgm:cxn modelId="{17C69F9C-D06F-4415-8E83-BCF6B8676EFB}" srcId="{4CC92B66-1862-47D6-A565-4876A3C6A4F4}" destId="{A566DF40-7B92-476A-8547-D0A5ACC38566}" srcOrd="0" destOrd="0" parTransId="{28F0A54E-CDE0-4FCA-884C-45DAB96DC0AF}" sibTransId="{882D4BEB-FF99-4F5D-8FFF-F355B1DD1110}"/>
    <dgm:cxn modelId="{B6FFF8A8-0340-DE43-9D12-F99B8B15DBD3}" type="presOf" srcId="{06E59D59-42AD-47D4-B1FF-138A1D274FF7}" destId="{0F8D1465-479F-7A4C-9311-AA10EC5B73B3}" srcOrd="0" destOrd="0" presId="urn:microsoft.com/office/officeart/2005/8/layout/hierarchy3"/>
    <dgm:cxn modelId="{FA4E5AAE-2358-3642-B7B5-65F4897656CD}" type="presOf" srcId="{4D0F1B35-A31E-4287-8DB6-E7E30DE70149}" destId="{55BD5F2C-8061-E64C-A29F-3AAE710A6CDE}" srcOrd="0" destOrd="0" presId="urn:microsoft.com/office/officeart/2005/8/layout/hierarchy3"/>
    <dgm:cxn modelId="{A2AA99BA-BB2B-5344-8194-F6E20A4F0AAF}" type="presOf" srcId="{9AE5FD43-1A0A-4C73-8744-EADB8FD6EA4B}" destId="{C16F0994-BF9C-284C-ABED-E7DC81847F46}" srcOrd="0" destOrd="0" presId="urn:microsoft.com/office/officeart/2005/8/layout/hierarchy3"/>
    <dgm:cxn modelId="{5D25F9C3-1B1A-4B59-AB7A-36ABE975800C}" srcId="{CA25A80E-3ED7-460D-A00B-C8C561294828}" destId="{F832542C-113E-49DD-8EA5-477C7EDAA418}" srcOrd="2" destOrd="0" parTransId="{F21D547F-6775-4F87-B821-B5BC149E7369}" sibTransId="{819C350A-2EB4-4853-8094-AAA1B3D74107}"/>
    <dgm:cxn modelId="{695E11D4-5FC7-8147-847E-E8A16B28433E}" type="presOf" srcId="{0A3E7CC4-EA69-4126-A1CF-012C9F0EEAC2}" destId="{7570F216-9E26-6F48-A8C2-058EDFD433F7}" srcOrd="0" destOrd="0" presId="urn:microsoft.com/office/officeart/2005/8/layout/hierarchy3"/>
    <dgm:cxn modelId="{C5857EDC-29E3-7841-A757-ACE36C66FE9E}" type="presOf" srcId="{75F3262D-DB62-4ECE-B9BC-C3AD7BAC0DA1}" destId="{EB7A5708-C432-4D44-808B-211A20E39B9F}" srcOrd="0" destOrd="0" presId="urn:microsoft.com/office/officeart/2005/8/layout/hierarchy3"/>
    <dgm:cxn modelId="{C22BACE9-8E60-534D-8BB9-D08BED5C69A6}" type="presOf" srcId="{2B18317B-6AD7-491B-B9C5-9EAB12FC2EDC}" destId="{DE53D4D4-8C42-7242-83AB-5825AE553762}" srcOrd="0" destOrd="0" presId="urn:microsoft.com/office/officeart/2005/8/layout/hierarchy3"/>
    <dgm:cxn modelId="{7710AAF0-D8EA-46B1-A0C6-946F6E4BE27F}" srcId="{2CB1CCA0-C36D-45EB-AB03-F540002D3D45}" destId="{9E877C33-0501-4A25-BE3E-4DE73403A4B5}" srcOrd="1" destOrd="0" parTransId="{5ADC3276-33B8-49BA-BA37-6442E3307EE1}" sibTransId="{B4E68865-28F1-4D0F-B3E6-F835BCC2464E}"/>
    <dgm:cxn modelId="{3283BDF4-D782-41AF-B760-DE5CF766E152}" srcId="{F832542C-113E-49DD-8EA5-477C7EDAA418}" destId="{F4F9D54D-DCDE-45C3-8648-2F5BA712027B}" srcOrd="2" destOrd="0" parTransId="{9AE5FD43-1A0A-4C73-8744-EADB8FD6EA4B}" sibTransId="{0247C4D7-1A00-4067-B1B1-49CED947C284}"/>
    <dgm:cxn modelId="{6D607BF8-0B01-7D46-A410-1231FE292F83}" type="presOf" srcId="{2CB1CCA0-C36D-45EB-AB03-F540002D3D45}" destId="{7262C8B6-A09F-9D40-BE63-F808E3506563}" srcOrd="0" destOrd="0" presId="urn:microsoft.com/office/officeart/2005/8/layout/hierarchy3"/>
    <dgm:cxn modelId="{DFA267F9-B6FF-4E52-8C20-A6FFB1ED91D4}" srcId="{CA25A80E-3ED7-460D-A00B-C8C561294828}" destId="{4CC92B66-1862-47D6-A565-4876A3C6A4F4}" srcOrd="0" destOrd="0" parTransId="{FD3F19EE-B220-44CD-A3BE-72EC56B135C6}" sibTransId="{1360A2F8-5F43-4890-B918-A97AFF808808}"/>
    <dgm:cxn modelId="{1901324F-0A51-EC41-BC20-8745B1F75CF3}" type="presParOf" srcId="{0F274F30-F716-3D42-AFC3-D08BAB711503}" destId="{9379FD6A-AAA7-F94C-A2B1-50E0355BC5B1}" srcOrd="0" destOrd="0" presId="urn:microsoft.com/office/officeart/2005/8/layout/hierarchy3"/>
    <dgm:cxn modelId="{9C953552-8050-3E4D-9A4C-DE040521F748}" type="presParOf" srcId="{9379FD6A-AAA7-F94C-A2B1-50E0355BC5B1}" destId="{B136B4F6-1C77-0C4A-85A8-ACCF29A62B9F}" srcOrd="0" destOrd="0" presId="urn:microsoft.com/office/officeart/2005/8/layout/hierarchy3"/>
    <dgm:cxn modelId="{89E12D05-069F-874C-A322-8827EF1C400F}" type="presParOf" srcId="{B136B4F6-1C77-0C4A-85A8-ACCF29A62B9F}" destId="{C9E7F839-178D-D249-9C41-1438C6AF4248}" srcOrd="0" destOrd="0" presId="urn:microsoft.com/office/officeart/2005/8/layout/hierarchy3"/>
    <dgm:cxn modelId="{8FF4B9E8-345A-3640-B86B-9F8B18907EC8}" type="presParOf" srcId="{B136B4F6-1C77-0C4A-85A8-ACCF29A62B9F}" destId="{26937898-80C0-3744-99A0-04330105A2CF}" srcOrd="1" destOrd="0" presId="urn:microsoft.com/office/officeart/2005/8/layout/hierarchy3"/>
    <dgm:cxn modelId="{69D5FC0F-54F3-7C45-8FB9-ED7C934902F8}" type="presParOf" srcId="{9379FD6A-AAA7-F94C-A2B1-50E0355BC5B1}" destId="{50D75B59-BD63-C74D-9B2D-C0B7B99632E2}" srcOrd="1" destOrd="0" presId="urn:microsoft.com/office/officeart/2005/8/layout/hierarchy3"/>
    <dgm:cxn modelId="{7BCFD4D9-F270-044A-9B5E-3CE88A9FDC0B}" type="presParOf" srcId="{50D75B59-BD63-C74D-9B2D-C0B7B99632E2}" destId="{D284EF31-76B9-554D-AC3D-0388DFF64AB3}" srcOrd="0" destOrd="0" presId="urn:microsoft.com/office/officeart/2005/8/layout/hierarchy3"/>
    <dgm:cxn modelId="{4DC055A4-A9BF-C549-8EE1-9C52D9F864D6}" type="presParOf" srcId="{50D75B59-BD63-C74D-9B2D-C0B7B99632E2}" destId="{145D2FA3-6B00-D946-A3DA-3484A1A52720}" srcOrd="1" destOrd="0" presId="urn:microsoft.com/office/officeart/2005/8/layout/hierarchy3"/>
    <dgm:cxn modelId="{F94DD777-B407-0D47-AE6D-C517F22B4131}" type="presParOf" srcId="{0F274F30-F716-3D42-AFC3-D08BAB711503}" destId="{E00BD042-5C33-C647-90EC-E2126AF5A879}" srcOrd="1" destOrd="0" presId="urn:microsoft.com/office/officeart/2005/8/layout/hierarchy3"/>
    <dgm:cxn modelId="{42F93649-EF3E-FB4C-B64A-8DF531CA4E94}" type="presParOf" srcId="{E00BD042-5C33-C647-90EC-E2126AF5A879}" destId="{18EC11ED-3DF4-844C-8224-529F40632A79}" srcOrd="0" destOrd="0" presId="urn:microsoft.com/office/officeart/2005/8/layout/hierarchy3"/>
    <dgm:cxn modelId="{D903F5DA-A6F2-6444-B0A7-33CF00DAEA38}" type="presParOf" srcId="{18EC11ED-3DF4-844C-8224-529F40632A79}" destId="{7262C8B6-A09F-9D40-BE63-F808E3506563}" srcOrd="0" destOrd="0" presId="urn:microsoft.com/office/officeart/2005/8/layout/hierarchy3"/>
    <dgm:cxn modelId="{2C8468EA-012A-CA4D-8D35-CF77DC9699DB}" type="presParOf" srcId="{18EC11ED-3DF4-844C-8224-529F40632A79}" destId="{8826AC74-73D8-EE43-945D-EAEF7553F575}" srcOrd="1" destOrd="0" presId="urn:microsoft.com/office/officeart/2005/8/layout/hierarchy3"/>
    <dgm:cxn modelId="{C04B23FF-5FC8-FF43-82FB-12B9E3AFFF5E}" type="presParOf" srcId="{E00BD042-5C33-C647-90EC-E2126AF5A879}" destId="{CC3C01DA-02EF-124A-9D57-B40CD345DED0}" srcOrd="1" destOrd="0" presId="urn:microsoft.com/office/officeart/2005/8/layout/hierarchy3"/>
    <dgm:cxn modelId="{33019508-E484-7C48-82DD-369E00F19652}" type="presParOf" srcId="{CC3C01DA-02EF-124A-9D57-B40CD345DED0}" destId="{EB7A5708-C432-4D44-808B-211A20E39B9F}" srcOrd="0" destOrd="0" presId="urn:microsoft.com/office/officeart/2005/8/layout/hierarchy3"/>
    <dgm:cxn modelId="{92D81B41-114F-9448-B612-B1363A5E6330}" type="presParOf" srcId="{CC3C01DA-02EF-124A-9D57-B40CD345DED0}" destId="{AA58B2B9-56D3-1B4C-A201-8DAC7611FC3E}" srcOrd="1" destOrd="0" presId="urn:microsoft.com/office/officeart/2005/8/layout/hierarchy3"/>
    <dgm:cxn modelId="{348CA136-4672-2342-B24C-E422A7B84A22}" type="presParOf" srcId="{CC3C01DA-02EF-124A-9D57-B40CD345DED0}" destId="{CAF7A124-2B9F-AF4C-85A2-41475CAEE488}" srcOrd="2" destOrd="0" presId="urn:microsoft.com/office/officeart/2005/8/layout/hierarchy3"/>
    <dgm:cxn modelId="{F882EDE4-A80C-6D40-9F92-572BBB44FF5E}" type="presParOf" srcId="{CC3C01DA-02EF-124A-9D57-B40CD345DED0}" destId="{51DE6BE6-3D4F-BA46-AA66-C4D33C2DD0DE}" srcOrd="3" destOrd="0" presId="urn:microsoft.com/office/officeart/2005/8/layout/hierarchy3"/>
    <dgm:cxn modelId="{BBC43F34-955D-324D-9039-19667FD16A68}" type="presParOf" srcId="{CC3C01DA-02EF-124A-9D57-B40CD345DED0}" destId="{DE53D4D4-8C42-7242-83AB-5825AE553762}" srcOrd="4" destOrd="0" presId="urn:microsoft.com/office/officeart/2005/8/layout/hierarchy3"/>
    <dgm:cxn modelId="{5228CB83-2B77-B741-869B-CF5AC46C296A}" type="presParOf" srcId="{CC3C01DA-02EF-124A-9D57-B40CD345DED0}" destId="{55BD5F2C-8061-E64C-A29F-3AAE710A6CDE}" srcOrd="5" destOrd="0" presId="urn:microsoft.com/office/officeart/2005/8/layout/hierarchy3"/>
    <dgm:cxn modelId="{0A5A8011-8334-364D-9B6C-3C2A363611FB}" type="presParOf" srcId="{0F274F30-F716-3D42-AFC3-D08BAB711503}" destId="{2F9A5C93-A793-C94C-A713-D14EF6AFB958}" srcOrd="2" destOrd="0" presId="urn:microsoft.com/office/officeart/2005/8/layout/hierarchy3"/>
    <dgm:cxn modelId="{026F7AF3-DFC5-F74D-B2CC-F8F5CF778E44}" type="presParOf" srcId="{2F9A5C93-A793-C94C-A713-D14EF6AFB958}" destId="{5D8A02CB-4C04-DF41-805A-7731223BCC7E}" srcOrd="0" destOrd="0" presId="urn:microsoft.com/office/officeart/2005/8/layout/hierarchy3"/>
    <dgm:cxn modelId="{C95FF45B-8BB7-AC47-B11B-7E8A1855BA25}" type="presParOf" srcId="{5D8A02CB-4C04-DF41-805A-7731223BCC7E}" destId="{674D823B-56DD-C042-852A-49A4CF833CA1}" srcOrd="0" destOrd="0" presId="urn:microsoft.com/office/officeart/2005/8/layout/hierarchy3"/>
    <dgm:cxn modelId="{BE5F401C-5F63-884A-A0B5-BE658DFE4D14}" type="presParOf" srcId="{5D8A02CB-4C04-DF41-805A-7731223BCC7E}" destId="{EAAD89C3-2DFE-AD4E-8259-CEF1F1599AF5}" srcOrd="1" destOrd="0" presId="urn:microsoft.com/office/officeart/2005/8/layout/hierarchy3"/>
    <dgm:cxn modelId="{2C0BD63C-B282-F941-9C99-9E1D68B304EC}" type="presParOf" srcId="{2F9A5C93-A793-C94C-A713-D14EF6AFB958}" destId="{4046D121-B96C-C741-99E2-584711ABA771}" srcOrd="1" destOrd="0" presId="urn:microsoft.com/office/officeart/2005/8/layout/hierarchy3"/>
    <dgm:cxn modelId="{BE916E16-DC75-EB4B-B391-85C803FCA866}" type="presParOf" srcId="{4046D121-B96C-C741-99E2-584711ABA771}" destId="{8403E6CD-C6AB-3B48-8EB1-8F2171113DFA}" srcOrd="0" destOrd="0" presId="urn:microsoft.com/office/officeart/2005/8/layout/hierarchy3"/>
    <dgm:cxn modelId="{1B7BEC1B-C3BC-7646-B6AD-A24DC1F06210}" type="presParOf" srcId="{4046D121-B96C-C741-99E2-584711ABA771}" destId="{E6F2DFEE-A788-2D47-BBC9-24C8C3A181E7}" srcOrd="1" destOrd="0" presId="urn:microsoft.com/office/officeart/2005/8/layout/hierarchy3"/>
    <dgm:cxn modelId="{054A691A-47F6-684D-B95C-0AAD750A38C2}" type="presParOf" srcId="{4046D121-B96C-C741-99E2-584711ABA771}" destId="{0F8D1465-479F-7A4C-9311-AA10EC5B73B3}" srcOrd="2" destOrd="0" presId="urn:microsoft.com/office/officeart/2005/8/layout/hierarchy3"/>
    <dgm:cxn modelId="{CC393436-219F-0E4F-84D9-38C3A9B2C799}" type="presParOf" srcId="{4046D121-B96C-C741-99E2-584711ABA771}" destId="{7570F216-9E26-6F48-A8C2-058EDFD433F7}" srcOrd="3" destOrd="0" presId="urn:microsoft.com/office/officeart/2005/8/layout/hierarchy3"/>
    <dgm:cxn modelId="{DF8CF4EF-15B8-1F42-A898-197365A49AF0}" type="presParOf" srcId="{4046D121-B96C-C741-99E2-584711ABA771}" destId="{C16F0994-BF9C-284C-ABED-E7DC81847F46}" srcOrd="4" destOrd="0" presId="urn:microsoft.com/office/officeart/2005/8/layout/hierarchy3"/>
    <dgm:cxn modelId="{5770A96D-91C8-F946-8763-873D06566476}" type="presParOf" srcId="{4046D121-B96C-C741-99E2-584711ABA771}" destId="{30AEB0D0-4A68-D947-BA25-36B2B4942740}"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82ABA1-3476-A146-AC73-EECD9B03F3C9}">
      <dsp:nvSpPr>
        <dsp:cNvPr id="0" name=""/>
        <dsp:cNvSpPr/>
      </dsp:nvSpPr>
      <dsp:spPr>
        <a:xfrm>
          <a:off x="0" y="4515036"/>
          <a:ext cx="6263640" cy="987779"/>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“Applying Human Factors and Usability Engineering to Medical Devices”</a:t>
          </a:r>
        </a:p>
      </dsp:txBody>
      <dsp:txXfrm>
        <a:off x="0" y="4515036"/>
        <a:ext cx="6263640" cy="987779"/>
      </dsp:txXfrm>
    </dsp:sp>
    <dsp:sp modelId="{A17F6564-83E0-1949-95D8-0731175BFF30}">
      <dsp:nvSpPr>
        <dsp:cNvPr id="0" name=""/>
        <dsp:cNvSpPr/>
      </dsp:nvSpPr>
      <dsp:spPr>
        <a:xfrm rot="10800000">
          <a:off x="0" y="3010648"/>
          <a:ext cx="6263640" cy="1519205"/>
        </a:xfrm>
        <a:prstGeom prst="upArrowCallou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Proof that a device is safe &amp; Effective -&gt; through a Usability Analysis</a:t>
          </a:r>
        </a:p>
      </dsp:txBody>
      <dsp:txXfrm rot="10800000">
        <a:off x="0" y="3010648"/>
        <a:ext cx="6263640" cy="987134"/>
      </dsp:txXfrm>
    </dsp:sp>
    <dsp:sp modelId="{67C2EEEA-6BC4-C740-9283-6AEEAAB7A182}">
      <dsp:nvSpPr>
        <dsp:cNvPr id="0" name=""/>
        <dsp:cNvSpPr/>
      </dsp:nvSpPr>
      <dsp:spPr>
        <a:xfrm rot="10800000">
          <a:off x="0" y="1506259"/>
          <a:ext cx="6263640" cy="1519205"/>
        </a:xfrm>
        <a:prstGeom prst="upArrowCallou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FDA Approval requires that the device has proven to be </a:t>
          </a:r>
          <a:r>
            <a:rPr lang="en-US" sz="2300" b="1" kern="1200" dirty="0"/>
            <a:t>Safe </a:t>
          </a:r>
          <a:r>
            <a:rPr lang="en-US" sz="2300" kern="1200" dirty="0"/>
            <a:t>&amp; </a:t>
          </a:r>
          <a:r>
            <a:rPr lang="en-US" sz="2300" b="1" kern="1200" dirty="0"/>
            <a:t>Effective</a:t>
          </a:r>
          <a:endParaRPr lang="en-US" sz="2300" kern="1200" dirty="0"/>
        </a:p>
      </dsp:txBody>
      <dsp:txXfrm rot="10800000">
        <a:off x="0" y="1506259"/>
        <a:ext cx="6263640" cy="987134"/>
      </dsp:txXfrm>
    </dsp:sp>
    <dsp:sp modelId="{4662C212-C8C1-D747-B2C5-F6F2C10046AE}">
      <dsp:nvSpPr>
        <dsp:cNvPr id="0" name=""/>
        <dsp:cNvSpPr/>
      </dsp:nvSpPr>
      <dsp:spPr>
        <a:xfrm rot="10800000">
          <a:off x="0" y="1871"/>
          <a:ext cx="6263640" cy="1519205"/>
        </a:xfrm>
        <a:prstGeom prst="upArrowCallou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Medical Devices must have approval from FDA before they can be sold in the US.</a:t>
          </a:r>
        </a:p>
      </dsp:txBody>
      <dsp:txXfrm rot="10800000">
        <a:off x="0" y="1871"/>
        <a:ext cx="6263640" cy="9871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835A0F-0568-B845-9C4B-9865DE3F62BD}">
      <dsp:nvSpPr>
        <dsp:cNvPr id="0" name=""/>
        <dsp:cNvSpPr/>
      </dsp:nvSpPr>
      <dsp:spPr>
        <a:xfrm>
          <a:off x="0" y="151028"/>
          <a:ext cx="7948613" cy="636480"/>
        </a:xfrm>
        <a:prstGeom prst="roundRect">
          <a:avLst/>
        </a:prstGeom>
        <a:gradFill rotWithShape="0">
          <a:gsLst>
            <a:gs pos="0">
              <a:schemeClr val="accent1">
                <a:alpha val="90000"/>
                <a:hueOff val="0"/>
                <a:satOff val="0"/>
                <a:lumOff val="0"/>
                <a:alphaOff val="0"/>
                <a:satMod val="103000"/>
                <a:lumMod val="102000"/>
                <a:tint val="94000"/>
              </a:schemeClr>
            </a:gs>
            <a:gs pos="50000">
              <a:schemeClr val="accent1">
                <a:alpha val="90000"/>
                <a:hueOff val="0"/>
                <a:satOff val="0"/>
                <a:lumOff val="0"/>
                <a:alphaOff val="0"/>
                <a:satMod val="110000"/>
                <a:lumMod val="100000"/>
                <a:shade val="100000"/>
              </a:schemeClr>
            </a:gs>
            <a:gs pos="100000">
              <a:schemeClr val="accent1">
                <a:alpha val="9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Device use requires physical, perceptual, or cognitive abilities that exceed the abilities of the user;</a:t>
          </a:r>
        </a:p>
      </dsp:txBody>
      <dsp:txXfrm>
        <a:off x="31070" y="182098"/>
        <a:ext cx="7886473" cy="574340"/>
      </dsp:txXfrm>
    </dsp:sp>
    <dsp:sp modelId="{A2E07E21-A78B-534C-90AB-39C95E196C76}">
      <dsp:nvSpPr>
        <dsp:cNvPr id="0" name=""/>
        <dsp:cNvSpPr/>
      </dsp:nvSpPr>
      <dsp:spPr>
        <a:xfrm>
          <a:off x="0" y="833588"/>
          <a:ext cx="7948613" cy="636480"/>
        </a:xfrm>
        <a:prstGeom prst="roundRect">
          <a:avLst/>
        </a:prstGeom>
        <a:gradFill rotWithShape="0">
          <a:gsLst>
            <a:gs pos="0">
              <a:schemeClr val="accent1">
                <a:alpha val="90000"/>
                <a:hueOff val="0"/>
                <a:satOff val="0"/>
                <a:lumOff val="0"/>
                <a:alphaOff val="-8000"/>
                <a:satMod val="103000"/>
                <a:lumMod val="102000"/>
                <a:tint val="94000"/>
              </a:schemeClr>
            </a:gs>
            <a:gs pos="50000">
              <a:schemeClr val="accent1">
                <a:alpha val="90000"/>
                <a:hueOff val="0"/>
                <a:satOff val="0"/>
                <a:lumOff val="0"/>
                <a:alphaOff val="-8000"/>
                <a:satMod val="110000"/>
                <a:lumMod val="100000"/>
                <a:shade val="100000"/>
              </a:schemeClr>
            </a:gs>
            <a:gs pos="100000">
              <a:schemeClr val="accent1">
                <a:alpha val="90000"/>
                <a:hueOff val="0"/>
                <a:satOff val="0"/>
                <a:lumOff val="0"/>
                <a:alphaOff val="-800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Device use is inconsistent with the user’s expectations or intuition about device operation; </a:t>
          </a:r>
        </a:p>
      </dsp:txBody>
      <dsp:txXfrm>
        <a:off x="31070" y="864658"/>
        <a:ext cx="7886473" cy="574340"/>
      </dsp:txXfrm>
    </dsp:sp>
    <dsp:sp modelId="{CB662F12-D66D-C44A-AE1E-605E75C01D93}">
      <dsp:nvSpPr>
        <dsp:cNvPr id="0" name=""/>
        <dsp:cNvSpPr/>
      </dsp:nvSpPr>
      <dsp:spPr>
        <a:xfrm>
          <a:off x="0" y="1516148"/>
          <a:ext cx="7948613" cy="636480"/>
        </a:xfrm>
        <a:prstGeom prst="roundRect">
          <a:avLst/>
        </a:prstGeom>
        <a:gradFill rotWithShape="0">
          <a:gsLst>
            <a:gs pos="0">
              <a:schemeClr val="accent1">
                <a:alpha val="90000"/>
                <a:hueOff val="0"/>
                <a:satOff val="0"/>
                <a:lumOff val="0"/>
                <a:alphaOff val="-16000"/>
                <a:satMod val="103000"/>
                <a:lumMod val="102000"/>
                <a:tint val="94000"/>
              </a:schemeClr>
            </a:gs>
            <a:gs pos="50000">
              <a:schemeClr val="accent1">
                <a:alpha val="90000"/>
                <a:hueOff val="0"/>
                <a:satOff val="0"/>
                <a:lumOff val="0"/>
                <a:alphaOff val="-16000"/>
                <a:satMod val="110000"/>
                <a:lumMod val="100000"/>
                <a:shade val="100000"/>
              </a:schemeClr>
            </a:gs>
            <a:gs pos="100000">
              <a:schemeClr val="accent1">
                <a:alpha val="90000"/>
                <a:hueOff val="0"/>
                <a:satOff val="0"/>
                <a:lumOff val="0"/>
                <a:alphaOff val="-1600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The use environment affects operation of the device and this effect is not recognized or understood by the user; </a:t>
          </a:r>
        </a:p>
      </dsp:txBody>
      <dsp:txXfrm>
        <a:off x="31070" y="1547218"/>
        <a:ext cx="7886473" cy="574340"/>
      </dsp:txXfrm>
    </dsp:sp>
    <dsp:sp modelId="{F14C435D-D05E-DD46-934F-AC904C0D4F8B}">
      <dsp:nvSpPr>
        <dsp:cNvPr id="0" name=""/>
        <dsp:cNvSpPr/>
      </dsp:nvSpPr>
      <dsp:spPr>
        <a:xfrm>
          <a:off x="0" y="2198709"/>
          <a:ext cx="7948613" cy="636480"/>
        </a:xfrm>
        <a:prstGeom prst="roundRect">
          <a:avLst/>
        </a:prstGeom>
        <a:gradFill rotWithShape="0">
          <a:gsLst>
            <a:gs pos="0">
              <a:schemeClr val="accent1">
                <a:alpha val="90000"/>
                <a:hueOff val="0"/>
                <a:satOff val="0"/>
                <a:lumOff val="0"/>
                <a:alphaOff val="-24000"/>
                <a:satMod val="103000"/>
                <a:lumMod val="102000"/>
                <a:tint val="94000"/>
              </a:schemeClr>
            </a:gs>
            <a:gs pos="50000">
              <a:schemeClr val="accent1">
                <a:alpha val="90000"/>
                <a:hueOff val="0"/>
                <a:satOff val="0"/>
                <a:lumOff val="0"/>
                <a:alphaOff val="-24000"/>
                <a:satMod val="110000"/>
                <a:lumMod val="100000"/>
                <a:shade val="100000"/>
              </a:schemeClr>
            </a:gs>
            <a:gs pos="100000">
              <a:schemeClr val="accent1">
                <a:alpha val="90000"/>
                <a:hueOff val="0"/>
                <a:satOff val="0"/>
                <a:lumOff val="0"/>
                <a:alphaOff val="-2400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The particular use environment impairs the user’s physical, perceptual, or cognitive capabilities when using the device; </a:t>
          </a:r>
        </a:p>
      </dsp:txBody>
      <dsp:txXfrm>
        <a:off x="31070" y="2229779"/>
        <a:ext cx="7886473" cy="574340"/>
      </dsp:txXfrm>
    </dsp:sp>
    <dsp:sp modelId="{E49ABED4-9845-8F4E-8BDA-DFE0262D6D3B}">
      <dsp:nvSpPr>
        <dsp:cNvPr id="0" name=""/>
        <dsp:cNvSpPr/>
      </dsp:nvSpPr>
      <dsp:spPr>
        <a:xfrm>
          <a:off x="0" y="2881268"/>
          <a:ext cx="7948613" cy="636480"/>
        </a:xfrm>
        <a:prstGeom prst="roundRect">
          <a:avLst/>
        </a:prstGeom>
        <a:gradFill rotWithShape="0">
          <a:gsLst>
            <a:gs pos="0">
              <a:schemeClr val="accent1">
                <a:alpha val="90000"/>
                <a:hueOff val="0"/>
                <a:satOff val="0"/>
                <a:lumOff val="0"/>
                <a:alphaOff val="-32000"/>
                <a:satMod val="103000"/>
                <a:lumMod val="102000"/>
                <a:tint val="94000"/>
              </a:schemeClr>
            </a:gs>
            <a:gs pos="50000">
              <a:schemeClr val="accent1">
                <a:alpha val="90000"/>
                <a:hueOff val="0"/>
                <a:satOff val="0"/>
                <a:lumOff val="0"/>
                <a:alphaOff val="-32000"/>
                <a:satMod val="110000"/>
                <a:lumMod val="100000"/>
                <a:shade val="100000"/>
              </a:schemeClr>
            </a:gs>
            <a:gs pos="100000">
              <a:schemeClr val="accent1">
                <a:alpha val="90000"/>
                <a:hueOff val="0"/>
                <a:satOff val="0"/>
                <a:lumOff val="0"/>
                <a:alphaOff val="-3200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Devices are used in ways that the manufacturer could have anticipated but did not consider; or </a:t>
          </a:r>
        </a:p>
      </dsp:txBody>
      <dsp:txXfrm>
        <a:off x="31070" y="2912338"/>
        <a:ext cx="7886473" cy="574340"/>
      </dsp:txXfrm>
    </dsp:sp>
    <dsp:sp modelId="{6BA24F46-8FB1-944A-8088-84F199759F21}">
      <dsp:nvSpPr>
        <dsp:cNvPr id="0" name=""/>
        <dsp:cNvSpPr/>
      </dsp:nvSpPr>
      <dsp:spPr>
        <a:xfrm>
          <a:off x="0" y="3563829"/>
          <a:ext cx="7948613" cy="636480"/>
        </a:xfrm>
        <a:prstGeom prst="roundRect">
          <a:avLst/>
        </a:prstGeom>
        <a:gradFill rotWithShape="0">
          <a:gsLst>
            <a:gs pos="0">
              <a:schemeClr val="accent1">
                <a:alpha val="90000"/>
                <a:hueOff val="0"/>
                <a:satOff val="0"/>
                <a:lumOff val="0"/>
                <a:alphaOff val="-40000"/>
                <a:satMod val="103000"/>
                <a:lumMod val="102000"/>
                <a:tint val="94000"/>
              </a:schemeClr>
            </a:gs>
            <a:gs pos="50000">
              <a:schemeClr val="accent1">
                <a:alpha val="90000"/>
                <a:hueOff val="0"/>
                <a:satOff val="0"/>
                <a:lumOff val="0"/>
                <a:alphaOff val="-40000"/>
                <a:satMod val="110000"/>
                <a:lumMod val="100000"/>
                <a:shade val="100000"/>
              </a:schemeClr>
            </a:gs>
            <a:gs pos="100000">
              <a:schemeClr val="accent1">
                <a:alpha val="90000"/>
                <a:hueOff val="0"/>
                <a:satOff val="0"/>
                <a:lumOff val="0"/>
                <a:alphaOff val="-4000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Devices are used in ways that were anticipated but inappropriate (e.g., inappropriate user habits) and for which risk elimination or reduction could have been applied but was not. </a:t>
          </a:r>
        </a:p>
      </dsp:txBody>
      <dsp:txXfrm>
        <a:off x="31070" y="3594899"/>
        <a:ext cx="7886473" cy="5743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DD3749-6DC4-754B-80A8-79D6B10625C9}">
      <dsp:nvSpPr>
        <dsp:cNvPr id="0" name=""/>
        <dsp:cNvSpPr/>
      </dsp:nvSpPr>
      <dsp:spPr>
        <a:xfrm>
          <a:off x="2900" y="164953"/>
          <a:ext cx="2828232" cy="374400"/>
        </a:xfrm>
        <a:prstGeom prst="rect">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w="12700" cap="flat" cmpd="sng" algn="ctr">
          <a:solidFill>
            <a:schemeClr val="accent1">
              <a:shade val="80000"/>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1.1</a:t>
          </a:r>
          <a:r>
            <a:rPr lang="en-US" sz="1600" kern="1200" dirty="0"/>
            <a:t> </a:t>
          </a:r>
          <a:r>
            <a:rPr lang="en-US" sz="1600" b="1" kern="1200" dirty="0"/>
            <a:t>Device Users</a:t>
          </a:r>
          <a:endParaRPr lang="en-US" sz="1600" kern="1200" dirty="0"/>
        </a:p>
      </dsp:txBody>
      <dsp:txXfrm>
        <a:off x="2900" y="164953"/>
        <a:ext cx="2828232" cy="374400"/>
      </dsp:txXfrm>
    </dsp:sp>
    <dsp:sp modelId="{3B486D1B-C2EB-0B4A-B5E4-54C05C6F887F}">
      <dsp:nvSpPr>
        <dsp:cNvPr id="0" name=""/>
        <dsp:cNvSpPr/>
      </dsp:nvSpPr>
      <dsp:spPr>
        <a:xfrm>
          <a:off x="2900" y="539353"/>
          <a:ext cx="2828232" cy="27834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b="1" kern="1200" dirty="0">
              <a:latin typeface="Calibri" panose="020F0502020204030204" pitchFamily="34" charset="0"/>
            </a:rPr>
            <a:t>User groups</a:t>
          </a:r>
          <a:r>
            <a:rPr lang="en-US" sz="1300" kern="1200" dirty="0">
              <a:latin typeface="Calibri" panose="020F0502020204030204" pitchFamily="34" charset="0"/>
            </a:rPr>
            <a:t>: Who purchases the device, receives the device, unpacks the device, sets up the device, uses the device, cleans or reprocesses the device, disposes of the device</a:t>
          </a:r>
          <a:endParaRPr lang="en-US" sz="1300" kern="1200" dirty="0"/>
        </a:p>
        <a:p>
          <a:pPr marL="114300" lvl="1" indent="-114300" algn="l" defTabSz="577850">
            <a:lnSpc>
              <a:spcPct val="90000"/>
            </a:lnSpc>
            <a:spcBef>
              <a:spcPct val="0"/>
            </a:spcBef>
            <a:spcAft>
              <a:spcPct val="15000"/>
            </a:spcAft>
            <a:buChar char="•"/>
          </a:pPr>
          <a:r>
            <a:rPr lang="en-US" sz="1300" b="1" kern="1200" dirty="0">
              <a:latin typeface="Calibri" panose="020F0502020204030204" pitchFamily="34" charset="0"/>
            </a:rPr>
            <a:t>User Characteristics</a:t>
          </a:r>
          <a:r>
            <a:rPr lang="en-US" sz="1300" kern="1200" dirty="0">
              <a:latin typeface="Calibri" panose="020F0502020204030204" pitchFamily="34" charset="0"/>
            </a:rPr>
            <a:t>: Physical size, strength, stamina; Physical Limitations; Sensory and cognitive abilities; Medical conditions; Literacy and Language skills; Level of education and heal literacy; Mental &amp; Emotional state of use; General knowledge of similar devices; Training.</a:t>
          </a:r>
        </a:p>
      </dsp:txBody>
      <dsp:txXfrm>
        <a:off x="2900" y="539353"/>
        <a:ext cx="2828232" cy="2783430"/>
      </dsp:txXfrm>
    </dsp:sp>
    <dsp:sp modelId="{23003D30-40A9-9346-8D9A-5848E3A70DA3}">
      <dsp:nvSpPr>
        <dsp:cNvPr id="0" name=""/>
        <dsp:cNvSpPr/>
      </dsp:nvSpPr>
      <dsp:spPr>
        <a:xfrm>
          <a:off x="3227085" y="164953"/>
          <a:ext cx="2828232" cy="374400"/>
        </a:xfrm>
        <a:prstGeom prst="rect">
          <a:avLst/>
        </a:prstGeom>
        <a:gradFill rotWithShape="0">
          <a:gsLst>
            <a:gs pos="0">
              <a:schemeClr val="accent1">
                <a:shade val="80000"/>
                <a:hueOff val="272799"/>
                <a:satOff val="-28446"/>
                <a:lumOff val="19110"/>
                <a:alphaOff val="0"/>
                <a:satMod val="103000"/>
                <a:lumMod val="102000"/>
                <a:tint val="94000"/>
              </a:schemeClr>
            </a:gs>
            <a:gs pos="50000">
              <a:schemeClr val="accent1">
                <a:shade val="80000"/>
                <a:hueOff val="272799"/>
                <a:satOff val="-28446"/>
                <a:lumOff val="19110"/>
                <a:alphaOff val="0"/>
                <a:satMod val="110000"/>
                <a:lumMod val="100000"/>
                <a:shade val="100000"/>
              </a:schemeClr>
            </a:gs>
            <a:gs pos="100000">
              <a:schemeClr val="accent1">
                <a:shade val="80000"/>
                <a:hueOff val="272799"/>
                <a:satOff val="-28446"/>
                <a:lumOff val="19110"/>
                <a:alphaOff val="0"/>
                <a:lumMod val="99000"/>
                <a:satMod val="120000"/>
                <a:shade val="78000"/>
              </a:schemeClr>
            </a:gs>
          </a:gsLst>
          <a:lin ang="5400000" scaled="0"/>
        </a:gradFill>
        <a:ln w="12700" cap="flat" cmpd="sng" algn="ctr">
          <a:solidFill>
            <a:schemeClr val="accent1">
              <a:shade val="80000"/>
              <a:hueOff val="272799"/>
              <a:satOff val="-28446"/>
              <a:lumOff val="1911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1.2 Use Environments</a:t>
          </a:r>
          <a:endParaRPr lang="en-US" sz="1600" kern="1200" dirty="0"/>
        </a:p>
      </dsp:txBody>
      <dsp:txXfrm>
        <a:off x="3227085" y="164953"/>
        <a:ext cx="2828232" cy="374400"/>
      </dsp:txXfrm>
    </dsp:sp>
    <dsp:sp modelId="{224F60B9-19A9-D247-B03D-1A89B04027FC}">
      <dsp:nvSpPr>
        <dsp:cNvPr id="0" name=""/>
        <dsp:cNvSpPr/>
      </dsp:nvSpPr>
      <dsp:spPr>
        <a:xfrm>
          <a:off x="3227085" y="539353"/>
          <a:ext cx="2828232" cy="27834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Lighting</a:t>
          </a:r>
        </a:p>
        <a:p>
          <a:pPr marL="114300" lvl="1" indent="-114300" algn="l" defTabSz="577850">
            <a:lnSpc>
              <a:spcPct val="90000"/>
            </a:lnSpc>
            <a:spcBef>
              <a:spcPct val="0"/>
            </a:spcBef>
            <a:spcAft>
              <a:spcPct val="15000"/>
            </a:spcAft>
            <a:buChar char="•"/>
          </a:pPr>
          <a:r>
            <a:rPr lang="en-US" sz="1300" kern="1200" dirty="0"/>
            <a:t> Noise</a:t>
          </a:r>
        </a:p>
        <a:p>
          <a:pPr marL="114300" lvl="1" indent="-114300" algn="l" defTabSz="577850">
            <a:lnSpc>
              <a:spcPct val="90000"/>
            </a:lnSpc>
            <a:spcBef>
              <a:spcPct val="0"/>
            </a:spcBef>
            <a:spcAft>
              <a:spcPct val="15000"/>
            </a:spcAft>
            <a:buChar char="•"/>
          </a:pPr>
          <a:r>
            <a:rPr lang="en-US" sz="1300" kern="1200" dirty="0"/>
            <a:t>Flooring</a:t>
          </a:r>
        </a:p>
        <a:p>
          <a:pPr marL="114300" lvl="1" indent="-114300" algn="l" defTabSz="577850">
            <a:lnSpc>
              <a:spcPct val="90000"/>
            </a:lnSpc>
            <a:spcBef>
              <a:spcPct val="0"/>
            </a:spcBef>
            <a:spcAft>
              <a:spcPct val="15000"/>
            </a:spcAft>
            <a:buChar char="•"/>
          </a:pPr>
          <a:r>
            <a:rPr lang="en-US" sz="1300" kern="1200" dirty="0"/>
            <a:t>Temperature</a:t>
          </a:r>
        </a:p>
        <a:p>
          <a:pPr marL="114300" lvl="1" indent="-114300" algn="l" defTabSz="577850">
            <a:lnSpc>
              <a:spcPct val="90000"/>
            </a:lnSpc>
            <a:spcBef>
              <a:spcPct val="0"/>
            </a:spcBef>
            <a:spcAft>
              <a:spcPct val="15000"/>
            </a:spcAft>
            <a:buChar char="•"/>
          </a:pPr>
          <a:r>
            <a:rPr lang="en-US" sz="1300" kern="1200" dirty="0"/>
            <a:t>Number of people in the environment</a:t>
          </a:r>
        </a:p>
        <a:p>
          <a:pPr marL="114300" lvl="1" indent="-114300" algn="l" defTabSz="577850">
            <a:lnSpc>
              <a:spcPct val="90000"/>
            </a:lnSpc>
            <a:spcBef>
              <a:spcPct val="0"/>
            </a:spcBef>
            <a:spcAft>
              <a:spcPct val="15000"/>
            </a:spcAft>
            <a:buChar char="•"/>
          </a:pPr>
          <a:r>
            <a:rPr lang="en-US" sz="1300" kern="1200" dirty="0"/>
            <a:t>Amount of space users have</a:t>
          </a:r>
        </a:p>
      </dsp:txBody>
      <dsp:txXfrm>
        <a:off x="3227085" y="539353"/>
        <a:ext cx="2828232" cy="2783430"/>
      </dsp:txXfrm>
    </dsp:sp>
    <dsp:sp modelId="{2A31CDC0-8EFB-AA49-B78D-9D17D893FB0A}">
      <dsp:nvSpPr>
        <dsp:cNvPr id="0" name=""/>
        <dsp:cNvSpPr/>
      </dsp:nvSpPr>
      <dsp:spPr>
        <a:xfrm>
          <a:off x="6451270" y="164953"/>
          <a:ext cx="2828232" cy="374400"/>
        </a:xfrm>
        <a:prstGeom prst="rect">
          <a:avLst/>
        </a:prstGeom>
        <a:gradFill rotWithShape="0">
          <a:gsLst>
            <a:gs pos="0">
              <a:schemeClr val="accent1">
                <a:shade val="80000"/>
                <a:hueOff val="545598"/>
                <a:satOff val="-56892"/>
                <a:lumOff val="38221"/>
                <a:alphaOff val="0"/>
                <a:satMod val="103000"/>
                <a:lumMod val="102000"/>
                <a:tint val="94000"/>
              </a:schemeClr>
            </a:gs>
            <a:gs pos="50000">
              <a:schemeClr val="accent1">
                <a:shade val="80000"/>
                <a:hueOff val="545598"/>
                <a:satOff val="-56892"/>
                <a:lumOff val="38221"/>
                <a:alphaOff val="0"/>
                <a:satMod val="110000"/>
                <a:lumMod val="100000"/>
                <a:shade val="100000"/>
              </a:schemeClr>
            </a:gs>
            <a:gs pos="100000">
              <a:schemeClr val="accent1">
                <a:shade val="80000"/>
                <a:hueOff val="545598"/>
                <a:satOff val="-56892"/>
                <a:lumOff val="38221"/>
                <a:alphaOff val="0"/>
                <a:lumMod val="99000"/>
                <a:satMod val="120000"/>
                <a:shade val="78000"/>
              </a:schemeClr>
            </a:gs>
          </a:gsLst>
          <a:lin ang="5400000" scaled="0"/>
        </a:gradFill>
        <a:ln w="12700" cap="flat" cmpd="sng" algn="ctr">
          <a:solidFill>
            <a:schemeClr val="accent1">
              <a:shade val="80000"/>
              <a:hueOff val="545598"/>
              <a:satOff val="-56892"/>
              <a:lumOff val="3822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1.3 User interface</a:t>
          </a:r>
          <a:endParaRPr lang="en-US" sz="1600" kern="1200" dirty="0"/>
        </a:p>
      </dsp:txBody>
      <dsp:txXfrm>
        <a:off x="6451270" y="164953"/>
        <a:ext cx="2828232" cy="374400"/>
      </dsp:txXfrm>
    </dsp:sp>
    <dsp:sp modelId="{E9A934E5-9F49-0248-A3B9-E88F815A39E6}">
      <dsp:nvSpPr>
        <dsp:cNvPr id="0" name=""/>
        <dsp:cNvSpPr/>
      </dsp:nvSpPr>
      <dsp:spPr>
        <a:xfrm>
          <a:off x="6451270" y="539353"/>
          <a:ext cx="2828232" cy="27834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Packaging</a:t>
          </a:r>
        </a:p>
        <a:p>
          <a:pPr marL="114300" lvl="1" indent="-114300" algn="l" defTabSz="577850">
            <a:lnSpc>
              <a:spcPct val="90000"/>
            </a:lnSpc>
            <a:spcBef>
              <a:spcPct val="0"/>
            </a:spcBef>
            <a:spcAft>
              <a:spcPct val="15000"/>
            </a:spcAft>
            <a:buChar char="•"/>
          </a:pPr>
          <a:r>
            <a:rPr lang="en-US" sz="1300" kern="1200" dirty="0"/>
            <a:t>Training</a:t>
          </a:r>
        </a:p>
        <a:p>
          <a:pPr marL="114300" lvl="1" indent="-114300" algn="l" defTabSz="577850">
            <a:lnSpc>
              <a:spcPct val="90000"/>
            </a:lnSpc>
            <a:spcBef>
              <a:spcPct val="0"/>
            </a:spcBef>
            <a:spcAft>
              <a:spcPct val="15000"/>
            </a:spcAft>
            <a:buChar char="•"/>
          </a:pPr>
          <a:r>
            <a:rPr lang="en-US" sz="1300" kern="1200" dirty="0"/>
            <a:t>Instructions for Use (IFUs), Labeling</a:t>
          </a:r>
        </a:p>
        <a:p>
          <a:pPr marL="114300" lvl="1" indent="-114300" algn="l" defTabSz="577850">
            <a:lnSpc>
              <a:spcPct val="90000"/>
            </a:lnSpc>
            <a:spcBef>
              <a:spcPct val="0"/>
            </a:spcBef>
            <a:spcAft>
              <a:spcPct val="15000"/>
            </a:spcAft>
            <a:buChar char="•"/>
          </a:pPr>
          <a:r>
            <a:rPr lang="en-US" sz="1300" kern="1200" dirty="0"/>
            <a:t>Graphical User Interface</a:t>
          </a:r>
        </a:p>
      </dsp:txBody>
      <dsp:txXfrm>
        <a:off x="6451270" y="539353"/>
        <a:ext cx="2828232" cy="27834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BBB358-6616-4E4B-8AA1-CB2977653972}">
      <dsp:nvSpPr>
        <dsp:cNvPr id="0" name=""/>
        <dsp:cNvSpPr/>
      </dsp:nvSpPr>
      <dsp:spPr>
        <a:xfrm>
          <a:off x="0" y="39450"/>
          <a:ext cx="6900512"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Evaluate interface elements in prototype forms</a:t>
          </a:r>
        </a:p>
      </dsp:txBody>
      <dsp:txXfrm>
        <a:off x="28786" y="68236"/>
        <a:ext cx="6842940" cy="532107"/>
      </dsp:txXfrm>
    </dsp:sp>
    <dsp:sp modelId="{B0AA31A1-9B4A-9D4B-803E-BDA7C18CEF5A}">
      <dsp:nvSpPr>
        <dsp:cNvPr id="0" name=""/>
        <dsp:cNvSpPr/>
      </dsp:nvSpPr>
      <dsp:spPr>
        <a:xfrm>
          <a:off x="0" y="629130"/>
          <a:ext cx="6900512"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Early focus on “critical tasks”</a:t>
          </a:r>
        </a:p>
      </dsp:txBody>
      <dsp:txXfrm>
        <a:off x="0" y="629130"/>
        <a:ext cx="6900512" cy="397440"/>
      </dsp:txXfrm>
    </dsp:sp>
    <dsp:sp modelId="{97A01A50-D5FA-A945-B898-3DF89D4630B1}">
      <dsp:nvSpPr>
        <dsp:cNvPr id="0" name=""/>
        <dsp:cNvSpPr/>
      </dsp:nvSpPr>
      <dsp:spPr>
        <a:xfrm>
          <a:off x="0" y="1026570"/>
          <a:ext cx="6900512"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Common Methods: Empirical</a:t>
          </a:r>
        </a:p>
      </dsp:txBody>
      <dsp:txXfrm>
        <a:off x="28786" y="1055356"/>
        <a:ext cx="6842940" cy="532107"/>
      </dsp:txXfrm>
    </dsp:sp>
    <dsp:sp modelId="{4C2B80E0-7A78-DD4F-A390-FB65D9CE8D96}">
      <dsp:nvSpPr>
        <dsp:cNvPr id="0" name=""/>
        <dsp:cNvSpPr/>
      </dsp:nvSpPr>
      <dsp:spPr>
        <a:xfrm>
          <a:off x="0" y="1616250"/>
          <a:ext cx="6900512" cy="13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Interviews</a:t>
          </a:r>
        </a:p>
        <a:p>
          <a:pPr marL="171450" lvl="1" indent="-171450" algn="l" defTabSz="844550">
            <a:lnSpc>
              <a:spcPct val="90000"/>
            </a:lnSpc>
            <a:spcBef>
              <a:spcPct val="0"/>
            </a:spcBef>
            <a:spcAft>
              <a:spcPct val="20000"/>
            </a:spcAft>
            <a:buChar char="•"/>
          </a:pPr>
          <a:r>
            <a:rPr lang="en-US" sz="1900" kern="1200"/>
            <a:t>Contextual Inquiry</a:t>
          </a:r>
        </a:p>
        <a:p>
          <a:pPr marL="171450" lvl="1" indent="-171450" algn="l" defTabSz="844550">
            <a:lnSpc>
              <a:spcPct val="90000"/>
            </a:lnSpc>
            <a:spcBef>
              <a:spcPct val="0"/>
            </a:spcBef>
            <a:spcAft>
              <a:spcPct val="20000"/>
            </a:spcAft>
            <a:buChar char="•"/>
          </a:pPr>
          <a:r>
            <a:rPr lang="en-US" sz="1900" kern="1200" dirty="0"/>
            <a:t>Cognitive Walk Throughs / Think </a:t>
          </a:r>
          <a:r>
            <a:rPr lang="en-US" sz="1900" kern="1200" dirty="0" err="1"/>
            <a:t>alouds</a:t>
          </a:r>
          <a:endParaRPr lang="en-US" sz="1900" kern="1200" dirty="0"/>
        </a:p>
        <a:p>
          <a:pPr marL="171450" lvl="1" indent="-171450" algn="l" defTabSz="844550">
            <a:lnSpc>
              <a:spcPct val="90000"/>
            </a:lnSpc>
            <a:spcBef>
              <a:spcPct val="0"/>
            </a:spcBef>
            <a:spcAft>
              <a:spcPct val="20000"/>
            </a:spcAft>
            <a:buChar char="•"/>
          </a:pPr>
          <a:r>
            <a:rPr lang="en-US" sz="1900" kern="1200"/>
            <a:t>Simulated Use testing</a:t>
          </a:r>
        </a:p>
      </dsp:txBody>
      <dsp:txXfrm>
        <a:off x="0" y="1616250"/>
        <a:ext cx="6900512" cy="1316520"/>
      </dsp:txXfrm>
    </dsp:sp>
    <dsp:sp modelId="{963360CB-14F2-A240-80FC-E4D86C7F9770}">
      <dsp:nvSpPr>
        <dsp:cNvPr id="0" name=""/>
        <dsp:cNvSpPr/>
      </dsp:nvSpPr>
      <dsp:spPr>
        <a:xfrm>
          <a:off x="0" y="2932770"/>
          <a:ext cx="6900512"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Sample sizes </a:t>
          </a:r>
        </a:p>
      </dsp:txBody>
      <dsp:txXfrm>
        <a:off x="28786" y="2961556"/>
        <a:ext cx="6842940" cy="532107"/>
      </dsp:txXfrm>
    </dsp:sp>
    <dsp:sp modelId="{23692EC5-FAA3-0741-A680-357024572313}">
      <dsp:nvSpPr>
        <dsp:cNvPr id="0" name=""/>
        <dsp:cNvSpPr/>
      </dsp:nvSpPr>
      <dsp:spPr>
        <a:xfrm>
          <a:off x="0" y="3522450"/>
          <a:ext cx="6900512"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5-7 participants</a:t>
          </a:r>
        </a:p>
      </dsp:txBody>
      <dsp:txXfrm>
        <a:off x="0" y="3522450"/>
        <a:ext cx="6900512" cy="397440"/>
      </dsp:txXfrm>
    </dsp:sp>
    <dsp:sp modelId="{744D4965-7191-0F40-8B94-BC9841249736}">
      <dsp:nvSpPr>
        <dsp:cNvPr id="0" name=""/>
        <dsp:cNvSpPr/>
      </dsp:nvSpPr>
      <dsp:spPr>
        <a:xfrm>
          <a:off x="0" y="3919890"/>
          <a:ext cx="6900512"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Update</a:t>
          </a:r>
        </a:p>
      </dsp:txBody>
      <dsp:txXfrm>
        <a:off x="28786" y="3948676"/>
        <a:ext cx="6842940" cy="532107"/>
      </dsp:txXfrm>
    </dsp:sp>
    <dsp:sp modelId="{CFF53720-E02B-2348-A145-B77B7EA2CCB7}">
      <dsp:nvSpPr>
        <dsp:cNvPr id="0" name=""/>
        <dsp:cNvSpPr/>
      </dsp:nvSpPr>
      <dsp:spPr>
        <a:xfrm>
          <a:off x="0" y="4509570"/>
          <a:ext cx="6900512"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Task analysis, Critical tasks, Requirements</a:t>
          </a:r>
        </a:p>
      </dsp:txBody>
      <dsp:txXfrm>
        <a:off x="0" y="4509570"/>
        <a:ext cx="6900512" cy="397440"/>
      </dsp:txXfrm>
    </dsp:sp>
    <dsp:sp modelId="{EE1B2BB2-7800-0542-BFC6-DE3437F3E3FC}">
      <dsp:nvSpPr>
        <dsp:cNvPr id="0" name=""/>
        <dsp:cNvSpPr/>
      </dsp:nvSpPr>
      <dsp:spPr>
        <a:xfrm>
          <a:off x="0" y="4907010"/>
          <a:ext cx="6900512"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Iterate and retest</a:t>
          </a:r>
        </a:p>
      </dsp:txBody>
      <dsp:txXfrm>
        <a:off x="28786" y="4935796"/>
        <a:ext cx="6842940" cy="5321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E7F839-178D-D249-9C41-1438C6AF4248}">
      <dsp:nvSpPr>
        <dsp:cNvPr id="0" name=""/>
        <dsp:cNvSpPr/>
      </dsp:nvSpPr>
      <dsp:spPr>
        <a:xfrm>
          <a:off x="728" y="160894"/>
          <a:ext cx="2786207" cy="848325"/>
        </a:xfrm>
        <a:prstGeom prst="roundRect">
          <a:avLst>
            <a:gd name="adj" fmla="val 10000"/>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1. Inherent safety by design</a:t>
          </a:r>
        </a:p>
      </dsp:txBody>
      <dsp:txXfrm>
        <a:off x="25575" y="185741"/>
        <a:ext cx="2736513" cy="798631"/>
      </dsp:txXfrm>
    </dsp:sp>
    <dsp:sp modelId="{D284EF31-76B9-554D-AC3D-0388DFF64AB3}">
      <dsp:nvSpPr>
        <dsp:cNvPr id="0" name=""/>
        <dsp:cNvSpPr/>
      </dsp:nvSpPr>
      <dsp:spPr>
        <a:xfrm>
          <a:off x="279349" y="1009220"/>
          <a:ext cx="278620" cy="636244"/>
        </a:xfrm>
        <a:custGeom>
          <a:avLst/>
          <a:gdLst/>
          <a:ahLst/>
          <a:cxnLst/>
          <a:rect l="0" t="0" r="0" b="0"/>
          <a:pathLst>
            <a:path>
              <a:moveTo>
                <a:pt x="0" y="0"/>
              </a:moveTo>
              <a:lnTo>
                <a:pt x="0" y="636244"/>
              </a:lnTo>
              <a:lnTo>
                <a:pt x="278620" y="636244"/>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5D2FA3-6B00-D946-A3DA-3484A1A52720}">
      <dsp:nvSpPr>
        <dsp:cNvPr id="0" name=""/>
        <dsp:cNvSpPr/>
      </dsp:nvSpPr>
      <dsp:spPr>
        <a:xfrm>
          <a:off x="557970" y="1221302"/>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 out”  risks and use errors</a:t>
          </a:r>
        </a:p>
      </dsp:txBody>
      <dsp:txXfrm>
        <a:off x="582817" y="1246149"/>
        <a:ext cx="1307627" cy="798631"/>
      </dsp:txXfrm>
    </dsp:sp>
    <dsp:sp modelId="{7262C8B6-A09F-9D40-BE63-F808E3506563}">
      <dsp:nvSpPr>
        <dsp:cNvPr id="0" name=""/>
        <dsp:cNvSpPr/>
      </dsp:nvSpPr>
      <dsp:spPr>
        <a:xfrm>
          <a:off x="3211099" y="160894"/>
          <a:ext cx="2438207" cy="848325"/>
        </a:xfrm>
        <a:prstGeom prst="roundRect">
          <a:avLst>
            <a:gd name="adj" fmla="val 10000"/>
          </a:avLst>
        </a:prstGeom>
        <a:gradFill rotWithShape="0">
          <a:gsLst>
            <a:gs pos="0">
              <a:schemeClr val="accent2">
                <a:shade val="80000"/>
                <a:hueOff val="-227502"/>
                <a:satOff val="4255"/>
                <a:lumOff val="13560"/>
                <a:alphaOff val="0"/>
                <a:satMod val="103000"/>
                <a:lumMod val="102000"/>
                <a:tint val="94000"/>
              </a:schemeClr>
            </a:gs>
            <a:gs pos="50000">
              <a:schemeClr val="accent2">
                <a:shade val="80000"/>
                <a:hueOff val="-227502"/>
                <a:satOff val="4255"/>
                <a:lumOff val="13560"/>
                <a:alphaOff val="0"/>
                <a:satMod val="110000"/>
                <a:lumMod val="100000"/>
                <a:shade val="100000"/>
              </a:schemeClr>
            </a:gs>
            <a:gs pos="100000">
              <a:schemeClr val="accent2">
                <a:shade val="80000"/>
                <a:hueOff val="-227502"/>
                <a:satOff val="4255"/>
                <a:lumOff val="1356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2. Protective measures in design”</a:t>
          </a:r>
        </a:p>
      </dsp:txBody>
      <dsp:txXfrm>
        <a:off x="3235946" y="185741"/>
        <a:ext cx="2388513" cy="798631"/>
      </dsp:txXfrm>
    </dsp:sp>
    <dsp:sp modelId="{EB7A5708-C432-4D44-808B-211A20E39B9F}">
      <dsp:nvSpPr>
        <dsp:cNvPr id="0" name=""/>
        <dsp:cNvSpPr/>
      </dsp:nvSpPr>
      <dsp:spPr>
        <a:xfrm>
          <a:off x="3454920" y="1009220"/>
          <a:ext cx="243820" cy="636244"/>
        </a:xfrm>
        <a:custGeom>
          <a:avLst/>
          <a:gdLst/>
          <a:ahLst/>
          <a:cxnLst/>
          <a:rect l="0" t="0" r="0" b="0"/>
          <a:pathLst>
            <a:path>
              <a:moveTo>
                <a:pt x="0" y="0"/>
              </a:moveTo>
              <a:lnTo>
                <a:pt x="0" y="636244"/>
              </a:lnTo>
              <a:lnTo>
                <a:pt x="243820" y="636244"/>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58B2B9-56D3-1B4C-A201-8DAC7611FC3E}">
      <dsp:nvSpPr>
        <dsp:cNvPr id="0" name=""/>
        <dsp:cNvSpPr/>
      </dsp:nvSpPr>
      <dsp:spPr>
        <a:xfrm>
          <a:off x="3698740" y="1221302"/>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75834"/>
              <a:satOff val="1418"/>
              <a:lumOff val="452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a:t>Warnings</a:t>
          </a:r>
        </a:p>
      </dsp:txBody>
      <dsp:txXfrm>
        <a:off x="3723587" y="1246149"/>
        <a:ext cx="1307627" cy="798631"/>
      </dsp:txXfrm>
    </dsp:sp>
    <dsp:sp modelId="{CAF7A124-2B9F-AF4C-85A2-41475CAEE488}">
      <dsp:nvSpPr>
        <dsp:cNvPr id="0" name=""/>
        <dsp:cNvSpPr/>
      </dsp:nvSpPr>
      <dsp:spPr>
        <a:xfrm>
          <a:off x="3454920" y="1009220"/>
          <a:ext cx="243820" cy="1696651"/>
        </a:xfrm>
        <a:custGeom>
          <a:avLst/>
          <a:gdLst/>
          <a:ahLst/>
          <a:cxnLst/>
          <a:rect l="0" t="0" r="0" b="0"/>
          <a:pathLst>
            <a:path>
              <a:moveTo>
                <a:pt x="0" y="0"/>
              </a:moveTo>
              <a:lnTo>
                <a:pt x="0" y="1696651"/>
              </a:lnTo>
              <a:lnTo>
                <a:pt x="243820" y="1696651"/>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DE6BE6-3D4F-BA46-AA66-C4D33C2DD0DE}">
      <dsp:nvSpPr>
        <dsp:cNvPr id="0" name=""/>
        <dsp:cNvSpPr/>
      </dsp:nvSpPr>
      <dsp:spPr>
        <a:xfrm>
          <a:off x="3698740" y="2281709"/>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151668"/>
              <a:satOff val="2837"/>
              <a:lumOff val="904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a:t>Alerts</a:t>
          </a:r>
        </a:p>
      </dsp:txBody>
      <dsp:txXfrm>
        <a:off x="3723587" y="2306556"/>
        <a:ext cx="1307627" cy="798631"/>
      </dsp:txXfrm>
    </dsp:sp>
    <dsp:sp modelId="{DE53D4D4-8C42-7242-83AB-5825AE553762}">
      <dsp:nvSpPr>
        <dsp:cNvPr id="0" name=""/>
        <dsp:cNvSpPr/>
      </dsp:nvSpPr>
      <dsp:spPr>
        <a:xfrm>
          <a:off x="3454920" y="1009220"/>
          <a:ext cx="243820" cy="2757059"/>
        </a:xfrm>
        <a:custGeom>
          <a:avLst/>
          <a:gdLst/>
          <a:ahLst/>
          <a:cxnLst/>
          <a:rect l="0" t="0" r="0" b="0"/>
          <a:pathLst>
            <a:path>
              <a:moveTo>
                <a:pt x="0" y="0"/>
              </a:moveTo>
              <a:lnTo>
                <a:pt x="0" y="2757059"/>
              </a:lnTo>
              <a:lnTo>
                <a:pt x="243820" y="2757059"/>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BD5F2C-8061-E64C-A29F-3AAE710A6CDE}">
      <dsp:nvSpPr>
        <dsp:cNvPr id="0" name=""/>
        <dsp:cNvSpPr/>
      </dsp:nvSpPr>
      <dsp:spPr>
        <a:xfrm>
          <a:off x="3698740" y="3342117"/>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227502"/>
              <a:satOff val="4255"/>
              <a:lumOff val="1356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a:t>Physical safeguards</a:t>
          </a:r>
        </a:p>
      </dsp:txBody>
      <dsp:txXfrm>
        <a:off x="3723587" y="3366964"/>
        <a:ext cx="1307627" cy="798631"/>
      </dsp:txXfrm>
    </dsp:sp>
    <dsp:sp modelId="{674D823B-56DD-C042-852A-49A4CF833CA1}">
      <dsp:nvSpPr>
        <dsp:cNvPr id="0" name=""/>
        <dsp:cNvSpPr/>
      </dsp:nvSpPr>
      <dsp:spPr>
        <a:xfrm>
          <a:off x="6073469" y="160894"/>
          <a:ext cx="2558703" cy="848325"/>
        </a:xfrm>
        <a:prstGeom prst="roundRect">
          <a:avLst>
            <a:gd name="adj" fmla="val 10000"/>
          </a:avLst>
        </a:prstGeom>
        <a:gradFill rotWithShape="0">
          <a:gsLst>
            <a:gs pos="0">
              <a:schemeClr val="accent2">
                <a:shade val="80000"/>
                <a:hueOff val="-455004"/>
                <a:satOff val="8510"/>
                <a:lumOff val="27121"/>
                <a:alphaOff val="0"/>
                <a:satMod val="103000"/>
                <a:lumMod val="102000"/>
                <a:tint val="94000"/>
              </a:schemeClr>
            </a:gs>
            <a:gs pos="50000">
              <a:schemeClr val="accent2">
                <a:shade val="80000"/>
                <a:hueOff val="-455004"/>
                <a:satOff val="8510"/>
                <a:lumOff val="27121"/>
                <a:alphaOff val="0"/>
                <a:satMod val="110000"/>
                <a:lumMod val="100000"/>
                <a:shade val="100000"/>
              </a:schemeClr>
            </a:gs>
            <a:gs pos="100000">
              <a:schemeClr val="accent2">
                <a:shade val="80000"/>
                <a:hueOff val="-455004"/>
                <a:satOff val="8510"/>
                <a:lumOff val="2712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3. Information: </a:t>
          </a:r>
        </a:p>
      </dsp:txBody>
      <dsp:txXfrm>
        <a:off x="6098316" y="185741"/>
        <a:ext cx="2509009" cy="798631"/>
      </dsp:txXfrm>
    </dsp:sp>
    <dsp:sp modelId="{8403E6CD-C6AB-3B48-8EB1-8F2171113DFA}">
      <dsp:nvSpPr>
        <dsp:cNvPr id="0" name=""/>
        <dsp:cNvSpPr/>
      </dsp:nvSpPr>
      <dsp:spPr>
        <a:xfrm>
          <a:off x="6329340" y="1009220"/>
          <a:ext cx="255870" cy="636244"/>
        </a:xfrm>
        <a:custGeom>
          <a:avLst/>
          <a:gdLst/>
          <a:ahLst/>
          <a:cxnLst/>
          <a:rect l="0" t="0" r="0" b="0"/>
          <a:pathLst>
            <a:path>
              <a:moveTo>
                <a:pt x="0" y="0"/>
              </a:moveTo>
              <a:lnTo>
                <a:pt x="0" y="636244"/>
              </a:lnTo>
              <a:lnTo>
                <a:pt x="255870" y="636244"/>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F2DFEE-A788-2D47-BBC9-24C8C3A181E7}">
      <dsp:nvSpPr>
        <dsp:cNvPr id="0" name=""/>
        <dsp:cNvSpPr/>
      </dsp:nvSpPr>
      <dsp:spPr>
        <a:xfrm>
          <a:off x="6585210" y="1221302"/>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303336"/>
              <a:satOff val="5673"/>
              <a:lumOff val="1808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a:t>User guides</a:t>
          </a:r>
        </a:p>
      </dsp:txBody>
      <dsp:txXfrm>
        <a:off x="6610057" y="1246149"/>
        <a:ext cx="1307627" cy="798631"/>
      </dsp:txXfrm>
    </dsp:sp>
    <dsp:sp modelId="{0F8D1465-479F-7A4C-9311-AA10EC5B73B3}">
      <dsp:nvSpPr>
        <dsp:cNvPr id="0" name=""/>
        <dsp:cNvSpPr/>
      </dsp:nvSpPr>
      <dsp:spPr>
        <a:xfrm>
          <a:off x="6329340" y="1009220"/>
          <a:ext cx="255870" cy="1696651"/>
        </a:xfrm>
        <a:custGeom>
          <a:avLst/>
          <a:gdLst/>
          <a:ahLst/>
          <a:cxnLst/>
          <a:rect l="0" t="0" r="0" b="0"/>
          <a:pathLst>
            <a:path>
              <a:moveTo>
                <a:pt x="0" y="0"/>
              </a:moveTo>
              <a:lnTo>
                <a:pt x="0" y="1696651"/>
              </a:lnTo>
              <a:lnTo>
                <a:pt x="255870" y="1696651"/>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70F216-9E26-6F48-A8C2-058EDFD433F7}">
      <dsp:nvSpPr>
        <dsp:cNvPr id="0" name=""/>
        <dsp:cNvSpPr/>
      </dsp:nvSpPr>
      <dsp:spPr>
        <a:xfrm>
          <a:off x="6585210" y="2281709"/>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379170"/>
              <a:satOff val="7092"/>
              <a:lumOff val="2260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a:t>Warning Labels </a:t>
          </a:r>
        </a:p>
      </dsp:txBody>
      <dsp:txXfrm>
        <a:off x="6610057" y="2306556"/>
        <a:ext cx="1307627" cy="798631"/>
      </dsp:txXfrm>
    </dsp:sp>
    <dsp:sp modelId="{C16F0994-BF9C-284C-ABED-E7DC81847F46}">
      <dsp:nvSpPr>
        <dsp:cNvPr id="0" name=""/>
        <dsp:cNvSpPr/>
      </dsp:nvSpPr>
      <dsp:spPr>
        <a:xfrm>
          <a:off x="6329340" y="1009220"/>
          <a:ext cx="255870" cy="2757059"/>
        </a:xfrm>
        <a:custGeom>
          <a:avLst/>
          <a:gdLst/>
          <a:ahLst/>
          <a:cxnLst/>
          <a:rect l="0" t="0" r="0" b="0"/>
          <a:pathLst>
            <a:path>
              <a:moveTo>
                <a:pt x="0" y="0"/>
              </a:moveTo>
              <a:lnTo>
                <a:pt x="0" y="2757059"/>
              </a:lnTo>
              <a:lnTo>
                <a:pt x="255870" y="2757059"/>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AEB0D0-4A68-D947-BA25-36B2B4942740}">
      <dsp:nvSpPr>
        <dsp:cNvPr id="0" name=""/>
        <dsp:cNvSpPr/>
      </dsp:nvSpPr>
      <dsp:spPr>
        <a:xfrm>
          <a:off x="6585210" y="3342117"/>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455004"/>
              <a:satOff val="8510"/>
              <a:lumOff val="2712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Training to avoid Error</a:t>
          </a:r>
        </a:p>
      </dsp:txBody>
      <dsp:txXfrm>
        <a:off x="6610057" y="3366964"/>
        <a:ext cx="1307627" cy="79863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E7F839-178D-D249-9C41-1438C6AF4248}">
      <dsp:nvSpPr>
        <dsp:cNvPr id="0" name=""/>
        <dsp:cNvSpPr/>
      </dsp:nvSpPr>
      <dsp:spPr>
        <a:xfrm>
          <a:off x="308735" y="2397"/>
          <a:ext cx="2162149" cy="1081074"/>
        </a:xfrm>
        <a:prstGeom prst="roundRect">
          <a:avLst>
            <a:gd name="adj" fmla="val 10000"/>
          </a:avLst>
        </a:prstGeom>
        <a:solidFill>
          <a:schemeClr val="accent2">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Inherent safety by design</a:t>
          </a:r>
        </a:p>
      </dsp:txBody>
      <dsp:txXfrm>
        <a:off x="340399" y="34061"/>
        <a:ext cx="2098821" cy="1017746"/>
      </dsp:txXfrm>
    </dsp:sp>
    <dsp:sp modelId="{D284EF31-76B9-554D-AC3D-0388DFF64AB3}">
      <dsp:nvSpPr>
        <dsp:cNvPr id="0" name=""/>
        <dsp:cNvSpPr/>
      </dsp:nvSpPr>
      <dsp:spPr>
        <a:xfrm>
          <a:off x="524950" y="1083472"/>
          <a:ext cx="216214" cy="810806"/>
        </a:xfrm>
        <a:custGeom>
          <a:avLst/>
          <a:gdLst/>
          <a:ahLst/>
          <a:cxnLst/>
          <a:rect l="0" t="0" r="0" b="0"/>
          <a:pathLst>
            <a:path>
              <a:moveTo>
                <a:pt x="0" y="0"/>
              </a:moveTo>
              <a:lnTo>
                <a:pt x="0" y="810806"/>
              </a:lnTo>
              <a:lnTo>
                <a:pt x="216214" y="810806"/>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5D2FA3-6B00-D946-A3DA-3484A1A52720}">
      <dsp:nvSpPr>
        <dsp:cNvPr id="0" name=""/>
        <dsp:cNvSpPr/>
      </dsp:nvSpPr>
      <dsp:spPr>
        <a:xfrm>
          <a:off x="741165" y="1353740"/>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“Design out”  risks and use errors</a:t>
          </a:r>
        </a:p>
      </dsp:txBody>
      <dsp:txXfrm>
        <a:off x="772829" y="1385404"/>
        <a:ext cx="1666391" cy="1017746"/>
      </dsp:txXfrm>
    </dsp:sp>
    <dsp:sp modelId="{7262C8B6-A09F-9D40-BE63-F808E3506563}">
      <dsp:nvSpPr>
        <dsp:cNvPr id="0" name=""/>
        <dsp:cNvSpPr/>
      </dsp:nvSpPr>
      <dsp:spPr>
        <a:xfrm>
          <a:off x="3011422" y="2397"/>
          <a:ext cx="2162149" cy="1081074"/>
        </a:xfrm>
        <a:prstGeom prst="roundRect">
          <a:avLst>
            <a:gd name="adj" fmla="val 10000"/>
          </a:avLst>
        </a:prstGeom>
        <a:solidFill>
          <a:schemeClr val="accent2">
            <a:shade val="80000"/>
            <a:hueOff val="-227502"/>
            <a:satOff val="4255"/>
            <a:lumOff val="1356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Protective measures in design”</a:t>
          </a:r>
        </a:p>
      </dsp:txBody>
      <dsp:txXfrm>
        <a:off x="3043086" y="34061"/>
        <a:ext cx="2098821" cy="1017746"/>
      </dsp:txXfrm>
    </dsp:sp>
    <dsp:sp modelId="{EB7A5708-C432-4D44-808B-211A20E39B9F}">
      <dsp:nvSpPr>
        <dsp:cNvPr id="0" name=""/>
        <dsp:cNvSpPr/>
      </dsp:nvSpPr>
      <dsp:spPr>
        <a:xfrm>
          <a:off x="3227637" y="1083472"/>
          <a:ext cx="216214" cy="810806"/>
        </a:xfrm>
        <a:custGeom>
          <a:avLst/>
          <a:gdLst/>
          <a:ahLst/>
          <a:cxnLst/>
          <a:rect l="0" t="0" r="0" b="0"/>
          <a:pathLst>
            <a:path>
              <a:moveTo>
                <a:pt x="0" y="0"/>
              </a:moveTo>
              <a:lnTo>
                <a:pt x="0" y="810806"/>
              </a:lnTo>
              <a:lnTo>
                <a:pt x="216214" y="810806"/>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58B2B9-56D3-1B4C-A201-8DAC7611FC3E}">
      <dsp:nvSpPr>
        <dsp:cNvPr id="0" name=""/>
        <dsp:cNvSpPr/>
      </dsp:nvSpPr>
      <dsp:spPr>
        <a:xfrm>
          <a:off x="3443852" y="1353740"/>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75834"/>
              <a:satOff val="1418"/>
              <a:lumOff val="452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Warnings</a:t>
          </a:r>
        </a:p>
      </dsp:txBody>
      <dsp:txXfrm>
        <a:off x="3475516" y="1385404"/>
        <a:ext cx="1666391" cy="1017746"/>
      </dsp:txXfrm>
    </dsp:sp>
    <dsp:sp modelId="{CAF7A124-2B9F-AF4C-85A2-41475CAEE488}">
      <dsp:nvSpPr>
        <dsp:cNvPr id="0" name=""/>
        <dsp:cNvSpPr/>
      </dsp:nvSpPr>
      <dsp:spPr>
        <a:xfrm>
          <a:off x="3227637" y="1083472"/>
          <a:ext cx="216214" cy="2162149"/>
        </a:xfrm>
        <a:custGeom>
          <a:avLst/>
          <a:gdLst/>
          <a:ahLst/>
          <a:cxnLst/>
          <a:rect l="0" t="0" r="0" b="0"/>
          <a:pathLst>
            <a:path>
              <a:moveTo>
                <a:pt x="0" y="0"/>
              </a:moveTo>
              <a:lnTo>
                <a:pt x="0" y="2162149"/>
              </a:lnTo>
              <a:lnTo>
                <a:pt x="216214" y="2162149"/>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DE6BE6-3D4F-BA46-AA66-C4D33C2DD0DE}">
      <dsp:nvSpPr>
        <dsp:cNvPr id="0" name=""/>
        <dsp:cNvSpPr/>
      </dsp:nvSpPr>
      <dsp:spPr>
        <a:xfrm>
          <a:off x="3443852" y="2705084"/>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151668"/>
              <a:satOff val="2837"/>
              <a:lumOff val="904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Alerts</a:t>
          </a:r>
        </a:p>
      </dsp:txBody>
      <dsp:txXfrm>
        <a:off x="3475516" y="2736748"/>
        <a:ext cx="1666391" cy="1017746"/>
      </dsp:txXfrm>
    </dsp:sp>
    <dsp:sp modelId="{DE53D4D4-8C42-7242-83AB-5825AE553762}">
      <dsp:nvSpPr>
        <dsp:cNvPr id="0" name=""/>
        <dsp:cNvSpPr/>
      </dsp:nvSpPr>
      <dsp:spPr>
        <a:xfrm>
          <a:off x="3227637" y="1083472"/>
          <a:ext cx="216214" cy="3513493"/>
        </a:xfrm>
        <a:custGeom>
          <a:avLst/>
          <a:gdLst/>
          <a:ahLst/>
          <a:cxnLst/>
          <a:rect l="0" t="0" r="0" b="0"/>
          <a:pathLst>
            <a:path>
              <a:moveTo>
                <a:pt x="0" y="0"/>
              </a:moveTo>
              <a:lnTo>
                <a:pt x="0" y="3513493"/>
              </a:lnTo>
              <a:lnTo>
                <a:pt x="216214" y="3513493"/>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BD5F2C-8061-E64C-A29F-3AAE710A6CDE}">
      <dsp:nvSpPr>
        <dsp:cNvPr id="0" name=""/>
        <dsp:cNvSpPr/>
      </dsp:nvSpPr>
      <dsp:spPr>
        <a:xfrm>
          <a:off x="3443852" y="4056427"/>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227502"/>
              <a:satOff val="4255"/>
              <a:lumOff val="1356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Physical safeguards</a:t>
          </a:r>
        </a:p>
      </dsp:txBody>
      <dsp:txXfrm>
        <a:off x="3475516" y="4088091"/>
        <a:ext cx="1666391" cy="1017746"/>
      </dsp:txXfrm>
    </dsp:sp>
    <dsp:sp modelId="{674D823B-56DD-C042-852A-49A4CF833CA1}">
      <dsp:nvSpPr>
        <dsp:cNvPr id="0" name=""/>
        <dsp:cNvSpPr/>
      </dsp:nvSpPr>
      <dsp:spPr>
        <a:xfrm>
          <a:off x="5714109" y="2397"/>
          <a:ext cx="2162149" cy="1081074"/>
        </a:xfrm>
        <a:prstGeom prst="roundRect">
          <a:avLst>
            <a:gd name="adj" fmla="val 10000"/>
          </a:avLst>
        </a:prstGeom>
        <a:solidFill>
          <a:schemeClr val="accent2">
            <a:shade val="80000"/>
            <a:hueOff val="-455004"/>
            <a:satOff val="8510"/>
            <a:lumOff val="2712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Information: </a:t>
          </a:r>
        </a:p>
      </dsp:txBody>
      <dsp:txXfrm>
        <a:off x="5745773" y="34061"/>
        <a:ext cx="2098821" cy="1017746"/>
      </dsp:txXfrm>
    </dsp:sp>
    <dsp:sp modelId="{8403E6CD-C6AB-3B48-8EB1-8F2171113DFA}">
      <dsp:nvSpPr>
        <dsp:cNvPr id="0" name=""/>
        <dsp:cNvSpPr/>
      </dsp:nvSpPr>
      <dsp:spPr>
        <a:xfrm>
          <a:off x="5930324" y="1083472"/>
          <a:ext cx="216214" cy="810806"/>
        </a:xfrm>
        <a:custGeom>
          <a:avLst/>
          <a:gdLst/>
          <a:ahLst/>
          <a:cxnLst/>
          <a:rect l="0" t="0" r="0" b="0"/>
          <a:pathLst>
            <a:path>
              <a:moveTo>
                <a:pt x="0" y="0"/>
              </a:moveTo>
              <a:lnTo>
                <a:pt x="0" y="810806"/>
              </a:lnTo>
              <a:lnTo>
                <a:pt x="216214" y="810806"/>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F2DFEE-A788-2D47-BBC9-24C8C3A181E7}">
      <dsp:nvSpPr>
        <dsp:cNvPr id="0" name=""/>
        <dsp:cNvSpPr/>
      </dsp:nvSpPr>
      <dsp:spPr>
        <a:xfrm>
          <a:off x="6146539" y="1353740"/>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303336"/>
              <a:satOff val="5673"/>
              <a:lumOff val="1808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User guides</a:t>
          </a:r>
        </a:p>
      </dsp:txBody>
      <dsp:txXfrm>
        <a:off x="6178203" y="1385404"/>
        <a:ext cx="1666391" cy="1017746"/>
      </dsp:txXfrm>
    </dsp:sp>
    <dsp:sp modelId="{0F8D1465-479F-7A4C-9311-AA10EC5B73B3}">
      <dsp:nvSpPr>
        <dsp:cNvPr id="0" name=""/>
        <dsp:cNvSpPr/>
      </dsp:nvSpPr>
      <dsp:spPr>
        <a:xfrm>
          <a:off x="5930324" y="1083472"/>
          <a:ext cx="216214" cy="2162149"/>
        </a:xfrm>
        <a:custGeom>
          <a:avLst/>
          <a:gdLst/>
          <a:ahLst/>
          <a:cxnLst/>
          <a:rect l="0" t="0" r="0" b="0"/>
          <a:pathLst>
            <a:path>
              <a:moveTo>
                <a:pt x="0" y="0"/>
              </a:moveTo>
              <a:lnTo>
                <a:pt x="0" y="2162149"/>
              </a:lnTo>
              <a:lnTo>
                <a:pt x="216214" y="2162149"/>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70F216-9E26-6F48-A8C2-058EDFD433F7}">
      <dsp:nvSpPr>
        <dsp:cNvPr id="0" name=""/>
        <dsp:cNvSpPr/>
      </dsp:nvSpPr>
      <dsp:spPr>
        <a:xfrm>
          <a:off x="6146539" y="2705084"/>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379170"/>
              <a:satOff val="7092"/>
              <a:lumOff val="226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Warning Labels </a:t>
          </a:r>
        </a:p>
      </dsp:txBody>
      <dsp:txXfrm>
        <a:off x="6178203" y="2736748"/>
        <a:ext cx="1666391" cy="1017746"/>
      </dsp:txXfrm>
    </dsp:sp>
    <dsp:sp modelId="{C16F0994-BF9C-284C-ABED-E7DC81847F46}">
      <dsp:nvSpPr>
        <dsp:cNvPr id="0" name=""/>
        <dsp:cNvSpPr/>
      </dsp:nvSpPr>
      <dsp:spPr>
        <a:xfrm>
          <a:off x="5930324" y="1083472"/>
          <a:ext cx="216214" cy="3513493"/>
        </a:xfrm>
        <a:custGeom>
          <a:avLst/>
          <a:gdLst/>
          <a:ahLst/>
          <a:cxnLst/>
          <a:rect l="0" t="0" r="0" b="0"/>
          <a:pathLst>
            <a:path>
              <a:moveTo>
                <a:pt x="0" y="0"/>
              </a:moveTo>
              <a:lnTo>
                <a:pt x="0" y="3513493"/>
              </a:lnTo>
              <a:lnTo>
                <a:pt x="216214" y="3513493"/>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AEB0D0-4A68-D947-BA25-36B2B4942740}">
      <dsp:nvSpPr>
        <dsp:cNvPr id="0" name=""/>
        <dsp:cNvSpPr/>
      </dsp:nvSpPr>
      <dsp:spPr>
        <a:xfrm>
          <a:off x="6146539" y="4056427"/>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455004"/>
              <a:satOff val="8510"/>
              <a:lumOff val="2712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Training to avoid Error</a:t>
          </a:r>
        </a:p>
      </dsp:txBody>
      <dsp:txXfrm>
        <a:off x="6178203" y="4088091"/>
        <a:ext cx="1666391" cy="1017746"/>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18AF57-4821-9243-A454-EEE484C52519}" type="datetimeFigureOut">
              <a:rPr lang="en-US" smtClean="0"/>
              <a:t>1/21/25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063170-0F5C-8344-8697-F8D098D68E1F}" type="slidenum">
              <a:rPr lang="en-US" smtClean="0"/>
              <a:t>‹#›</a:t>
            </a:fld>
            <a:endParaRPr lang="en-US"/>
          </a:p>
        </p:txBody>
      </p:sp>
    </p:spTree>
    <p:extLst>
      <p:ext uri="{BB962C8B-B14F-4D97-AF65-F5344CB8AC3E}">
        <p14:creationId xmlns:p14="http://schemas.microsoft.com/office/powerpoint/2010/main" val="2821851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rtl="0" fontAlgn="ctr">
              <a:buFont typeface="Arial" panose="020B0604020202020204" pitchFamily="34" charset="0"/>
              <a:buChar char="•"/>
            </a:pPr>
            <a:r>
              <a:rPr lang="en-US" sz="1800" b="0" i="0" dirty="0">
                <a:effectLst/>
                <a:latin typeface="Calibri" panose="020F0502020204030204" pitchFamily="34" charset="0"/>
              </a:rPr>
              <a:t>1. In order to market and sell a device in the US it must first be approved by FDA</a:t>
            </a:r>
          </a:p>
          <a:p>
            <a:pPr marL="285750" indent="-285750" rtl="0" fontAlgn="ctr">
              <a:buFont typeface="Arial" panose="020B0604020202020204" pitchFamily="34" charset="0"/>
              <a:buChar char="•"/>
            </a:pPr>
            <a:r>
              <a:rPr lang="en-US" sz="1800" b="0" i="0" dirty="0">
                <a:effectLst/>
                <a:latin typeface="Calibri" panose="020F0502020204030204" pitchFamily="34" charset="0"/>
              </a:rPr>
              <a:t>2.For them to approve your device you must first prove to the FDA that it is SAFE and EFFECTIVE</a:t>
            </a:r>
          </a:p>
          <a:p>
            <a:pPr marL="742950" lvl="1" indent="-285750" rtl="0" fontAlgn="ctr">
              <a:buFont typeface="Arial" panose="020B0604020202020204" pitchFamily="34" charset="0"/>
              <a:buChar char="•"/>
            </a:pPr>
            <a:r>
              <a:rPr lang="en-US" sz="1800" b="1" i="0" dirty="0">
                <a:effectLst/>
                <a:highlight>
                  <a:srgbClr val="FFFF00"/>
                </a:highlight>
                <a:latin typeface="Calibri" panose="020F0502020204030204" pitchFamily="34" charset="0"/>
              </a:rPr>
              <a:t>Safe and Effective means: </a:t>
            </a:r>
            <a:r>
              <a:rPr lang="en-US" sz="4000" dirty="0"/>
              <a:t>the device can be used without serious use errors or risk of harm to users.</a:t>
            </a:r>
            <a:endParaRPr lang="en-US" sz="1800" b="1" i="0" dirty="0">
              <a:effectLst/>
              <a:latin typeface="Calibri" panose="020F0502020204030204" pitchFamily="34" charset="0"/>
            </a:endParaRPr>
          </a:p>
          <a:p>
            <a:pPr marL="285750" indent="-285750" rtl="0" fontAlgn="ctr">
              <a:buFont typeface="Arial" panose="020B0604020202020204" pitchFamily="34" charset="0"/>
              <a:buChar char="•"/>
            </a:pPr>
            <a:r>
              <a:rPr lang="en-US" sz="1800" b="0" i="0" dirty="0">
                <a:effectLst/>
                <a:highlight>
                  <a:srgbClr val="FFFF00"/>
                </a:highlight>
                <a:latin typeface="Calibri" panose="020F0502020204030204" pitchFamily="34" charset="0"/>
              </a:rPr>
              <a:t>3. To show this the manufacturers need to complete and submit HFE/Usability tests, which should provide evidence that risk has been identified and eliminated, or otherwise reduced to an acceptable level</a:t>
            </a:r>
          </a:p>
          <a:p>
            <a:pPr marL="285750" indent="-285750" rtl="0" fontAlgn="ctr">
              <a:buFont typeface="Arial" panose="020B0604020202020204" pitchFamily="34" charset="0"/>
              <a:buChar char="•"/>
            </a:pPr>
            <a:r>
              <a:rPr lang="en-US" sz="1800" b="0" i="0" dirty="0">
                <a:effectLst/>
                <a:latin typeface="Calibri" panose="020F0502020204030204" pitchFamily="34" charset="0"/>
              </a:rPr>
              <a:t>4. Document: To simplify this process, and make it easier for manufacturers to check all the boxes they need to check, the FDA created this document which functions as a set of recommendations for how to complete HFE/Usability testing to identify and minimize error of use risks. </a:t>
            </a:r>
          </a:p>
          <a:p>
            <a:pPr marL="742950" lvl="1" indent="-285750" rtl="0" fontAlgn="ctr">
              <a:buFont typeface="Arial" panose="020B0604020202020204" pitchFamily="34" charset="0"/>
              <a:buChar char="•"/>
            </a:pPr>
            <a:r>
              <a:rPr lang="en-US" sz="1800" b="0" i="0" dirty="0">
                <a:effectLst/>
                <a:latin typeface="Calibri" panose="020F0502020204030204" pitchFamily="34" charset="0"/>
              </a:rPr>
              <a:t>If you follow their recommendations then you are more likely to be able to show you have mitigated the risks to the FDA, then they will probably clear it and you can sell it. </a:t>
            </a:r>
          </a:p>
          <a:p>
            <a:pPr marL="742950" lvl="1" indent="-285750" rtl="0" fontAlgn="ctr">
              <a:buFont typeface="Arial" panose="020B0604020202020204" pitchFamily="34" charset="0"/>
              <a:buChar char="•"/>
            </a:pPr>
            <a:r>
              <a:rPr lang="en-US" sz="1800" b="0" i="1" dirty="0">
                <a:effectLst/>
                <a:latin typeface="Calibri" panose="020F0502020204030204" pitchFamily="34" charset="0"/>
              </a:rPr>
              <a:t>Though this testing may also improve efficiency, ease of use, User experience. The FDA Mostly concerned with identifying and identifying </a:t>
            </a:r>
            <a:r>
              <a:rPr lang="en-US" sz="1800" b="1" i="1" dirty="0">
                <a:effectLst/>
                <a:latin typeface="Calibri" panose="020F0502020204030204" pitchFamily="34" charset="0"/>
              </a:rPr>
              <a:t>risks resulting from use errors through HFE / Usability testing</a:t>
            </a:r>
            <a:endParaRPr lang="en-US" sz="1800" b="0" i="0" dirty="0">
              <a:effectLst/>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3</a:t>
            </a:fld>
            <a:endParaRPr lang="en-US"/>
          </a:p>
        </p:txBody>
      </p:sp>
    </p:spTree>
    <p:extLst>
      <p:ext uri="{BB962C8B-B14F-4D97-AF65-F5344CB8AC3E}">
        <p14:creationId xmlns:p14="http://schemas.microsoft.com/office/powerpoint/2010/main" val="236741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In 2000 the The FDA’s CRHD Center for Devices and Radiological Health released this guidance document describing how Human Factors should be incorporated into risk management</a:t>
            </a:r>
          </a:p>
          <a:p>
            <a:pPr marL="685800" lvl="1" indent="-228600">
              <a:buAutoNum type="arabicPeriod"/>
            </a:pPr>
            <a:r>
              <a:rPr lang="en-US" dirty="0"/>
              <a:t>Over the next 10 years the Human Factors group was established within the FDA.	</a:t>
            </a:r>
          </a:p>
          <a:p>
            <a:pPr marL="685800" lvl="1" indent="-228600">
              <a:buAutoNum type="arabicPeriod"/>
            </a:pPr>
            <a:r>
              <a:rPr lang="en-US" dirty="0"/>
              <a:t>Over this time the demand on medical device manufacturers to provide evidence of HF processes in their Premarket Approval (PMA) applications grew from the FDA.</a:t>
            </a:r>
          </a:p>
          <a:p>
            <a:pPr marL="228600" lvl="0" indent="-228600">
              <a:buAutoNum type="arabicPeriod"/>
            </a:pPr>
            <a:r>
              <a:rPr lang="en-US" dirty="0"/>
              <a:t>In 2011 the HF committee within the CDRH published the Human factors draft guidance which provided expectations for presenting evidence of adherence to a human factors process. </a:t>
            </a:r>
          </a:p>
          <a:p>
            <a:pPr marL="685800" lvl="1" indent="-228600">
              <a:buAutoNum type="arabicPeriod"/>
            </a:pPr>
            <a:r>
              <a:rPr lang="en-US" dirty="0"/>
              <a:t>To many people in Medtech this represents the time that Human Factors became relevant to the regulatory process</a:t>
            </a:r>
          </a:p>
          <a:p>
            <a:pPr marL="228600" lvl="0" indent="-228600">
              <a:buAutoNum type="arabicPeriod"/>
            </a:pPr>
            <a:r>
              <a:rPr lang="en-US" dirty="0"/>
              <a:t>5 years later in 2016 the FDA published its current guidance, which clarifies many of the steps manufacturers must complete when preparing their submission for pre market clearance in regards to a human factors. </a:t>
            </a:r>
          </a:p>
          <a:p>
            <a:pPr marL="685800" lvl="1" indent="-228600">
              <a:buAutoNum type="arabicPeriod"/>
            </a:pPr>
            <a:r>
              <a:rPr lang="en-US" dirty="0"/>
              <a:t> that document is what I will be breaking down in my presentation today.</a:t>
            </a:r>
          </a:p>
          <a:p>
            <a:pPr marL="1143000" lvl="2" indent="-228600">
              <a:buAutoNum type="arabicPeriod"/>
            </a:pPr>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4</a:t>
            </a:fld>
            <a:endParaRPr lang="en-US"/>
          </a:p>
        </p:txBody>
      </p:sp>
    </p:spTree>
    <p:extLst>
      <p:ext uri="{BB962C8B-B14F-4D97-AF65-F5344CB8AC3E}">
        <p14:creationId xmlns:p14="http://schemas.microsoft.com/office/powerpoint/2010/main" val="284518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document is divided up into 9 main sections and it is a total of 50 pages long</a:t>
            </a:r>
          </a:p>
          <a:p>
            <a:pPr marL="171450" indent="-171450">
              <a:buFontTx/>
              <a:buChar char="-"/>
            </a:pPr>
            <a:r>
              <a:rPr lang="en-US" dirty="0"/>
              <a:t>I will starting with section 4 which defines how HFE is used as risk mitigation</a:t>
            </a:r>
          </a:p>
          <a:p>
            <a:pPr marL="171450" indent="-171450">
              <a:buFontTx/>
              <a:buChar char="-"/>
            </a:pPr>
            <a:r>
              <a:rPr lang="en-US" dirty="0"/>
              <a:t>And remaining sections 5-9 outline how to conducting and HFE / UE Analysis</a:t>
            </a:r>
          </a:p>
          <a:p>
            <a:endParaRPr lang="en-US" dirty="0"/>
          </a:p>
          <a:p>
            <a:endParaRPr lang="en-US" dirty="0"/>
          </a:p>
          <a:p>
            <a:r>
              <a:rPr lang="en-US" dirty="0"/>
              <a:t>These include</a:t>
            </a:r>
          </a:p>
          <a:p>
            <a:pPr marL="457200" indent="-457200">
              <a:lnSpc>
                <a:spcPct val="90000"/>
              </a:lnSpc>
              <a:spcBef>
                <a:spcPts val="1000"/>
              </a:spcBef>
              <a:buFont typeface="+mj-lt"/>
              <a:buAutoNum type="arabicPeriod"/>
            </a:pPr>
            <a:r>
              <a:rPr lang="en-US" sz="2000" dirty="0"/>
              <a:t>HFE/UE As Risk Mitigation </a:t>
            </a:r>
          </a:p>
          <a:p>
            <a:pPr lvl="1">
              <a:spcBef>
                <a:spcPts val="1000"/>
              </a:spcBef>
            </a:pPr>
            <a:r>
              <a:rPr lang="en-US" sz="2000" dirty="0"/>
              <a:t>Section 4</a:t>
            </a:r>
          </a:p>
          <a:p>
            <a:pPr marL="457200" indent="-457200">
              <a:buFont typeface="+mj-lt"/>
              <a:buAutoNum type="arabicPeriod"/>
            </a:pPr>
            <a:r>
              <a:rPr lang="en-US" sz="2000" dirty="0"/>
              <a:t>Steps to Conducting an HFE/UE Analysis</a:t>
            </a:r>
          </a:p>
          <a:p>
            <a:pPr lvl="1"/>
            <a:r>
              <a:rPr lang="en-US" sz="2000" dirty="0"/>
              <a:t>sections 5, 6, 7, 8, 9</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5</a:t>
            </a:fld>
            <a:endParaRPr lang="en-US"/>
          </a:p>
        </p:txBody>
      </p:sp>
    </p:spTree>
    <p:extLst>
      <p:ext uri="{BB962C8B-B14F-4D97-AF65-F5344CB8AC3E}">
        <p14:creationId xmlns:p14="http://schemas.microsoft.com/office/powerpoint/2010/main" val="2737042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rtl="0" fontAlgn="ctr">
              <a:buFont typeface="Arial" panose="020B0604020202020204" pitchFamily="34" charset="0"/>
              <a:buChar char="•"/>
            </a:pPr>
            <a:r>
              <a:rPr lang="en-US" sz="1200" dirty="0">
                <a:effectLst/>
                <a:latin typeface="Calibri" panose="020F0502020204030204" pitchFamily="34" charset="0"/>
              </a:rPr>
              <a:t>There are 2 main types of risk that are considered in the overall risk management process. </a:t>
            </a:r>
          </a:p>
          <a:p>
            <a:pPr marL="742950" lvl="1" indent="-285750" rtl="0" fontAlgn="ctr">
              <a:buFont typeface="+mj-lt"/>
              <a:buAutoNum type="arabicPeriod"/>
            </a:pPr>
            <a:r>
              <a:rPr lang="en-US" sz="1200" b="0" i="0" dirty="0">
                <a:effectLst/>
                <a:latin typeface="Calibri" panose="020F0502020204030204" pitchFamily="34" charset="0"/>
              </a:rPr>
              <a:t>Device Failure Hazards</a:t>
            </a:r>
          </a:p>
          <a:p>
            <a:pPr marL="742950" lvl="1" indent="-285750" rtl="0" fontAlgn="ctr">
              <a:buFont typeface="+mj-lt"/>
              <a:buAutoNum type="arabicPeriod"/>
            </a:pPr>
            <a:r>
              <a:rPr lang="en-US" sz="1200" b="0" i="0" dirty="0">
                <a:effectLst/>
                <a:latin typeface="Calibri" panose="020F0502020204030204" pitchFamily="34" charset="0"/>
              </a:rPr>
              <a:t>Use-Related Hazards</a:t>
            </a:r>
          </a:p>
          <a:p>
            <a:pPr marL="285750" lvl="0" indent="-285750" rtl="0" fontAlgn="ctr">
              <a:buFont typeface="Arial" panose="020B0604020202020204" pitchFamily="34" charset="0"/>
              <a:buChar char="•"/>
            </a:pPr>
            <a:r>
              <a:rPr lang="en-US" sz="1800" b="1" dirty="0">
                <a:effectLst/>
                <a:latin typeface="Calibri" panose="020F0502020204030204" pitchFamily="34" charset="0"/>
              </a:rPr>
              <a:t>Device related hazards</a:t>
            </a:r>
            <a:r>
              <a:rPr lang="en-US" sz="1800" dirty="0">
                <a:effectLst/>
                <a:latin typeface="Calibri" panose="020F0502020204030204" pitchFamily="34" charset="0"/>
              </a:rPr>
              <a:t> =  These hazards are generally associated with instances of device or component failure that are not dependent on how the user interacts with the device. Examples = Physical hazards (Sharp corners or edges) Electrical hazards - electrical currents, electromagnetic interference) Chemical hazards (toxic chemicals) etc. </a:t>
            </a:r>
          </a:p>
          <a:p>
            <a:pPr marL="285750" lvl="0" indent="-285750" rtl="0" fontAlgn="ctr">
              <a:buFont typeface="Arial" panose="020B0604020202020204" pitchFamily="34" charset="0"/>
              <a:buChar char="•"/>
            </a:pPr>
            <a:r>
              <a:rPr lang="en-US" sz="1800" b="1" dirty="0">
                <a:effectLst/>
                <a:latin typeface="Calibri" panose="020F0502020204030204" pitchFamily="34" charset="0"/>
              </a:rPr>
              <a:t>Use Related Hazards = </a:t>
            </a:r>
            <a:r>
              <a:rPr lang="en-US" sz="1800" dirty="0">
                <a:effectLst/>
                <a:latin typeface="Calibri" panose="020F0502020204030204" pitchFamily="34" charset="0"/>
              </a:rPr>
              <a:t>(Which are what HFE testing are mostly concerned with) </a:t>
            </a:r>
          </a:p>
          <a:p>
            <a:pPr marL="742950" lvl="1" indent="-285750" rtl="0" fontAlgn="ctr">
              <a:buFont typeface="Arial" panose="020B0604020202020204" pitchFamily="34" charset="0"/>
              <a:buChar char="•"/>
            </a:pPr>
            <a:r>
              <a:rPr lang="en-US" sz="1800" dirty="0">
                <a:effectLst/>
                <a:latin typeface="Calibri" panose="020F0502020204030204" pitchFamily="34" charset="0"/>
              </a:rPr>
              <a:t>and what we are used to discussing </a:t>
            </a:r>
          </a:p>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6</a:t>
            </a:fld>
            <a:endParaRPr lang="en-US"/>
          </a:p>
        </p:txBody>
      </p:sp>
    </p:spTree>
    <p:extLst>
      <p:ext uri="{BB962C8B-B14F-4D97-AF65-F5344CB8AC3E}">
        <p14:creationId xmlns:p14="http://schemas.microsoft.com/office/powerpoint/2010/main" val="2119681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800" dirty="0"/>
              <a:t>These are typically related to the user, use environment, and user interface.</a:t>
            </a:r>
          </a:p>
          <a:p>
            <a:pPr marL="0" indent="0">
              <a:buNone/>
            </a:pPr>
            <a:endParaRPr lang="en-US" sz="1800" dirty="0"/>
          </a:p>
          <a:p>
            <a:pPr marL="0" indent="0">
              <a:buNone/>
            </a:pPr>
            <a:r>
              <a:rPr lang="en-US" sz="1800" dirty="0"/>
              <a:t>Human Factors Engineering/ Usability Engineering is used to mitigate design-related problems that contribute to unsafe use.</a:t>
            </a:r>
          </a:p>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7</a:t>
            </a:fld>
            <a:endParaRPr lang="en-US"/>
          </a:p>
        </p:txBody>
      </p:sp>
    </p:spTree>
    <p:extLst>
      <p:ext uri="{BB962C8B-B14F-4D97-AF65-F5344CB8AC3E}">
        <p14:creationId xmlns:p14="http://schemas.microsoft.com/office/powerpoint/2010/main" val="2211963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rtl="0" fontAlgn="ctr">
              <a:buFont typeface="+mj-lt"/>
              <a:buNone/>
            </a:pPr>
            <a:r>
              <a:rPr lang="en-US" sz="1200" b="1" i="0" dirty="0">
                <a:effectLst/>
                <a:latin typeface="Calibri" panose="020F0502020204030204" pitchFamily="34" charset="0"/>
              </a:rPr>
              <a:t>There are 3 </a:t>
            </a:r>
            <a:r>
              <a:rPr lang="en-US" sz="1200" b="1" i="0" dirty="0" err="1">
                <a:effectLst/>
                <a:latin typeface="Calibri" panose="020F0502020204030204" pitchFamily="34" charset="0"/>
              </a:rPr>
              <a:t>differnte</a:t>
            </a:r>
            <a:r>
              <a:rPr lang="en-US" sz="1200" b="1" i="0" dirty="0">
                <a:effectLst/>
                <a:latin typeface="Calibri" panose="020F0502020204030204" pitchFamily="34" charset="0"/>
              </a:rPr>
              <a:t> steps to actually conducting the HFE process</a:t>
            </a:r>
          </a:p>
          <a:p>
            <a:pPr marL="0" lvl="0" indent="0" rtl="0" fontAlgn="ctr">
              <a:buFont typeface="+mj-lt"/>
              <a:buNone/>
            </a:pPr>
            <a:r>
              <a:rPr lang="en-US" sz="1200" b="1" i="0" dirty="0" err="1">
                <a:effectLst/>
                <a:latin typeface="Calibri" panose="020F0502020204030204" pitchFamily="34" charset="0"/>
              </a:rPr>
              <a:t>THese</a:t>
            </a:r>
            <a:r>
              <a:rPr lang="en-US" sz="1200" b="1" i="0" dirty="0">
                <a:effectLst/>
                <a:latin typeface="Calibri" panose="020F0502020204030204" pitchFamily="34" charset="0"/>
              </a:rPr>
              <a:t> are slightly different than the document itself has three steps as well but groups the subcategories slightly differently. </a:t>
            </a:r>
          </a:p>
          <a:p>
            <a:pPr marL="0" lvl="0" indent="0" rtl="0" fontAlgn="ctr">
              <a:buFont typeface="+mj-lt"/>
              <a:buNone/>
            </a:pPr>
            <a:r>
              <a:rPr lang="en-US" sz="1200" b="1" i="0" dirty="0">
                <a:effectLst/>
                <a:latin typeface="Calibri" panose="020F0502020204030204" pitchFamily="34" charset="0"/>
              </a:rPr>
              <a:t>But I watched a presentation that a research group did on this to non engineers and I think their explanation is easier to follow. </a:t>
            </a:r>
          </a:p>
          <a:p>
            <a:pPr marL="285750" lvl="0" indent="-285750" rtl="0" fontAlgn="ctr">
              <a:buFont typeface="+mj-lt"/>
              <a:buAutoNum type="arabicPeriod"/>
            </a:pPr>
            <a:r>
              <a:rPr lang="en-US" sz="1200" b="1" i="0" dirty="0">
                <a:effectLst/>
                <a:latin typeface="Calibri" panose="020F0502020204030204" pitchFamily="34" charset="0"/>
              </a:rPr>
              <a:t>Step 1: Preliminary Analysis aka Identify &amp; Document: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Device users,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User Environments,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And User Interface</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Known Issues</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Critical Tasks</a:t>
            </a:r>
          </a:p>
          <a:p>
            <a:pPr marL="285750" lvl="0" indent="-285750" rtl="0" fontAlgn="ctr">
              <a:buFont typeface="+mj-lt"/>
              <a:buAutoNum type="arabicPeriod"/>
            </a:pPr>
            <a:r>
              <a:rPr lang="en-US" sz="1200" b="1" i="0" dirty="0">
                <a:effectLst/>
                <a:latin typeface="Calibri" panose="020F0502020204030204" pitchFamily="34" charset="0"/>
              </a:rPr>
              <a:t>Formative usability process</a:t>
            </a:r>
          </a:p>
          <a:p>
            <a:pPr marL="628650" marR="0" lvl="1"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200" b="1" i="0" dirty="0">
                <a:effectLst/>
                <a:latin typeface="Calibri" panose="020F0502020204030204" pitchFamily="34" charset="0"/>
              </a:rPr>
              <a:t>Identify </a:t>
            </a:r>
            <a:r>
              <a:rPr lang="en-US" sz="1800" b="1" dirty="0">
                <a:effectLst/>
                <a:latin typeface="Calibri" panose="020F0502020204030204" pitchFamily="34" charset="0"/>
              </a:rPr>
              <a:t>use issues early in the design process before design is finalized and reiterate until risks are mitigated</a:t>
            </a:r>
          </a:p>
          <a:p>
            <a:pPr marL="1085850" marR="0" lvl="2"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800" b="1" dirty="0">
                <a:effectLst/>
                <a:latin typeface="Calibri" panose="020F0502020204030204" pitchFamily="34" charset="0"/>
              </a:rPr>
              <a:t>Using Analytical and Empirical HF Methods</a:t>
            </a:r>
          </a:p>
          <a:p>
            <a:pPr marL="1085850" marR="0" lvl="2"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800" b="1" dirty="0">
                <a:effectLst/>
                <a:latin typeface="Calibri" panose="020F0502020204030204" pitchFamily="34" charset="0"/>
              </a:rPr>
              <a:t>Mitigate risks with iterative design improvements.</a:t>
            </a:r>
          </a:p>
          <a:p>
            <a:pPr marL="342900" marR="0" lvl="0" indent="-342900" algn="l" defTabSz="914400" rtl="0" eaLnBrk="1" fontAlgn="ctr" latinLnBrk="0" hangingPunct="1">
              <a:lnSpc>
                <a:spcPct val="100000"/>
              </a:lnSpc>
              <a:spcBef>
                <a:spcPts val="0"/>
              </a:spcBef>
              <a:spcAft>
                <a:spcPts val="0"/>
              </a:spcAft>
              <a:buClrTx/>
              <a:buSzTx/>
              <a:buFont typeface="+mj-lt"/>
              <a:buAutoNum type="arabicPeriod"/>
              <a:tabLst/>
              <a:defRPr/>
            </a:pPr>
            <a:r>
              <a:rPr lang="en-US" sz="1800" b="1" dirty="0">
                <a:effectLst/>
                <a:latin typeface="Calibri" panose="020F0502020204030204" pitchFamily="34" charset="0"/>
              </a:rPr>
              <a:t>Validate that your design is safe through Human Factors Validation testing</a:t>
            </a:r>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8</a:t>
            </a:fld>
            <a:endParaRPr lang="en-US"/>
          </a:p>
        </p:txBody>
      </p:sp>
    </p:spTree>
    <p:extLst>
      <p:ext uri="{BB962C8B-B14F-4D97-AF65-F5344CB8AC3E}">
        <p14:creationId xmlns:p14="http://schemas.microsoft.com/office/powerpoint/2010/main" val="1476203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9B010-C3A5-CF30-C1C8-9083E4FA4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340D6-4EC1-5DBE-1C4C-D031BCB39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1D7EE-B1A4-AC89-64F3-59DFFF929CD0}"/>
              </a:ext>
            </a:extLst>
          </p:cNvPr>
          <p:cNvSpPr>
            <a:spLocks noGrp="1"/>
          </p:cNvSpPr>
          <p:nvPr>
            <p:ph type="body" idx="1"/>
          </p:nvPr>
        </p:nvSpPr>
        <p:spPr/>
        <p:txBody>
          <a:bodyPr/>
          <a:lstStyle/>
          <a:p>
            <a:endParaRPr lang="en-US" dirty="0"/>
          </a:p>
          <a:p>
            <a:r>
              <a:rPr lang="en-US" dirty="0"/>
              <a:t>3 main components make up use specification</a:t>
            </a:r>
          </a:p>
          <a:p>
            <a:r>
              <a:rPr lang="en-US" dirty="0"/>
              <a:t>Device Users: User Groups and User Characteristics</a:t>
            </a:r>
          </a:p>
          <a:p>
            <a:r>
              <a:rPr lang="en-US" dirty="0"/>
              <a:t>Use Environments: </a:t>
            </a:r>
          </a:p>
          <a:p>
            <a:r>
              <a:rPr lang="en-US" dirty="0"/>
              <a:t>User Interface” </a:t>
            </a:r>
          </a:p>
        </p:txBody>
      </p:sp>
      <p:sp>
        <p:nvSpPr>
          <p:cNvPr id="4" name="Slide Number Placeholder 3">
            <a:extLst>
              <a:ext uri="{FF2B5EF4-FFF2-40B4-BE49-F238E27FC236}">
                <a16:creationId xmlns:a16="http://schemas.microsoft.com/office/drawing/2014/main" id="{CB027733-31DA-6276-00E9-BB202A627046}"/>
              </a:ext>
            </a:extLst>
          </p:cNvPr>
          <p:cNvSpPr>
            <a:spLocks noGrp="1"/>
          </p:cNvSpPr>
          <p:nvPr>
            <p:ph type="sldNum" sz="quarter" idx="5"/>
          </p:nvPr>
        </p:nvSpPr>
        <p:spPr/>
        <p:txBody>
          <a:bodyPr/>
          <a:lstStyle/>
          <a:p>
            <a:fld id="{FA063170-0F5C-8344-8697-F8D098D68E1F}" type="slidenum">
              <a:rPr lang="en-US" smtClean="0"/>
              <a:t>9</a:t>
            </a:fld>
            <a:endParaRPr lang="en-US"/>
          </a:p>
        </p:txBody>
      </p:sp>
    </p:spTree>
    <p:extLst>
      <p:ext uri="{BB962C8B-B14F-4D97-AF65-F5344CB8AC3E}">
        <p14:creationId xmlns:p14="http://schemas.microsoft.com/office/powerpoint/2010/main" val="1707485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solidFill>
                  <a:srgbClr val="414042"/>
                </a:solidFill>
                <a:effectLst/>
                <a:latin typeface="Helvetica" pitchFamily="2" charset="0"/>
              </a:rPr>
              <a:t>FDA’s Manufacturer and User Facility Device Experience (MAUDE) database</a:t>
            </a:r>
            <a:endParaRPr lang="en-US" dirty="0">
              <a:solidFill>
                <a:srgbClr val="414042"/>
              </a:solidFill>
              <a:effectLst/>
              <a:latin typeface="Helvetica" pitchFamily="2" charset="0"/>
            </a:endParaRPr>
          </a:p>
          <a:p>
            <a:r>
              <a:rPr lang="en-US" i="1" dirty="0">
                <a:solidFill>
                  <a:srgbClr val="414042"/>
                </a:solidFill>
                <a:effectLst/>
                <a:latin typeface="Helvetica" pitchFamily="2" charset="0"/>
              </a:rPr>
              <a:t>• FDA’s </a:t>
            </a:r>
            <a:r>
              <a:rPr lang="en-US" i="1" dirty="0" err="1">
                <a:solidFill>
                  <a:srgbClr val="414042"/>
                </a:solidFill>
                <a:effectLst/>
                <a:latin typeface="Helvetica" pitchFamily="2" charset="0"/>
              </a:rPr>
              <a:t>MedSun</a:t>
            </a:r>
            <a:r>
              <a:rPr lang="en-US" i="1" dirty="0">
                <a:solidFill>
                  <a:srgbClr val="414042"/>
                </a:solidFill>
                <a:effectLst/>
                <a:latin typeface="Helvetica" pitchFamily="2" charset="0"/>
              </a:rPr>
              <a:t>: Medical Product Safety Network</a:t>
            </a:r>
            <a:endParaRPr lang="en-US" dirty="0">
              <a:solidFill>
                <a:srgbClr val="414042"/>
              </a:solidFill>
              <a:effectLst/>
              <a:latin typeface="Helvetica" pitchFamily="2" charset="0"/>
            </a:endParaRPr>
          </a:p>
          <a:p>
            <a:r>
              <a:rPr lang="en-US" i="1" dirty="0">
                <a:solidFill>
                  <a:srgbClr val="414042"/>
                </a:solidFill>
                <a:effectLst/>
                <a:latin typeface="Helvetica" pitchFamily="2" charset="0"/>
              </a:rPr>
              <a:t>• CDRH Medical Device Recalls</a:t>
            </a:r>
            <a:endParaRPr lang="en-US" dirty="0">
              <a:solidFill>
                <a:srgbClr val="414042"/>
              </a:solidFill>
              <a:effectLst/>
              <a:latin typeface="Helvetica" pitchFamily="2" charset="0"/>
            </a:endParaRPr>
          </a:p>
          <a:p>
            <a:r>
              <a:rPr lang="en-US" i="1" dirty="0">
                <a:solidFill>
                  <a:srgbClr val="414042"/>
                </a:solidFill>
                <a:effectLst/>
                <a:latin typeface="Helvetica" pitchFamily="2" charset="0"/>
              </a:rPr>
              <a:t>• FDA Safety Communications</a:t>
            </a:r>
            <a:endParaRPr lang="en-US" dirty="0">
              <a:solidFill>
                <a:srgbClr val="414042"/>
              </a:solidFill>
              <a:effectLst/>
              <a:latin typeface="Helvetica" pitchFamily="2" charset="0"/>
            </a:endParaRPr>
          </a:p>
          <a:p>
            <a:r>
              <a:rPr lang="en-US" i="1" dirty="0">
                <a:solidFill>
                  <a:srgbClr val="414042"/>
                </a:solidFill>
                <a:effectLst/>
                <a:latin typeface="Helvetica" pitchFamily="2" charset="0"/>
              </a:rPr>
              <a:t>• ECRI’s Medical Device Safety Reports</a:t>
            </a:r>
            <a:endParaRPr lang="en-US" dirty="0">
              <a:solidFill>
                <a:srgbClr val="414042"/>
              </a:solidFill>
              <a:effectLst/>
              <a:latin typeface="Helvetica" pitchFamily="2" charset="0"/>
            </a:endParaRPr>
          </a:p>
          <a:p>
            <a:r>
              <a:rPr lang="en-US" i="1" dirty="0">
                <a:solidFill>
                  <a:srgbClr val="414042"/>
                </a:solidFill>
                <a:effectLst/>
                <a:latin typeface="Helvetica" pitchFamily="2" charset="0"/>
              </a:rPr>
              <a:t>• The Institute of Safe Medical Practices (ISMP’s) Medication Safety Alert Newsletters</a:t>
            </a:r>
            <a:endParaRPr lang="en-US" dirty="0">
              <a:solidFill>
                <a:srgbClr val="414042"/>
              </a:solidFill>
              <a:effectLst/>
              <a:latin typeface="Helvetica" pitchFamily="2" charset="0"/>
            </a:endParaRPr>
          </a:p>
          <a:p>
            <a:r>
              <a:rPr lang="en-US" i="1" dirty="0">
                <a:solidFill>
                  <a:srgbClr val="414042"/>
                </a:solidFill>
                <a:effectLst/>
                <a:latin typeface="Helvetica" pitchFamily="2" charset="0"/>
              </a:rPr>
              <a:t>• The Joint Commission’s Sentinel Events</a:t>
            </a:r>
            <a:endParaRPr lang="en-US" dirty="0">
              <a:solidFill>
                <a:srgbClr val="414042"/>
              </a:solidFill>
              <a:effectLst/>
              <a:latin typeface="Helvetica" pitchFamily="2" charset="0"/>
            </a:endParaRPr>
          </a:p>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10</a:t>
            </a:fld>
            <a:endParaRPr lang="en-US"/>
          </a:p>
        </p:txBody>
      </p:sp>
    </p:spTree>
    <p:extLst>
      <p:ext uri="{BB962C8B-B14F-4D97-AF65-F5344CB8AC3E}">
        <p14:creationId xmlns:p14="http://schemas.microsoft.com/office/powerpoint/2010/main" val="3279330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Often related to </a:t>
            </a:r>
          </a:p>
          <a:p>
            <a:pPr marL="228600" indent="-228600">
              <a:buAutoNum type="arabicPeriod"/>
            </a:pPr>
            <a:r>
              <a:rPr lang="en-US" dirty="0"/>
              <a:t>Harm – to patient or user such as healthcare professional or caregiver</a:t>
            </a:r>
          </a:p>
          <a:p>
            <a:pPr marL="228600" indent="-228600">
              <a:buAutoNum type="arabicPeriod"/>
            </a:pPr>
            <a:r>
              <a:rPr lang="en-US" dirty="0"/>
              <a:t>Dosing – dialing in dosage on pen auto injector</a:t>
            </a:r>
          </a:p>
          <a:p>
            <a:pPr marL="228600" indent="-228600">
              <a:buAutoNum type="arabicPeriod"/>
            </a:pPr>
            <a:r>
              <a:rPr lang="en-US" dirty="0"/>
              <a:t>Administration – selecting the correct injection site</a:t>
            </a:r>
          </a:p>
          <a:p>
            <a:pPr marL="228600" indent="-228600">
              <a:buAutoNum type="arabicPeriod"/>
            </a:pPr>
            <a:r>
              <a:rPr lang="en-US" dirty="0"/>
              <a:t>Urgency or time – epi pen or naloxone to reverse opioid overdose.</a:t>
            </a:r>
          </a:p>
          <a:p>
            <a:pPr marL="228600" indent="-228600">
              <a:buAutoNum type="arabicPeriod"/>
            </a:pPr>
            <a:endParaRPr lang="en-US" dirty="0"/>
          </a:p>
          <a:p>
            <a:pPr marL="228600" indent="-228600">
              <a:buAutoNum type="arabicPeriod"/>
            </a:pPr>
            <a:endParaRPr lang="en-US" dirty="0"/>
          </a:p>
          <a:p>
            <a:pPr marL="228600" indent="-228600">
              <a:buAutoNum type="arabicPeriod"/>
            </a:pPr>
            <a:r>
              <a:rPr lang="en-US" dirty="0"/>
              <a:t>Mainly using analytical HF Methods at this point </a:t>
            </a:r>
          </a:p>
          <a:p>
            <a:pPr lvl="1"/>
            <a:r>
              <a:rPr lang="en-US" dirty="0"/>
              <a:t>Analytical Approaches</a:t>
            </a:r>
          </a:p>
          <a:p>
            <a:pPr marL="1600200" lvl="3" indent="-228600" rtl="0" fontAlgn="ctr">
              <a:buFont typeface="Arial" panose="020B0604020202020204" pitchFamily="34" charset="0"/>
              <a:buChar char="•"/>
            </a:pPr>
            <a:r>
              <a:rPr lang="en-US" sz="2000" dirty="0">
                <a:solidFill>
                  <a:srgbClr val="000000"/>
                </a:solidFill>
                <a:effectLst/>
                <a:latin typeface="Aptos" panose="020B0004020202020204" pitchFamily="34" charset="0"/>
              </a:rPr>
              <a:t>Task Analysis</a:t>
            </a:r>
            <a:endParaRPr lang="en-US" sz="2000" dirty="0">
              <a:effectLst/>
              <a:latin typeface="Aptos" panose="020B0004020202020204" pitchFamily="34" charset="0"/>
            </a:endParaRPr>
          </a:p>
          <a:p>
            <a:pPr marL="1600200" lvl="3" indent="-228600" rtl="0" fontAlgn="ctr">
              <a:buFont typeface="Arial" panose="020B0604020202020204" pitchFamily="34" charset="0"/>
              <a:buChar char="•"/>
            </a:pPr>
            <a:r>
              <a:rPr lang="en-US" sz="2000" dirty="0">
                <a:solidFill>
                  <a:srgbClr val="000000"/>
                </a:solidFill>
                <a:effectLst/>
                <a:latin typeface="Aptos" panose="020B0004020202020204" pitchFamily="34" charset="0"/>
              </a:rPr>
              <a:t>User Risk Analysis</a:t>
            </a:r>
          </a:p>
          <a:p>
            <a:pPr marL="1600200" lvl="3" indent="-228600" rtl="0" fontAlgn="ctr">
              <a:buFont typeface="Arial" panose="020B0604020202020204" pitchFamily="34" charset="0"/>
              <a:buChar char="•"/>
            </a:pPr>
            <a:r>
              <a:rPr lang="en-US" sz="2000" dirty="0">
                <a:solidFill>
                  <a:srgbClr val="000000"/>
                </a:solidFill>
                <a:effectLst/>
                <a:latin typeface="Aptos" panose="020B0004020202020204" pitchFamily="34" charset="0"/>
              </a:rPr>
              <a:t>Fault Tree Analysis</a:t>
            </a:r>
            <a:endParaRPr lang="en-US" sz="2000" dirty="0">
              <a:effectLst/>
              <a:latin typeface="Aptos" panose="020B0004020202020204" pitchFamily="34" charset="0"/>
            </a:endParaRPr>
          </a:p>
          <a:p>
            <a:pPr marL="1600200" lvl="3" indent="-228600" rtl="0" fontAlgn="ctr">
              <a:buFont typeface="Arial" panose="020B0604020202020204" pitchFamily="34" charset="0"/>
              <a:buChar char="•"/>
            </a:pPr>
            <a:r>
              <a:rPr lang="en-US" sz="2000" dirty="0">
                <a:solidFill>
                  <a:srgbClr val="000000"/>
                </a:solidFill>
                <a:effectLst/>
                <a:latin typeface="Aptos" panose="020B0004020202020204" pitchFamily="34" charset="0"/>
              </a:rPr>
              <a:t>Heuristic Analysis</a:t>
            </a:r>
            <a:endParaRPr lang="en-US" sz="2000" dirty="0">
              <a:effectLst/>
              <a:latin typeface="Aptos" panose="020B0004020202020204" pitchFamily="34" charset="0"/>
            </a:endParaRPr>
          </a:p>
          <a:p>
            <a:pPr marL="1600200" lvl="3" indent="-228600" rtl="0" fontAlgn="ctr">
              <a:buFont typeface="Arial" panose="020B0604020202020204" pitchFamily="34" charset="0"/>
              <a:buChar char="•"/>
            </a:pPr>
            <a:r>
              <a:rPr lang="en-US" sz="2000" dirty="0">
                <a:solidFill>
                  <a:srgbClr val="000000"/>
                </a:solidFill>
                <a:effectLst/>
                <a:latin typeface="Aptos" panose="020B0004020202020204" pitchFamily="34" charset="0"/>
              </a:rPr>
              <a:t>Expert review</a:t>
            </a:r>
            <a:endParaRPr lang="en-US" dirty="0"/>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11</a:t>
            </a:fld>
            <a:endParaRPr lang="en-US"/>
          </a:p>
        </p:txBody>
      </p:sp>
    </p:spTree>
    <p:extLst>
      <p:ext uri="{BB962C8B-B14F-4D97-AF65-F5344CB8AC3E}">
        <p14:creationId xmlns:p14="http://schemas.microsoft.com/office/powerpoint/2010/main" val="1972049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Using mainly Empirical HF Approaches</a:t>
            </a:r>
          </a:p>
          <a:p>
            <a:pPr lvl="1"/>
            <a:r>
              <a:rPr lang="en-US" sz="2600" dirty="0"/>
              <a:t>Contextual Inquiry</a:t>
            </a:r>
          </a:p>
          <a:p>
            <a:pPr lvl="1"/>
            <a:r>
              <a:rPr lang="en-US" sz="2600" dirty="0"/>
              <a:t>Interviews/Focus Groups</a:t>
            </a:r>
          </a:p>
          <a:p>
            <a:pPr lvl="1"/>
            <a:r>
              <a:rPr lang="en-US" sz="2600" dirty="0"/>
              <a:t>Evals with prototypes</a:t>
            </a:r>
          </a:p>
          <a:p>
            <a:pPr lvl="2"/>
            <a:r>
              <a:rPr lang="en-US" sz="2200" dirty="0"/>
              <a:t>Cognitive Walk throughs /think aloud</a:t>
            </a:r>
          </a:p>
          <a:p>
            <a:pPr lvl="2"/>
            <a:r>
              <a:rPr lang="en-US" sz="2200" dirty="0"/>
              <a:t>Simulated Use testing</a:t>
            </a:r>
          </a:p>
          <a:p>
            <a:r>
              <a:rPr lang="en-US" sz="3000" dirty="0"/>
              <a:t>Iterative Design: </a:t>
            </a:r>
          </a:p>
          <a:p>
            <a:pPr lvl="1"/>
            <a:r>
              <a:rPr lang="en-US" sz="2600" dirty="0"/>
              <a:t>Update tasks, critical tasks, requirements -&gt; iterate &amp; retest</a:t>
            </a:r>
          </a:p>
          <a:p>
            <a:pPr marL="2057400" lvl="4" indent="-228600" rtl="0" fontAlgn="ctr">
              <a:buFont typeface="Arial" panose="020B0604020202020204" pitchFamily="34" charset="0"/>
              <a:buChar char="•"/>
            </a:pPr>
            <a:endParaRPr lang="en-US" sz="1200" dirty="0">
              <a:effectLst/>
              <a:latin typeface="Calibri" panose="020F0502020204030204" pitchFamily="34" charset="0"/>
            </a:endParaRPr>
          </a:p>
          <a:p>
            <a:pPr rtl="0" fontAlgn="ctr">
              <a:buFont typeface="Arial" panose="020B0604020202020204" pitchFamily="34" charset="0"/>
              <a:buChar char="•"/>
            </a:pPr>
            <a:r>
              <a:rPr lang="en-US" sz="1800" dirty="0">
                <a:effectLst/>
                <a:latin typeface="Calibri" panose="020F0502020204030204" pitchFamily="34" charset="0"/>
              </a:rPr>
              <a:t>The Devices performance on </a:t>
            </a:r>
            <a:r>
              <a:rPr lang="en-US" sz="1800" b="1" dirty="0">
                <a:effectLst/>
                <a:latin typeface="Calibri" panose="020F0502020204030204" pitchFamily="34" charset="0"/>
              </a:rPr>
              <a:t>critical tasks </a:t>
            </a:r>
            <a:r>
              <a:rPr lang="en-US" sz="1800" dirty="0">
                <a:effectLst/>
                <a:latin typeface="Calibri" panose="020F0502020204030204" pitchFamily="34" charset="0"/>
              </a:rPr>
              <a:t>is ultimately what will  determines its standing with the FDA</a:t>
            </a:r>
          </a:p>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12</a:t>
            </a:fld>
            <a:endParaRPr lang="en-US"/>
          </a:p>
        </p:txBody>
      </p:sp>
    </p:spTree>
    <p:extLst>
      <p:ext uri="{BB962C8B-B14F-4D97-AF65-F5344CB8AC3E}">
        <p14:creationId xmlns:p14="http://schemas.microsoft.com/office/powerpoint/2010/main" val="1549567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reach the iterate and retest portion Goal here is to minimize risk to an acceptable level</a:t>
            </a:r>
          </a:p>
        </p:txBody>
      </p:sp>
      <p:sp>
        <p:nvSpPr>
          <p:cNvPr id="4" name="Slide Number Placeholder 3"/>
          <p:cNvSpPr>
            <a:spLocks noGrp="1"/>
          </p:cNvSpPr>
          <p:nvPr>
            <p:ph type="sldNum" sz="quarter" idx="5"/>
          </p:nvPr>
        </p:nvSpPr>
        <p:spPr/>
        <p:txBody>
          <a:bodyPr/>
          <a:lstStyle/>
          <a:p>
            <a:fld id="{FA063170-0F5C-8344-8697-F8D098D68E1F}" type="slidenum">
              <a:rPr lang="en-US" smtClean="0"/>
              <a:t>13</a:t>
            </a:fld>
            <a:endParaRPr lang="en-US"/>
          </a:p>
        </p:txBody>
      </p:sp>
    </p:spTree>
    <p:extLst>
      <p:ext uri="{BB962C8B-B14F-4D97-AF65-F5344CB8AC3E}">
        <p14:creationId xmlns:p14="http://schemas.microsoft.com/office/powerpoint/2010/main" val="542084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buFont typeface="Arial" panose="020B0604020202020204" pitchFamily="34" charset="0"/>
              <a:buChar char="•"/>
            </a:pPr>
            <a:r>
              <a:rPr lang="en-US" sz="1200" dirty="0">
                <a:effectLst/>
                <a:latin typeface="Calibri" panose="020F0502020204030204" pitchFamily="34" charset="0"/>
              </a:rPr>
              <a:t>Safe and effective - </a:t>
            </a:r>
            <a:r>
              <a:rPr lang="en-US" dirty="0"/>
              <a:t>Demonstrate device can be used without serious use errors</a:t>
            </a:r>
            <a:endParaRPr lang="en-US" sz="1200" dirty="0">
              <a:effectLst/>
              <a:latin typeface="Calibri" panose="020F0502020204030204" pitchFamily="34" charset="0"/>
            </a:endParaRPr>
          </a:p>
          <a:p>
            <a:pPr rtl="0" fontAlgn="ctr">
              <a:buFont typeface="Arial" panose="020B0604020202020204" pitchFamily="34" charset="0"/>
              <a:buChar char="•"/>
            </a:pPr>
            <a:r>
              <a:rPr lang="en-US" sz="1200" dirty="0">
                <a:effectLst/>
                <a:latin typeface="Calibri" panose="020F0502020204030204" pitchFamily="34" charset="0"/>
              </a:rPr>
              <a:t>Validate findings through Human Factors Validation Testing</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Also known as Summative testing - with final design</a:t>
            </a:r>
          </a:p>
          <a:p>
            <a:pPr rtl="0" fontAlgn="ctr">
              <a:buFont typeface="Arial" panose="020B0604020202020204" pitchFamily="34" charset="0"/>
              <a:buChar char="•"/>
            </a:pPr>
            <a:r>
              <a:rPr lang="en-US" sz="1200" dirty="0">
                <a:effectLst/>
                <a:latin typeface="Calibri" panose="020F0502020204030204" pitchFamily="34" charset="0"/>
              </a:rPr>
              <a:t>The human factors validation testing should be designed as follows:</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The test participants represent the intended (actual) users of the device.</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All critical tasks are performed during the test.</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The device user interface represents the final design.</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The test conditions are sufficiently realistic to represent actual conditions of use</a:t>
            </a:r>
          </a:p>
          <a:p>
            <a:pPr marL="1143000" lvl="2" indent="-228600" rtl="0" fontAlgn="ctr">
              <a:buFont typeface="Arial" panose="020B0604020202020204" pitchFamily="34" charset="0"/>
              <a:buChar char="§"/>
            </a:pPr>
            <a:r>
              <a:rPr lang="en-US" sz="1200" dirty="0">
                <a:effectLst/>
                <a:latin typeface="Calibri" panose="020F0502020204030204" pitchFamily="34" charset="0"/>
              </a:rPr>
              <a:t>Typically conducted under simulated use or in some cases, actual use.</a:t>
            </a:r>
          </a:p>
          <a:p>
            <a:pPr rtl="0" fontAlgn="ctr">
              <a:buFont typeface="Arial" panose="020B0604020202020204" pitchFamily="34" charset="0"/>
              <a:buChar char="•"/>
            </a:pPr>
            <a:r>
              <a:rPr lang="en-US" sz="1200" dirty="0">
                <a:effectLst/>
                <a:latin typeface="Calibri" panose="020F0502020204030204" pitchFamily="34" charset="0"/>
              </a:rPr>
              <a:t>To be considered optimized for safe and effective use:</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 the human factors validation test results should show no use errors or problems that could result in serious harm and that could be eliminated or reduced through modification of the design of the user interface, using one or more of the measures listed in Section 7. The realism and completeness of the human factors validation testing should support</a:t>
            </a:r>
          </a:p>
          <a:p>
            <a:pPr rtl="0" fontAlgn="ctr">
              <a:buFont typeface="Arial" panose="020B0604020202020204" pitchFamily="34" charset="0"/>
              <a:buChar char="•"/>
            </a:pPr>
            <a:r>
              <a:rPr lang="en-US" sz="1200" dirty="0">
                <a:effectLst/>
                <a:latin typeface="Calibri" panose="020F0502020204030204" pitchFamily="34" charset="0"/>
              </a:rPr>
              <a:t>Use 3 types of data</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Observational</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Knowledge task data (interviews) - test</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Interview data</a:t>
            </a:r>
          </a:p>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14</a:t>
            </a:fld>
            <a:endParaRPr lang="en-US"/>
          </a:p>
        </p:txBody>
      </p:sp>
    </p:spTree>
    <p:extLst>
      <p:ext uri="{BB962C8B-B14F-4D97-AF65-F5344CB8AC3E}">
        <p14:creationId xmlns:p14="http://schemas.microsoft.com/office/powerpoint/2010/main" val="2789133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A5EF0-10C6-A2F0-D97D-EB6E749EC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F6453-D2BF-AB93-E35D-2C2E9FD09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A92E00-6006-2827-33F3-0C7ED4050D3E}"/>
              </a:ext>
            </a:extLst>
          </p:cNvPr>
          <p:cNvSpPr>
            <a:spLocks noGrp="1"/>
          </p:cNvSpPr>
          <p:nvPr>
            <p:ph type="body" idx="1"/>
          </p:nvPr>
        </p:nvSpPr>
        <p:spPr/>
        <p:txBody>
          <a:bodyPr/>
          <a:lstStyle/>
          <a:p>
            <a:pPr marL="0" lvl="0" indent="0" rtl="0" fontAlgn="ctr">
              <a:buFont typeface="+mj-lt"/>
              <a:buNone/>
            </a:pPr>
            <a:r>
              <a:rPr lang="en-US" sz="1200" b="1" i="0" dirty="0">
                <a:effectLst/>
                <a:latin typeface="Calibri" panose="020F0502020204030204" pitchFamily="34" charset="0"/>
              </a:rPr>
              <a:t>To review there are 3 main steps to conducting a HFE/ UE analysis</a:t>
            </a:r>
          </a:p>
          <a:p>
            <a:pPr marL="285750" lvl="0" indent="-285750" rtl="0" fontAlgn="ctr">
              <a:buFont typeface="+mj-lt"/>
              <a:buAutoNum type="arabicPeriod"/>
            </a:pPr>
            <a:endParaRPr lang="en-US" sz="1200" b="1" i="0" dirty="0">
              <a:effectLst/>
              <a:latin typeface="Calibri" panose="020F0502020204030204" pitchFamily="34" charset="0"/>
            </a:endParaRPr>
          </a:p>
          <a:p>
            <a:pPr marL="285750" lvl="0" indent="-285750" rtl="0" fontAlgn="ctr">
              <a:buFont typeface="+mj-lt"/>
              <a:buAutoNum type="arabicPeriod"/>
            </a:pPr>
            <a:r>
              <a:rPr lang="en-US" sz="1200" b="1" i="0" dirty="0">
                <a:effectLst/>
                <a:latin typeface="Calibri" panose="020F0502020204030204" pitchFamily="34" charset="0"/>
              </a:rPr>
              <a:t>Step 1: Preliminary Analysis aka Identify </a:t>
            </a:r>
          </a:p>
          <a:p>
            <a:pPr marL="742950" lvl="1" indent="-285750" rtl="0" fontAlgn="ctr">
              <a:buFont typeface="Courier New" panose="02070309020205020404" pitchFamily="49" charset="0"/>
              <a:buChar char="o"/>
            </a:pPr>
            <a:r>
              <a:rPr lang="en-US" sz="1200" b="0" i="0" dirty="0">
                <a:effectLst/>
                <a:latin typeface="Calibri" panose="020F0502020204030204" pitchFamily="34" charset="0"/>
              </a:rPr>
              <a:t>Device users, </a:t>
            </a:r>
          </a:p>
          <a:p>
            <a:pPr marL="742950" lvl="1" indent="-285750" rtl="0" fontAlgn="ctr">
              <a:buFont typeface="Courier New" panose="02070309020205020404" pitchFamily="49" charset="0"/>
              <a:buChar char="o"/>
            </a:pPr>
            <a:r>
              <a:rPr lang="en-US" sz="1200" b="0" i="0" dirty="0">
                <a:effectLst/>
                <a:latin typeface="Calibri" panose="020F0502020204030204" pitchFamily="34" charset="0"/>
              </a:rPr>
              <a:t>User Environments, </a:t>
            </a:r>
          </a:p>
          <a:p>
            <a:pPr marL="742950" lvl="1" indent="-285750" rtl="0" fontAlgn="ctr">
              <a:buFont typeface="Courier New" panose="02070309020205020404" pitchFamily="49" charset="0"/>
              <a:buChar char="o"/>
            </a:pPr>
            <a:r>
              <a:rPr lang="en-US" sz="1200" b="0" i="0" dirty="0">
                <a:effectLst/>
                <a:latin typeface="Calibri" panose="020F0502020204030204" pitchFamily="34" charset="0"/>
              </a:rPr>
              <a:t>And User Interface</a:t>
            </a:r>
          </a:p>
          <a:p>
            <a:pPr marL="742950" lvl="1" indent="-285750" rtl="0" fontAlgn="ctr">
              <a:buFont typeface="Courier New" panose="02070309020205020404" pitchFamily="49" charset="0"/>
              <a:buChar char="o"/>
            </a:pPr>
            <a:r>
              <a:rPr lang="en-US" sz="1200" b="0" i="0" dirty="0">
                <a:effectLst/>
                <a:latin typeface="Calibri" panose="020F0502020204030204" pitchFamily="34" charset="0"/>
              </a:rPr>
              <a:t>Known Issues</a:t>
            </a:r>
          </a:p>
          <a:p>
            <a:pPr marL="742950" lvl="1" indent="-285750" rtl="0" fontAlgn="ctr">
              <a:buFont typeface="Courier New" panose="02070309020205020404" pitchFamily="49" charset="0"/>
              <a:buChar char="o"/>
            </a:pPr>
            <a:r>
              <a:rPr lang="en-US" sz="1200" b="0" i="0" dirty="0">
                <a:effectLst/>
                <a:latin typeface="Calibri" panose="020F0502020204030204" pitchFamily="34" charset="0"/>
              </a:rPr>
              <a:t>Critical Tasks</a:t>
            </a:r>
          </a:p>
          <a:p>
            <a:pPr marL="285750" lvl="0" indent="-285750" rtl="0" fontAlgn="ctr">
              <a:buFont typeface="+mj-lt"/>
              <a:buAutoNum type="arabicPeriod"/>
            </a:pPr>
            <a:r>
              <a:rPr lang="en-US" sz="1200" b="1" i="0" dirty="0">
                <a:effectLst/>
                <a:latin typeface="Calibri" panose="020F0502020204030204" pitchFamily="34" charset="0"/>
              </a:rPr>
              <a:t>Formative usability process</a:t>
            </a:r>
          </a:p>
          <a:p>
            <a:pPr marL="628650" marR="0" lvl="1"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200" b="0" i="0" dirty="0">
                <a:effectLst/>
                <a:latin typeface="Calibri" panose="020F0502020204030204" pitchFamily="34" charset="0"/>
              </a:rPr>
              <a:t>Identify </a:t>
            </a:r>
            <a:r>
              <a:rPr lang="en-US" sz="1800" b="0" dirty="0">
                <a:effectLst/>
                <a:latin typeface="Calibri" panose="020F0502020204030204" pitchFamily="34" charset="0"/>
              </a:rPr>
              <a:t>use issues early in the design process before design is finalized and reiterate until risks are mitigated</a:t>
            </a:r>
          </a:p>
          <a:p>
            <a:pPr marL="1085850" marR="0" lvl="2"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800" b="0" dirty="0">
                <a:effectLst/>
                <a:latin typeface="Calibri" panose="020F0502020204030204" pitchFamily="34" charset="0"/>
              </a:rPr>
              <a:t>Usability testing with Empirical HF Methods</a:t>
            </a:r>
          </a:p>
          <a:p>
            <a:pPr marL="1085850" marR="0" lvl="2"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800" b="0" dirty="0">
                <a:effectLst/>
                <a:latin typeface="Calibri" panose="020F0502020204030204" pitchFamily="34" charset="0"/>
              </a:rPr>
              <a:t>Mitigate risks with iterative design improvements.</a:t>
            </a:r>
          </a:p>
          <a:p>
            <a:pPr marL="342900" marR="0" lvl="0" indent="-342900" algn="l" defTabSz="914400" rtl="0" eaLnBrk="1" fontAlgn="ctr" latinLnBrk="0" hangingPunct="1">
              <a:lnSpc>
                <a:spcPct val="100000"/>
              </a:lnSpc>
              <a:spcBef>
                <a:spcPts val="0"/>
              </a:spcBef>
              <a:spcAft>
                <a:spcPts val="0"/>
              </a:spcAft>
              <a:buClrTx/>
              <a:buSzTx/>
              <a:buFont typeface="+mj-lt"/>
              <a:buAutoNum type="arabicPeriod"/>
              <a:tabLst/>
              <a:defRPr/>
            </a:pPr>
            <a:r>
              <a:rPr lang="en-US" sz="1800" b="1" dirty="0">
                <a:effectLst/>
                <a:latin typeface="Calibri" panose="020F0502020204030204" pitchFamily="34" charset="0"/>
              </a:rPr>
              <a:t>Validate that your design is safe through Human Factors Validation testing</a:t>
            </a:r>
          </a:p>
          <a:p>
            <a:pPr marL="800100" marR="0" lvl="1" indent="-342900" algn="l" defTabSz="914400" rtl="0" eaLnBrk="1" fontAlgn="ctr" latinLnBrk="0" hangingPunct="1">
              <a:lnSpc>
                <a:spcPct val="100000"/>
              </a:lnSpc>
              <a:spcBef>
                <a:spcPts val="0"/>
              </a:spcBef>
              <a:spcAft>
                <a:spcPts val="0"/>
              </a:spcAft>
              <a:buClrTx/>
              <a:buSzTx/>
              <a:buFont typeface="+mj-lt"/>
              <a:buAutoNum type="arabicPeriod"/>
              <a:tabLst/>
              <a:defRPr/>
            </a:pPr>
            <a:r>
              <a:rPr lang="en-US" b="0" dirty="0">
                <a:effectLst/>
                <a:latin typeface="Calibri" panose="020F0502020204030204" pitchFamily="34" charset="0"/>
              </a:rPr>
              <a:t>Data must show use errors on critical tasks has been eliminated </a:t>
            </a:r>
          </a:p>
          <a:p>
            <a:pPr marL="800100" marR="0" lvl="1" indent="-342900" algn="l" defTabSz="914400" rtl="0" eaLnBrk="1" fontAlgn="ctr" latinLnBrk="0" hangingPunct="1">
              <a:lnSpc>
                <a:spcPct val="100000"/>
              </a:lnSpc>
              <a:spcBef>
                <a:spcPts val="0"/>
              </a:spcBef>
              <a:spcAft>
                <a:spcPts val="0"/>
              </a:spcAft>
              <a:buClrTx/>
              <a:buSzTx/>
              <a:buFont typeface="+mj-lt"/>
              <a:buAutoNum type="arabicPeriod"/>
              <a:tabLst/>
              <a:defRPr/>
            </a:pPr>
            <a:r>
              <a:rPr lang="en-US" b="0" dirty="0">
                <a:effectLst/>
                <a:latin typeface="Calibri" panose="020F0502020204030204" pitchFamily="34" charset="0"/>
              </a:rPr>
              <a:t>or risk has been reduced to acceptable levels</a:t>
            </a:r>
            <a:endParaRPr lang="en-US" b="0" dirty="0"/>
          </a:p>
        </p:txBody>
      </p:sp>
      <p:sp>
        <p:nvSpPr>
          <p:cNvPr id="4" name="Slide Number Placeholder 3">
            <a:extLst>
              <a:ext uri="{FF2B5EF4-FFF2-40B4-BE49-F238E27FC236}">
                <a16:creationId xmlns:a16="http://schemas.microsoft.com/office/drawing/2014/main" id="{F0431CC6-040A-2E10-A653-281F8BCC233B}"/>
              </a:ext>
            </a:extLst>
          </p:cNvPr>
          <p:cNvSpPr>
            <a:spLocks noGrp="1"/>
          </p:cNvSpPr>
          <p:nvPr>
            <p:ph type="sldNum" sz="quarter" idx="5"/>
          </p:nvPr>
        </p:nvSpPr>
        <p:spPr/>
        <p:txBody>
          <a:bodyPr/>
          <a:lstStyle/>
          <a:p>
            <a:fld id="{FA063170-0F5C-8344-8697-F8D098D68E1F}" type="slidenum">
              <a:rPr lang="en-US" smtClean="0"/>
              <a:t>15</a:t>
            </a:fld>
            <a:endParaRPr lang="en-US"/>
          </a:p>
        </p:txBody>
      </p:sp>
    </p:spTree>
    <p:extLst>
      <p:ext uri="{BB962C8B-B14F-4D97-AF65-F5344CB8AC3E}">
        <p14:creationId xmlns:p14="http://schemas.microsoft.com/office/powerpoint/2010/main" val="129400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HFE Documentation &amp; Application write up</a:t>
            </a:r>
          </a:p>
          <a:p>
            <a:pPr marL="628650" lvl="1" indent="-171450">
              <a:buFontTx/>
              <a:buChar char="-"/>
            </a:pPr>
            <a:r>
              <a:rPr lang="en-US" dirty="0"/>
              <a:t>This process itself can be iterative – you can communicate with your FDA rep during the HF process to increase odds that you will be approved. </a:t>
            </a:r>
          </a:p>
          <a:p>
            <a:endParaRPr lang="en-US" dirty="0"/>
          </a:p>
          <a:p>
            <a:pPr marL="171450" indent="-171450">
              <a:buFontTx/>
              <a:buChar char="-"/>
            </a:pPr>
            <a:r>
              <a:rPr lang="en-US" dirty="0"/>
              <a:t>Different Classes of Devices Require different applications and levels </a:t>
            </a:r>
          </a:p>
          <a:p>
            <a:pPr marL="628650" lvl="1" indent="-171450">
              <a:buFontTx/>
              <a:buChar char="-"/>
            </a:pPr>
            <a:r>
              <a:rPr lang="en-US" dirty="0"/>
              <a:t>Determined by risk levels </a:t>
            </a:r>
          </a:p>
          <a:p>
            <a:pPr marL="171450" indent="-171450">
              <a:buFontTx/>
              <a:buChar char="-"/>
            </a:pPr>
            <a:endParaRPr lang="en-US" dirty="0"/>
          </a:p>
          <a:p>
            <a:pPr marL="171450" indent="-171450">
              <a:buFontTx/>
              <a:buChar char="-"/>
            </a:pPr>
            <a:endParaRPr lang="en-US" dirty="0"/>
          </a:p>
          <a:p>
            <a:pPr marL="171450" indent="-171450">
              <a:buFontTx/>
              <a:buChar char="-"/>
            </a:pPr>
            <a:r>
              <a:rPr lang="en-US" dirty="0"/>
              <a:t>Class I: </a:t>
            </a:r>
          </a:p>
          <a:p>
            <a:pPr marL="628650" lvl="1" indent="-171450">
              <a:buFontTx/>
              <a:buChar char="-"/>
            </a:pPr>
            <a:r>
              <a:rPr lang="en-US" dirty="0"/>
              <a:t>low risk devices: Oxygen masks, electric toothbrushes, gloves</a:t>
            </a:r>
          </a:p>
          <a:p>
            <a:pPr marL="1085850" lvl="2" indent="-171450">
              <a:buFontTx/>
              <a:buChar char="-"/>
            </a:pPr>
            <a:r>
              <a:rPr lang="en-US" dirty="0"/>
              <a:t>501k exempt (exempt from HF testing)</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dirty="0"/>
              <a:t>Still Must register device and company on FDA website</a:t>
            </a:r>
          </a:p>
          <a:p>
            <a:pPr marL="171450" indent="-171450">
              <a:buFontTx/>
              <a:buChar char="-"/>
            </a:pPr>
            <a:r>
              <a:rPr lang="en-US" dirty="0"/>
              <a:t>Class II: </a:t>
            </a:r>
          </a:p>
          <a:p>
            <a:pPr marL="628650" lvl="1" indent="-171450">
              <a:buFontTx/>
              <a:buChar char="-"/>
            </a:pPr>
            <a:r>
              <a:rPr lang="en-US" dirty="0"/>
              <a:t>Moderate risk devices: catheters, injections</a:t>
            </a:r>
          </a:p>
          <a:p>
            <a:pPr marL="628650" lvl="1" indent="-171450">
              <a:buFontTx/>
              <a:buChar char="-"/>
            </a:pPr>
            <a:r>
              <a:rPr lang="en-US" dirty="0"/>
              <a:t>501k premarket application required (needs HF testing)</a:t>
            </a:r>
          </a:p>
          <a:p>
            <a:pPr marL="628650" lvl="1" indent="-171450">
              <a:buFontTx/>
              <a:buChar char="-"/>
            </a:pPr>
            <a:r>
              <a:rPr lang="en-US" dirty="0"/>
              <a:t>Can receive FDA Clearance</a:t>
            </a:r>
          </a:p>
          <a:p>
            <a:pPr marL="628650" lvl="1" indent="-171450">
              <a:buFontTx/>
              <a:buChar char="-"/>
            </a:pPr>
            <a:endParaRPr lang="en-US" dirty="0"/>
          </a:p>
          <a:p>
            <a:pPr marL="171450" indent="-171450">
              <a:buFontTx/>
              <a:buChar char="-"/>
            </a:pPr>
            <a:r>
              <a:rPr lang="en-US" dirty="0"/>
              <a:t>Class III: </a:t>
            </a:r>
          </a:p>
          <a:p>
            <a:pPr marL="628650" lvl="1" indent="-171450">
              <a:buFontTx/>
              <a:buChar char="-"/>
            </a:pPr>
            <a:r>
              <a:rPr lang="en-US" dirty="0"/>
              <a:t>High risk devices: </a:t>
            </a:r>
            <a:r>
              <a:rPr lang="en-US" dirty="0" err="1"/>
              <a:t>Coclear</a:t>
            </a:r>
            <a:r>
              <a:rPr lang="en-US" dirty="0"/>
              <a:t> implants, defibrillators</a:t>
            </a:r>
          </a:p>
          <a:p>
            <a:pPr marL="628650" lvl="1" indent="-171450">
              <a:buFontTx/>
              <a:buChar char="-"/>
            </a:pPr>
            <a:r>
              <a:rPr lang="en-US" dirty="0"/>
              <a:t>Pre market Application (PMA) required</a:t>
            </a:r>
          </a:p>
          <a:p>
            <a:pPr marL="628650" lvl="1" indent="-171450">
              <a:buFontTx/>
              <a:buChar char="-"/>
            </a:pPr>
            <a:r>
              <a:rPr lang="en-US" dirty="0"/>
              <a:t>Also require clinical trials</a:t>
            </a:r>
          </a:p>
          <a:p>
            <a:pPr marL="628650" lvl="1" indent="-171450">
              <a:buFontTx/>
              <a:buChar char="-"/>
            </a:pPr>
            <a:r>
              <a:rPr lang="en-US" dirty="0"/>
              <a:t>Less than 10% of med devices are classified as class III by FDA</a:t>
            </a:r>
          </a:p>
          <a:p>
            <a:pPr marL="628650" lvl="1" indent="-171450">
              <a:buFontTx/>
              <a:buChar char="-"/>
            </a:pPr>
            <a:r>
              <a:rPr lang="en-US" dirty="0"/>
              <a:t>Can receive FDA Approval</a:t>
            </a:r>
          </a:p>
          <a:p>
            <a:pPr marL="628650" lvl="1" indent="-171450">
              <a:buFontTx/>
              <a:buChar char="-"/>
            </a:pPr>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16</a:t>
            </a:fld>
            <a:endParaRPr lang="en-US"/>
          </a:p>
        </p:txBody>
      </p:sp>
    </p:spTree>
    <p:extLst>
      <p:ext uri="{BB962C8B-B14F-4D97-AF65-F5344CB8AC3E}">
        <p14:creationId xmlns:p14="http://schemas.microsoft.com/office/powerpoint/2010/main" val="481256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17</a:t>
            </a:fld>
            <a:endParaRPr lang="en-US"/>
          </a:p>
        </p:txBody>
      </p:sp>
    </p:spTree>
    <p:extLst>
      <p:ext uri="{BB962C8B-B14F-4D97-AF65-F5344CB8AC3E}">
        <p14:creationId xmlns:p14="http://schemas.microsoft.com/office/powerpoint/2010/main" val="2727954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buFont typeface="Arial" panose="020B0604020202020204" pitchFamily="34" charset="0"/>
              <a:buChar char="•"/>
            </a:pPr>
            <a:r>
              <a:rPr lang="en-US" sz="1200" dirty="0">
                <a:effectLst/>
                <a:latin typeface="Calibri" panose="020F0502020204030204" pitchFamily="34" charset="0"/>
              </a:rPr>
              <a:t>Common strategies</a:t>
            </a:r>
          </a:p>
          <a:p>
            <a:pPr rtl="0" fontAlgn="ctr">
              <a:buFont typeface="Arial" panose="020B0604020202020204" pitchFamily="34" charset="0"/>
              <a:buChar char="•"/>
            </a:pPr>
            <a:r>
              <a:rPr lang="en-US" sz="1200" dirty="0">
                <a:effectLst/>
                <a:latin typeface="Calibri" panose="020F0502020204030204" pitchFamily="34" charset="0"/>
              </a:rPr>
              <a:t>Designing them out - inherent safety by design</a:t>
            </a:r>
          </a:p>
          <a:p>
            <a:pPr marL="742950" lvl="1" indent="-285750" rtl="0" fontAlgn="ctr">
              <a:buFont typeface="Arial" panose="020B0604020202020204" pitchFamily="34" charset="0"/>
              <a:buChar char="§"/>
            </a:pPr>
            <a:r>
              <a:rPr lang="en-US" sz="1200" dirty="0">
                <a:effectLst/>
                <a:latin typeface="Calibri" panose="020F0502020204030204" pitchFamily="34" charset="0"/>
              </a:rPr>
              <a:t>Protective measures in the device</a:t>
            </a:r>
          </a:p>
          <a:p>
            <a:pPr marL="742950" lvl="1" indent="-285750" rtl="0" fontAlgn="ctr">
              <a:buFont typeface="Arial" panose="020B0604020202020204" pitchFamily="34" charset="0"/>
              <a:buChar char="§"/>
            </a:pPr>
            <a:r>
              <a:rPr lang="en-US" sz="1200" dirty="0">
                <a:effectLst/>
                <a:latin typeface="Calibri" panose="020F0502020204030204" pitchFamily="34" charset="0"/>
              </a:rPr>
              <a:t>Shielded elements, warning screens, alerts</a:t>
            </a:r>
          </a:p>
          <a:p>
            <a:pPr rtl="0" fontAlgn="ctr">
              <a:buFont typeface="Arial" panose="020B0604020202020204" pitchFamily="34" charset="0"/>
              <a:buChar char="•"/>
            </a:pPr>
            <a:r>
              <a:rPr lang="en-US" sz="1200" dirty="0">
                <a:effectLst/>
                <a:latin typeface="Calibri" panose="020F0502020204030204" pitchFamily="34" charset="0"/>
              </a:rPr>
              <a:t>Information for safety</a:t>
            </a:r>
          </a:p>
          <a:p>
            <a:pPr marL="742950" lvl="1" indent="-285750" rtl="0" fontAlgn="ctr">
              <a:buFont typeface="Arial" panose="020B0604020202020204" pitchFamily="34" charset="0"/>
              <a:buChar char="§"/>
            </a:pPr>
            <a:r>
              <a:rPr lang="en-US" sz="1200" dirty="0">
                <a:effectLst/>
                <a:latin typeface="Calibri" panose="020F0502020204030204" pitchFamily="34" charset="0"/>
              </a:rPr>
              <a:t>Warning Labels </a:t>
            </a:r>
          </a:p>
          <a:p>
            <a:pPr rtl="0" fontAlgn="ctr">
              <a:buFont typeface="Arial" panose="020B0604020202020204" pitchFamily="34" charset="0"/>
              <a:buChar char="•"/>
            </a:pPr>
            <a:r>
              <a:rPr lang="en-US" sz="1200" dirty="0">
                <a:effectLst/>
                <a:latin typeface="Calibri" panose="020F0502020204030204" pitchFamily="34" charset="0"/>
              </a:rPr>
              <a:t>Training to avoid error</a:t>
            </a:r>
          </a:p>
          <a:p>
            <a:endParaRPr lang="en-US" dirty="0"/>
          </a:p>
          <a:p>
            <a:endParaRPr lang="en-US" dirty="0"/>
          </a:p>
          <a:p>
            <a:r>
              <a:rPr lang="en-US" dirty="0"/>
              <a:t>There is always some residual risk. You just have to show that you designed out all that was possible and took reasonable steps to mitigate the rest.</a:t>
            </a:r>
          </a:p>
        </p:txBody>
      </p:sp>
      <p:sp>
        <p:nvSpPr>
          <p:cNvPr id="4" name="Slide Number Placeholder 3"/>
          <p:cNvSpPr>
            <a:spLocks noGrp="1"/>
          </p:cNvSpPr>
          <p:nvPr>
            <p:ph type="sldNum" sz="quarter" idx="5"/>
          </p:nvPr>
        </p:nvSpPr>
        <p:spPr/>
        <p:txBody>
          <a:bodyPr/>
          <a:lstStyle/>
          <a:p>
            <a:fld id="{FA063170-0F5C-8344-8697-F8D098D68E1F}" type="slidenum">
              <a:rPr lang="en-US" smtClean="0"/>
              <a:t>21</a:t>
            </a:fld>
            <a:endParaRPr lang="en-US"/>
          </a:p>
        </p:txBody>
      </p:sp>
    </p:spTree>
    <p:extLst>
      <p:ext uri="{BB962C8B-B14F-4D97-AF65-F5344CB8AC3E}">
        <p14:creationId xmlns:p14="http://schemas.microsoft.com/office/powerpoint/2010/main" val="2370590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 user groups</a:t>
            </a:r>
          </a:p>
          <a:p>
            <a:endParaRPr lang="en-US" dirty="0"/>
          </a:p>
          <a:p>
            <a:r>
              <a:rPr lang="en-US" dirty="0"/>
              <a:t>Characteristics of each user group</a:t>
            </a:r>
          </a:p>
        </p:txBody>
      </p:sp>
      <p:sp>
        <p:nvSpPr>
          <p:cNvPr id="4" name="Slide Number Placeholder 3"/>
          <p:cNvSpPr>
            <a:spLocks noGrp="1"/>
          </p:cNvSpPr>
          <p:nvPr>
            <p:ph type="sldNum" sz="quarter" idx="5"/>
          </p:nvPr>
        </p:nvSpPr>
        <p:spPr/>
        <p:txBody>
          <a:bodyPr/>
          <a:lstStyle/>
          <a:p>
            <a:fld id="{FA063170-0F5C-8344-8697-F8D098D68E1F}" type="slidenum">
              <a:rPr lang="en-US" smtClean="0"/>
              <a:t>23</a:t>
            </a:fld>
            <a:endParaRPr lang="en-US"/>
          </a:p>
        </p:txBody>
      </p:sp>
    </p:spTree>
    <p:extLst>
      <p:ext uri="{BB962C8B-B14F-4D97-AF65-F5344CB8AC3E}">
        <p14:creationId xmlns:p14="http://schemas.microsoft.com/office/powerpoint/2010/main" val="27319862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a:t>
            </a:r>
            <a:r>
              <a:rPr lang="en-US" dirty="0" err="1"/>
              <a:t>depictsdepicts</a:t>
            </a:r>
            <a:r>
              <a:rPr lang="en-US" dirty="0"/>
              <a:t> the risk management process for addressing use-related hazards;</a:t>
            </a:r>
          </a:p>
          <a:p>
            <a:r>
              <a:rPr lang="en-US" dirty="0"/>
              <a:t>Through HFE/UE Analysis</a:t>
            </a:r>
          </a:p>
        </p:txBody>
      </p:sp>
      <p:sp>
        <p:nvSpPr>
          <p:cNvPr id="4" name="Slide Number Placeholder 3"/>
          <p:cNvSpPr>
            <a:spLocks noGrp="1"/>
          </p:cNvSpPr>
          <p:nvPr>
            <p:ph type="sldNum" sz="quarter" idx="5"/>
          </p:nvPr>
        </p:nvSpPr>
        <p:spPr/>
        <p:txBody>
          <a:bodyPr/>
          <a:lstStyle/>
          <a:p>
            <a:fld id="{FA063170-0F5C-8344-8697-F8D098D68E1F}" type="slidenum">
              <a:rPr lang="en-US" smtClean="0"/>
              <a:t>24</a:t>
            </a:fld>
            <a:endParaRPr lang="en-US"/>
          </a:p>
        </p:txBody>
      </p:sp>
    </p:spTree>
    <p:extLst>
      <p:ext uri="{BB962C8B-B14F-4D97-AF65-F5344CB8AC3E}">
        <p14:creationId xmlns:p14="http://schemas.microsoft.com/office/powerpoint/2010/main" val="35146555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rtl="0" fontAlgn="ctr">
              <a:buFont typeface="+mj-lt"/>
              <a:buNone/>
            </a:pPr>
            <a:r>
              <a:rPr lang="en-US" sz="1200" b="1" i="0" dirty="0">
                <a:effectLst/>
                <a:latin typeface="Calibri" panose="020F0502020204030204" pitchFamily="34" charset="0"/>
              </a:rPr>
              <a:t>The document itself has three steps as well but groups the subcategories slightly differently. But I watched a presentation that a research group did on this to non engineers and I think their explanation is easier to follow. </a:t>
            </a:r>
          </a:p>
          <a:p>
            <a:pPr marL="285750" lvl="0" indent="-285750" rtl="0" fontAlgn="ctr">
              <a:buFont typeface="+mj-lt"/>
              <a:buAutoNum type="arabicPeriod"/>
            </a:pPr>
            <a:r>
              <a:rPr lang="en-US" sz="1200" b="1" i="0" dirty="0">
                <a:effectLst/>
                <a:latin typeface="Calibri" panose="020F0502020204030204" pitchFamily="34" charset="0"/>
              </a:rPr>
              <a:t>Step 1: Identify &amp; Document: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Device users,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User Environments,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And User Interface</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Known Issues</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Critical Tasks</a:t>
            </a:r>
          </a:p>
          <a:p>
            <a:pPr marL="285750" lvl="0" indent="-285750" rtl="0" fontAlgn="ctr">
              <a:buFont typeface="+mj-lt"/>
              <a:buAutoNum type="arabicPeriod"/>
            </a:pPr>
            <a:r>
              <a:rPr lang="en-US" sz="1200" b="1" i="0" dirty="0">
                <a:effectLst/>
                <a:latin typeface="Calibri" panose="020F0502020204030204" pitchFamily="34" charset="0"/>
              </a:rPr>
              <a:t>Formative usability process</a:t>
            </a:r>
          </a:p>
          <a:p>
            <a:pPr marL="628650" marR="0" lvl="1"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200" b="1" i="0" dirty="0">
                <a:effectLst/>
                <a:latin typeface="Calibri" panose="020F0502020204030204" pitchFamily="34" charset="0"/>
              </a:rPr>
              <a:t>Identify </a:t>
            </a:r>
            <a:r>
              <a:rPr lang="en-US" sz="1800" b="1" dirty="0">
                <a:effectLst/>
                <a:latin typeface="Calibri" panose="020F0502020204030204" pitchFamily="34" charset="0"/>
              </a:rPr>
              <a:t>use issues early in the design process before design is finalized and reiterate until risks are mitigated</a:t>
            </a:r>
          </a:p>
          <a:p>
            <a:pPr marL="1085850" marR="0" lvl="2"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800" b="1" dirty="0">
                <a:effectLst/>
                <a:latin typeface="Calibri" panose="020F0502020204030204" pitchFamily="34" charset="0"/>
              </a:rPr>
              <a:t>Using Analytical and Empirical HF Methods</a:t>
            </a:r>
          </a:p>
          <a:p>
            <a:pPr marL="1085850" marR="0" lvl="2"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800" b="1" dirty="0">
                <a:effectLst/>
                <a:latin typeface="Calibri" panose="020F0502020204030204" pitchFamily="34" charset="0"/>
              </a:rPr>
              <a:t>Mitigate risks with iterative design improvements.</a:t>
            </a:r>
          </a:p>
          <a:p>
            <a:pPr marL="342900" marR="0" lvl="0" indent="-342900" algn="l" defTabSz="914400" rtl="0" eaLnBrk="1" fontAlgn="ctr" latinLnBrk="0" hangingPunct="1">
              <a:lnSpc>
                <a:spcPct val="100000"/>
              </a:lnSpc>
              <a:spcBef>
                <a:spcPts val="0"/>
              </a:spcBef>
              <a:spcAft>
                <a:spcPts val="0"/>
              </a:spcAft>
              <a:buClrTx/>
              <a:buSzTx/>
              <a:buFont typeface="+mj-lt"/>
              <a:buAutoNum type="arabicPeriod"/>
              <a:tabLst/>
              <a:defRPr/>
            </a:pPr>
            <a:r>
              <a:rPr lang="en-US" sz="1800" b="1" dirty="0">
                <a:effectLst/>
                <a:latin typeface="Calibri" panose="020F0502020204030204" pitchFamily="34" charset="0"/>
              </a:rPr>
              <a:t>Validate that your design is safe through Human Factors Validation testing</a:t>
            </a:r>
            <a:br>
              <a:rPr lang="en-US" sz="1800" b="1" dirty="0">
                <a:effectLst/>
                <a:latin typeface="Calibri" panose="020F0502020204030204" pitchFamily="34" charset="0"/>
              </a:rPr>
            </a:br>
            <a:endParaRPr lang="en-US" sz="1800" b="1" dirty="0">
              <a:effectLst/>
              <a:latin typeface="Calibri" panose="020F0502020204030204" pitchFamily="34" charset="0"/>
            </a:endParaRPr>
          </a:p>
          <a:p>
            <a:pPr marL="1200150" marR="0" lvl="2" indent="-285750" algn="l" defTabSz="914400" rtl="0" eaLnBrk="1" fontAlgn="ctr" latinLnBrk="0" hangingPunct="1">
              <a:lnSpc>
                <a:spcPct val="100000"/>
              </a:lnSpc>
              <a:spcBef>
                <a:spcPts val="0"/>
              </a:spcBef>
              <a:spcAft>
                <a:spcPts val="0"/>
              </a:spcAft>
              <a:buClrTx/>
              <a:buSzTx/>
              <a:buFont typeface="+mj-lt"/>
              <a:buAutoNum type="arabicPeriod"/>
              <a:tabLst/>
              <a:defRPr/>
            </a:pPr>
            <a:endParaRPr lang="en-US" sz="1800" b="1" dirty="0">
              <a:effectLst/>
              <a:latin typeface="Calibri" panose="020F0502020204030204" pitchFamily="34" charset="0"/>
            </a:endParaRPr>
          </a:p>
          <a:p>
            <a:pPr marL="742950" marR="0" lvl="1" indent="-285750" algn="l" defTabSz="914400" rtl="0" eaLnBrk="1" fontAlgn="ctr" latinLnBrk="0" hangingPunct="1">
              <a:lnSpc>
                <a:spcPct val="100000"/>
              </a:lnSpc>
              <a:spcBef>
                <a:spcPts val="0"/>
              </a:spcBef>
              <a:spcAft>
                <a:spcPts val="0"/>
              </a:spcAft>
              <a:buClrTx/>
              <a:buSzTx/>
              <a:buFont typeface="+mj-lt"/>
              <a:buAutoNum type="arabicPeriod"/>
              <a:tabLst/>
              <a:defRPr/>
            </a:pPr>
            <a:endParaRPr lang="en-US" sz="1800" dirty="0">
              <a:effectLst/>
              <a:latin typeface="Calibri" panose="020F0502020204030204" pitchFamily="34" charset="0"/>
            </a:endParaRPr>
          </a:p>
          <a:p>
            <a:pPr marL="742950" lvl="1" indent="-285750" rtl="0" fontAlgn="ctr">
              <a:buFont typeface="+mj-lt"/>
              <a:buAutoNum type="arabicPeriod"/>
            </a:pPr>
            <a:endParaRPr lang="en-US" sz="1200" b="1" i="0" dirty="0">
              <a:effectLst/>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FA063170-0F5C-8344-8697-F8D098D68E1F}" type="slidenum">
              <a:rPr lang="en-US" smtClean="0"/>
              <a:t>25</a:t>
            </a:fld>
            <a:endParaRPr lang="en-US"/>
          </a:p>
        </p:txBody>
      </p:sp>
    </p:spTree>
    <p:extLst>
      <p:ext uri="{BB962C8B-B14F-4D97-AF65-F5344CB8AC3E}">
        <p14:creationId xmlns:p14="http://schemas.microsoft.com/office/powerpoint/2010/main" val="30646079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26</a:t>
            </a:fld>
            <a:endParaRPr lang="en-US"/>
          </a:p>
        </p:txBody>
      </p:sp>
    </p:spTree>
    <p:extLst>
      <p:ext uri="{BB962C8B-B14F-4D97-AF65-F5344CB8AC3E}">
        <p14:creationId xmlns:p14="http://schemas.microsoft.com/office/powerpoint/2010/main" val="35506085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important outcomes of</a:t>
            </a:r>
          </a:p>
          <a:p>
            <a:r>
              <a:rPr lang="en-US" dirty="0"/>
              <a:t>these analyses is comprehensive identification and categorization of user tasks, leading to</a:t>
            </a:r>
          </a:p>
          <a:p>
            <a:r>
              <a:rPr lang="en-US" dirty="0"/>
              <a:t>a list of critical task</a:t>
            </a:r>
          </a:p>
          <a:p>
            <a:endParaRPr lang="en-US" dirty="0"/>
          </a:p>
          <a:p>
            <a:r>
              <a:rPr lang="en-US" dirty="0"/>
              <a:t>Critical Tasks: A user task which, if performed incorrectly or not performed at all, would or could cause</a:t>
            </a:r>
          </a:p>
          <a:p>
            <a:r>
              <a:rPr lang="en-US" dirty="0"/>
              <a:t>serious harm to the patient or user, where harm is defined to include compromised</a:t>
            </a:r>
          </a:p>
          <a:p>
            <a:r>
              <a:rPr lang="en-US" dirty="0"/>
              <a:t>medical care.</a:t>
            </a:r>
          </a:p>
          <a:p>
            <a:endParaRPr lang="en-US" dirty="0"/>
          </a:p>
          <a:p>
            <a:r>
              <a:rPr lang="en-US" dirty="0"/>
              <a:t>The following methods are used to identify and categorize use related hazards, but the results </a:t>
            </a:r>
            <a:r>
              <a:rPr lang="en-US" dirty="0" err="1"/>
              <a:t>shuld</a:t>
            </a:r>
            <a:r>
              <a:rPr lang="en-US" dirty="0"/>
              <a:t> be used to inform plans for simulated use. That can confirm the </a:t>
            </a:r>
            <a:r>
              <a:rPr lang="en-US" dirty="0" err="1"/>
              <a:t>findinhs</a:t>
            </a:r>
            <a:r>
              <a:rPr lang="en-US" dirty="0"/>
              <a:t> of </a:t>
            </a:r>
          </a:p>
          <a:p>
            <a:endParaRPr lang="en-US" dirty="0"/>
          </a:p>
          <a:p>
            <a:endParaRPr lang="en-US" dirty="0"/>
          </a:p>
          <a:p>
            <a:r>
              <a:rPr lang="en-US" dirty="0"/>
              <a:t>Analysis Methods</a:t>
            </a:r>
          </a:p>
          <a:p>
            <a:pPr marL="171450" indent="-171450">
              <a:buFontTx/>
              <a:buChar char="-"/>
            </a:pPr>
            <a:r>
              <a:rPr lang="en-US" dirty="0"/>
              <a:t>Task analysis </a:t>
            </a:r>
          </a:p>
          <a:p>
            <a:pPr marL="171450" indent="-171450">
              <a:buFontTx/>
              <a:buChar char="-"/>
            </a:pPr>
            <a:r>
              <a:rPr lang="en-US" b="1" dirty="0"/>
              <a:t>Risk analysis methods</a:t>
            </a:r>
          </a:p>
          <a:p>
            <a:pPr marL="628650" lvl="1" indent="-171450">
              <a:buFontTx/>
              <a:buChar char="-"/>
            </a:pPr>
            <a:r>
              <a:rPr lang="en-US" b="1" dirty="0" err="1"/>
              <a:t>uFMEA</a:t>
            </a:r>
            <a:r>
              <a:rPr lang="en-US" dirty="0"/>
              <a:t> </a:t>
            </a:r>
          </a:p>
          <a:p>
            <a:pPr marL="1085850" lvl="2" indent="-171450">
              <a:buFontTx/>
              <a:buChar char="-"/>
            </a:pPr>
            <a:r>
              <a:rPr lang="en-US" dirty="0"/>
              <a:t>Refine task analysis through </a:t>
            </a:r>
            <a:r>
              <a:rPr lang="en-US" dirty="0" err="1"/>
              <a:t>uFMEA</a:t>
            </a:r>
            <a:endParaRPr lang="en-US" dirty="0"/>
          </a:p>
          <a:p>
            <a:pPr marL="1085850" lvl="2" indent="-171450">
              <a:buFontTx/>
              <a:buChar char="-"/>
            </a:pPr>
            <a:r>
              <a:rPr lang="en-US" dirty="0"/>
              <a:t>A team brainstorm with specialists from relevant area</a:t>
            </a:r>
          </a:p>
          <a:p>
            <a:pPr marL="1085850" lvl="2" indent="-171450">
              <a:buFontTx/>
              <a:buChar char="-"/>
            </a:pPr>
            <a:r>
              <a:rPr lang="en-US" dirty="0"/>
              <a:t>The team brainstorms possible use scenarios that could lead to “failure mode” and considers the tasks and potential harm for each possible use error</a:t>
            </a:r>
          </a:p>
          <a:p>
            <a:pPr marL="628650" lvl="1" indent="-171450">
              <a:buFontTx/>
              <a:buChar char="-"/>
            </a:pPr>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27</a:t>
            </a:fld>
            <a:endParaRPr lang="en-US"/>
          </a:p>
        </p:txBody>
      </p:sp>
    </p:spTree>
    <p:extLst>
      <p:ext uri="{BB962C8B-B14F-4D97-AF65-F5344CB8AC3E}">
        <p14:creationId xmlns:p14="http://schemas.microsoft.com/office/powerpoint/2010/main" val="13719955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1E6F0-BDAA-4732-448D-5F0FE9024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3E925-5627-4910-459F-CA8BC6C48E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313274-9561-A026-273A-32B9BA9476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D71F04-7D62-9FF0-59B1-F3722EAB492E}"/>
              </a:ext>
            </a:extLst>
          </p:cNvPr>
          <p:cNvSpPr>
            <a:spLocks noGrp="1"/>
          </p:cNvSpPr>
          <p:nvPr>
            <p:ph type="sldNum" sz="quarter" idx="5"/>
          </p:nvPr>
        </p:nvSpPr>
        <p:spPr/>
        <p:txBody>
          <a:bodyPr/>
          <a:lstStyle/>
          <a:p>
            <a:fld id="{FA063170-0F5C-8344-8697-F8D098D68E1F}" type="slidenum">
              <a:rPr lang="en-US" smtClean="0"/>
              <a:t>28</a:t>
            </a:fld>
            <a:endParaRPr lang="en-US"/>
          </a:p>
        </p:txBody>
      </p:sp>
    </p:spTree>
    <p:extLst>
      <p:ext uri="{BB962C8B-B14F-4D97-AF65-F5344CB8AC3E}">
        <p14:creationId xmlns:p14="http://schemas.microsoft.com/office/powerpoint/2010/main" val="2256862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53065-7D5A-7B96-A86F-F5F060D310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4A763C-8E8E-7C56-A73E-EAB01D9FDA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40FC9D-BAA1-8752-8BFD-637F66C18344}"/>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5" name="Footer Placeholder 4">
            <a:extLst>
              <a:ext uri="{FF2B5EF4-FFF2-40B4-BE49-F238E27FC236}">
                <a16:creationId xmlns:a16="http://schemas.microsoft.com/office/drawing/2014/main" id="{31FABAAF-E3BF-E986-3D90-ECEAF8D89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31C663-0B03-6CFA-E051-28548CC34C94}"/>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1406634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ED9E4-CB46-59A7-62E3-AF9D22E601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44AFDD-1D19-50E9-215E-6F684175E7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72F03F-4F1A-5800-5391-CD0EBD98DEA0}"/>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5" name="Footer Placeholder 4">
            <a:extLst>
              <a:ext uri="{FF2B5EF4-FFF2-40B4-BE49-F238E27FC236}">
                <a16:creationId xmlns:a16="http://schemas.microsoft.com/office/drawing/2014/main" id="{1991B62E-46B7-80BE-CCC7-0542EF0BAD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3D9C5-50E9-FAE3-1D03-1F6276646DD5}"/>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2924652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6A2C-2D5C-8A74-3553-0256C193C0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78AE7D-4EAA-902A-4580-F204510325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D40D86-7B21-ABEB-E49B-999DEC094AFB}"/>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5" name="Footer Placeholder 4">
            <a:extLst>
              <a:ext uri="{FF2B5EF4-FFF2-40B4-BE49-F238E27FC236}">
                <a16:creationId xmlns:a16="http://schemas.microsoft.com/office/drawing/2014/main" id="{7F7427A7-A20B-16A4-F47D-C02FE667D1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F80EB3-6F6B-9813-2201-1CBB6E6DA838}"/>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429221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4758C-37E5-3D6F-F905-8B10A87069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D6A899-CC2F-F393-5CDC-50119D3116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CEAB1C-9F1E-6B85-4534-84D4B1BC60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A049E8-5305-7373-2102-ACDF6757C15F}"/>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6" name="Footer Placeholder 5">
            <a:extLst>
              <a:ext uri="{FF2B5EF4-FFF2-40B4-BE49-F238E27FC236}">
                <a16:creationId xmlns:a16="http://schemas.microsoft.com/office/drawing/2014/main" id="{A6664414-54ED-D9EB-5EEA-6C5C20A91E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37A9D8-01D3-BAE8-9BA5-30CB983FEB81}"/>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3945838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522C5-CA81-DECF-B346-C276366584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140F0D-6DBD-352A-92A6-C5AAEC7E9E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5D6A8B-D275-B9E3-8E5A-F38AFABF46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758DCD-B27B-FEB7-100A-9B9E28959F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E7769A-3DB0-7C84-70A8-FB9512ACD6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A81971-98D9-1C6C-E218-BBC9252AED20}"/>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8" name="Footer Placeholder 7">
            <a:extLst>
              <a:ext uri="{FF2B5EF4-FFF2-40B4-BE49-F238E27FC236}">
                <a16:creationId xmlns:a16="http://schemas.microsoft.com/office/drawing/2014/main" id="{5EE83C3F-880A-04A7-CBB4-29C45C005F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88DD04-02EC-B6A2-87A8-0DADAC7475B7}"/>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2757536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426EE-0A06-42BD-51C0-BBD71F15E9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93D1BE-8E79-14ED-3F86-6570BA6AFD22}"/>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4" name="Footer Placeholder 3">
            <a:extLst>
              <a:ext uri="{FF2B5EF4-FFF2-40B4-BE49-F238E27FC236}">
                <a16:creationId xmlns:a16="http://schemas.microsoft.com/office/drawing/2014/main" id="{CC1DB70F-CCAD-EDA5-FD03-C23DB36AA3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B18009-363E-9205-2EE8-3D44F772113C}"/>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1242101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97F8AA-C210-06A9-7AEB-66A3A80321B0}"/>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3" name="Footer Placeholder 2">
            <a:extLst>
              <a:ext uri="{FF2B5EF4-FFF2-40B4-BE49-F238E27FC236}">
                <a16:creationId xmlns:a16="http://schemas.microsoft.com/office/drawing/2014/main" id="{DA969E52-51D3-94A3-35E5-82ED354D36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D060B4-A95E-BDFE-AC9A-CF8BE944D5F0}"/>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3575263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196C8-2CBD-EB66-7DD2-82E193E90A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038362-D96C-A461-325F-DA1F3D9A93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5C3F73-0E65-B581-FA09-4B6FC801F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2AC105-B5BC-047E-9643-96BB17B479DD}"/>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6" name="Footer Placeholder 5">
            <a:extLst>
              <a:ext uri="{FF2B5EF4-FFF2-40B4-BE49-F238E27FC236}">
                <a16:creationId xmlns:a16="http://schemas.microsoft.com/office/drawing/2014/main" id="{F23153B3-B3EA-EF39-A539-DD6AAC4B0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945CE-5C2D-4E9F-5A3B-39092D592008}"/>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21735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2B0E8-EF11-EF3E-22C1-7E7648D686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BC9B59-C95F-E36F-793A-A1B296D3FB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210704-6E79-B1C6-85C9-F5DE43308F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B03228-0CB6-0BA4-8F60-804D2869C29D}"/>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6" name="Footer Placeholder 5">
            <a:extLst>
              <a:ext uri="{FF2B5EF4-FFF2-40B4-BE49-F238E27FC236}">
                <a16:creationId xmlns:a16="http://schemas.microsoft.com/office/drawing/2014/main" id="{C5C86525-2D6B-BC14-34A6-00FBAA4CB1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4F664-30CD-1382-A7F8-12DAE279CEDD}"/>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9083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4DFA4-CCCB-2E98-3E4A-0D8F790DEC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F446D3-D1BF-A9B7-0D30-719299721D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EB2A04-6BDB-3BAF-CDCA-C1F110D1BE1A}"/>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5" name="Footer Placeholder 4">
            <a:extLst>
              <a:ext uri="{FF2B5EF4-FFF2-40B4-BE49-F238E27FC236}">
                <a16:creationId xmlns:a16="http://schemas.microsoft.com/office/drawing/2014/main" id="{077D2581-F893-0971-1E39-63F19D057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548BCB-2E58-5C8A-4ECF-A452516DA964}"/>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4019367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F7F38E-FCD3-3B52-E4FD-C10A3DCD58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4A8728-D3F6-8778-3543-6D9925FE35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947FCA-A9C5-DAC1-EBC5-4DF86002831F}"/>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5" name="Footer Placeholder 4">
            <a:extLst>
              <a:ext uri="{FF2B5EF4-FFF2-40B4-BE49-F238E27FC236}">
                <a16:creationId xmlns:a16="http://schemas.microsoft.com/office/drawing/2014/main" id="{3F94E2F7-2C89-CC23-2416-312BCE66E0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67DDAB-5466-9071-2ADC-1585E01934DB}"/>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3149551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34B5CC-E2CA-CEDC-E410-B4D8B71390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1341E9-7BD7-371F-3837-9EC9B1608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70A276-C784-8BA6-4605-BA0141CBE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477EE0-2368-F14F-BBAE-B26A0E2B5C4D}" type="datetimeFigureOut">
              <a:rPr lang="en-US" smtClean="0"/>
              <a:t>1/21/25</a:t>
            </a:fld>
            <a:endParaRPr lang="en-US"/>
          </a:p>
        </p:txBody>
      </p:sp>
      <p:sp>
        <p:nvSpPr>
          <p:cNvPr id="5" name="Footer Placeholder 4">
            <a:extLst>
              <a:ext uri="{FF2B5EF4-FFF2-40B4-BE49-F238E27FC236}">
                <a16:creationId xmlns:a16="http://schemas.microsoft.com/office/drawing/2014/main" id="{5DA8D7E4-11DA-E4A1-7F8F-723D0E73E7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FCDEC5-1C43-B8D0-35C5-D1736F061B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9474CC-2535-AD40-BCDA-253BADED855F}" type="slidenum">
              <a:rPr lang="en-US" smtClean="0"/>
              <a:t>‹#›</a:t>
            </a:fld>
            <a:endParaRPr lang="en-US"/>
          </a:p>
        </p:txBody>
      </p:sp>
    </p:spTree>
    <p:extLst>
      <p:ext uri="{BB962C8B-B14F-4D97-AF65-F5344CB8AC3E}">
        <p14:creationId xmlns:p14="http://schemas.microsoft.com/office/powerpoint/2010/main" val="1769081084"/>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10" Type="http://schemas.openxmlformats.org/officeDocument/2006/relationships/image" Target="../media/image10.jpeg"/><Relationship Id="rId4" Type="http://schemas.openxmlformats.org/officeDocument/2006/relationships/diagramLayout" Target="../diagrams/layout3.xml"/><Relationship Id="rId9"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B9D97D-878B-F550-A666-07EE06FC5A00}"/>
              </a:ext>
            </a:extLst>
          </p:cNvPr>
          <p:cNvSpPr>
            <a:spLocks noGrp="1"/>
          </p:cNvSpPr>
          <p:nvPr>
            <p:ph type="ctrTitle"/>
          </p:nvPr>
        </p:nvSpPr>
        <p:spPr>
          <a:xfrm>
            <a:off x="640080" y="320040"/>
            <a:ext cx="6497838" cy="3892669"/>
          </a:xfrm>
        </p:spPr>
        <p:txBody>
          <a:bodyPr>
            <a:normAutofit/>
          </a:bodyPr>
          <a:lstStyle/>
          <a:p>
            <a:pPr algn="l"/>
            <a:r>
              <a:rPr lang="en-US" sz="5100" dirty="0"/>
              <a:t>FDA Guidance: </a:t>
            </a:r>
            <a:br>
              <a:rPr lang="en-US" sz="5100" dirty="0"/>
            </a:br>
            <a:r>
              <a:rPr lang="en-US" sz="4000" i="1" dirty="0">
                <a:latin typeface="+mn-lt"/>
              </a:rPr>
              <a:t>Applying Human Factors and</a:t>
            </a:r>
            <a:br>
              <a:rPr lang="en-US" sz="4000" i="1" dirty="0">
                <a:latin typeface="+mn-lt"/>
              </a:rPr>
            </a:br>
            <a:r>
              <a:rPr lang="en-US" sz="4000" i="1" dirty="0">
                <a:latin typeface="+mn-lt"/>
              </a:rPr>
              <a:t>Usability Engineering to Medical Devices</a:t>
            </a:r>
            <a:endParaRPr lang="en-US" sz="5100" i="1" dirty="0">
              <a:latin typeface="+mn-lt"/>
            </a:endParaRPr>
          </a:p>
        </p:txBody>
      </p:sp>
      <p:sp>
        <p:nvSpPr>
          <p:cNvPr id="3" name="Subtitle 2">
            <a:extLst>
              <a:ext uri="{FF2B5EF4-FFF2-40B4-BE49-F238E27FC236}">
                <a16:creationId xmlns:a16="http://schemas.microsoft.com/office/drawing/2014/main" id="{D011C597-3089-9C95-9BBB-21A90071F029}"/>
              </a:ext>
            </a:extLst>
          </p:cNvPr>
          <p:cNvSpPr>
            <a:spLocks noGrp="1"/>
          </p:cNvSpPr>
          <p:nvPr>
            <p:ph type="subTitle" idx="1"/>
          </p:nvPr>
        </p:nvSpPr>
        <p:spPr>
          <a:xfrm>
            <a:off x="640080" y="4631161"/>
            <a:ext cx="6692827" cy="1569486"/>
          </a:xfrm>
        </p:spPr>
        <p:txBody>
          <a:bodyPr>
            <a:normAutofit/>
          </a:bodyPr>
          <a:lstStyle/>
          <a:p>
            <a:pPr algn="l"/>
            <a:r>
              <a:rPr lang="en-US" dirty="0"/>
              <a:t>By: Mary Hazard</a:t>
            </a:r>
          </a:p>
        </p:txBody>
      </p:sp>
      <p:sp>
        <p:nvSpPr>
          <p:cNvPr id="2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document with text on it&#10;&#10;AI-generated content may be incorrect.">
            <a:extLst>
              <a:ext uri="{FF2B5EF4-FFF2-40B4-BE49-F238E27FC236}">
                <a16:creationId xmlns:a16="http://schemas.microsoft.com/office/drawing/2014/main" id="{6461BA7F-7F89-63A7-DD62-04134936A29C}"/>
              </a:ext>
            </a:extLst>
          </p:cNvPr>
          <p:cNvPicPr>
            <a:picLocks noChangeAspect="1"/>
          </p:cNvPicPr>
          <p:nvPr/>
        </p:nvPicPr>
        <p:blipFill>
          <a:blip r:embed="rId2"/>
          <a:stretch>
            <a:fillRect/>
          </a:stretch>
        </p:blipFill>
        <p:spPr>
          <a:xfrm>
            <a:off x="7781544" y="391214"/>
            <a:ext cx="4087368" cy="5839097"/>
          </a:xfrm>
          <a:prstGeom prst="rect">
            <a:avLst/>
          </a:prstGeom>
        </p:spPr>
      </p:pic>
    </p:spTree>
    <p:extLst>
      <p:ext uri="{BB962C8B-B14F-4D97-AF65-F5344CB8AC3E}">
        <p14:creationId xmlns:p14="http://schemas.microsoft.com/office/powerpoint/2010/main" val="4037613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B08368-0D6F-A4FD-39EE-269EA2A12447}"/>
              </a:ext>
            </a:extLst>
          </p:cNvPr>
          <p:cNvSpPr>
            <a:spLocks noGrp="1"/>
          </p:cNvSpPr>
          <p:nvPr>
            <p:ph type="title"/>
          </p:nvPr>
        </p:nvSpPr>
        <p:spPr>
          <a:xfrm>
            <a:off x="4654296" y="329184"/>
            <a:ext cx="6894576" cy="1783080"/>
          </a:xfrm>
        </p:spPr>
        <p:txBody>
          <a:bodyPr anchor="b">
            <a:normAutofit/>
          </a:bodyPr>
          <a:lstStyle/>
          <a:p>
            <a:r>
              <a:rPr lang="en-US" sz="5400" dirty="0"/>
              <a:t>Agenda</a:t>
            </a:r>
          </a:p>
        </p:txBody>
      </p:sp>
      <p:pic>
        <p:nvPicPr>
          <p:cNvPr id="5" name="Picture 4" descr="Pen placed on top of a signature line">
            <a:extLst>
              <a:ext uri="{FF2B5EF4-FFF2-40B4-BE49-F238E27FC236}">
                <a16:creationId xmlns:a16="http://schemas.microsoft.com/office/drawing/2014/main" id="{7AF454FD-C56E-DCE2-4350-09DD2AAC1DCF}"/>
              </a:ext>
            </a:extLst>
          </p:cNvPr>
          <p:cNvPicPr>
            <a:picLocks noChangeAspect="1"/>
          </p:cNvPicPr>
          <p:nvPr/>
        </p:nvPicPr>
        <p:blipFill>
          <a:blip r:embed="rId2"/>
          <a:srcRect l="55225" r="5330" b="-2"/>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1"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A53957-8F5C-DB0E-C1B0-1CD6A2A3E657}"/>
              </a:ext>
            </a:extLst>
          </p:cNvPr>
          <p:cNvSpPr>
            <a:spLocks noGrp="1"/>
          </p:cNvSpPr>
          <p:nvPr>
            <p:ph idx="1"/>
          </p:nvPr>
        </p:nvSpPr>
        <p:spPr>
          <a:xfrm>
            <a:off x="4654296" y="2706624"/>
            <a:ext cx="6894576" cy="2709333"/>
          </a:xfrm>
        </p:spPr>
        <p:txBody>
          <a:bodyPr>
            <a:normAutofit/>
          </a:bodyPr>
          <a:lstStyle/>
          <a:p>
            <a:r>
              <a:rPr lang="en-US" sz="2200" dirty="0"/>
              <a:t>Purpose of Guidance</a:t>
            </a:r>
          </a:p>
          <a:p>
            <a:r>
              <a:rPr lang="en-US" sz="2200" dirty="0"/>
              <a:t>History of FDA &amp; Human Factors</a:t>
            </a:r>
          </a:p>
          <a:p>
            <a:r>
              <a:rPr lang="en-US" sz="2200" dirty="0"/>
              <a:t>Actual Document structure</a:t>
            </a:r>
          </a:p>
          <a:p>
            <a:r>
              <a:rPr lang="en-US" sz="2200" dirty="0"/>
              <a:t>HFE As Risk Management &amp; Use Related Hazards</a:t>
            </a:r>
          </a:p>
          <a:p>
            <a:r>
              <a:rPr lang="en-US" sz="2200" dirty="0"/>
              <a:t>3 Steps to a HFE/UE Analysis for med devices</a:t>
            </a:r>
          </a:p>
          <a:p>
            <a:r>
              <a:rPr lang="en-US" sz="2200" dirty="0"/>
              <a:t>Device Classifications and FDA Applications</a:t>
            </a:r>
          </a:p>
          <a:p>
            <a:pPr marL="0" indent="0">
              <a:buNone/>
            </a:pPr>
            <a:endParaRPr lang="en-US" sz="2200" dirty="0"/>
          </a:p>
          <a:p>
            <a:endParaRPr lang="en-US" sz="2200" dirty="0"/>
          </a:p>
          <a:p>
            <a:endParaRPr lang="en-US" sz="2200" dirty="0"/>
          </a:p>
        </p:txBody>
      </p:sp>
    </p:spTree>
    <p:extLst>
      <p:ext uri="{BB962C8B-B14F-4D97-AF65-F5344CB8AC3E}">
        <p14:creationId xmlns:p14="http://schemas.microsoft.com/office/powerpoint/2010/main" val="4235507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F6B59F-084C-67E7-BB13-BCE0A5079D33}"/>
              </a:ext>
            </a:extLst>
          </p:cNvPr>
          <p:cNvSpPr>
            <a:spLocks noGrp="1"/>
          </p:cNvSpPr>
          <p:nvPr>
            <p:ph type="title"/>
          </p:nvPr>
        </p:nvSpPr>
        <p:spPr>
          <a:xfrm>
            <a:off x="838199" y="557189"/>
            <a:ext cx="3889917" cy="5567891"/>
          </a:xfrm>
        </p:spPr>
        <p:txBody>
          <a:bodyPr>
            <a:normAutofit/>
          </a:bodyPr>
          <a:lstStyle/>
          <a:p>
            <a:r>
              <a:rPr lang="en-US" sz="5400" dirty="0"/>
              <a:t>What is this guidance for? </a:t>
            </a:r>
            <a:r>
              <a:rPr lang="en-US" sz="5200" dirty="0"/>
              <a:t>	</a:t>
            </a:r>
          </a:p>
        </p:txBody>
      </p:sp>
      <p:graphicFrame>
        <p:nvGraphicFramePr>
          <p:cNvPr id="5" name="Content Placeholder 2">
            <a:extLst>
              <a:ext uri="{FF2B5EF4-FFF2-40B4-BE49-F238E27FC236}">
                <a16:creationId xmlns:a16="http://schemas.microsoft.com/office/drawing/2014/main" id="{F842987F-8384-9FF8-808F-1FA1380D8E06}"/>
              </a:ext>
            </a:extLst>
          </p:cNvPr>
          <p:cNvGraphicFramePr>
            <a:graphicFrameLocks noGrp="1"/>
          </p:cNvGraphicFramePr>
          <p:nvPr>
            <p:ph idx="1"/>
            <p:extLst>
              <p:ext uri="{D42A27DB-BD31-4B8C-83A1-F6EECF244321}">
                <p14:modId xmlns:p14="http://schemas.microsoft.com/office/powerpoint/2010/main" val="1647137383"/>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829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4662C212-C8C1-D747-B2C5-F6F2C10046AE}"/>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67C2EEEA-6BC4-C740-9283-6AEEAAB7A182}"/>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A17F6564-83E0-1949-95D8-0731175BFF30}"/>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graphicEl>
                                              <a:dgm id="{ED82ABA1-3476-A146-AC73-EECD9B03F3C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lvlAtOnc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455D52-17F5-BFA7-6CCA-221A73B42075}"/>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6600" dirty="0"/>
              <a:t>FDA &amp; Human Factors </a:t>
            </a:r>
            <a:r>
              <a:rPr lang="en-US" sz="6000" dirty="0"/>
              <a:t>History</a:t>
            </a:r>
            <a:endParaRPr lang="en-US" sz="6600" dirty="0"/>
          </a:p>
        </p:txBody>
      </p:sp>
      <p:sp>
        <p:nvSpPr>
          <p:cNvPr id="22"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document with text on it&#10;&#10;AI-generated content may be incorrect.">
            <a:extLst>
              <a:ext uri="{FF2B5EF4-FFF2-40B4-BE49-F238E27FC236}">
                <a16:creationId xmlns:a16="http://schemas.microsoft.com/office/drawing/2014/main" id="{8209881C-C827-A97C-DC22-81AF408A1DA1}"/>
              </a:ext>
            </a:extLst>
          </p:cNvPr>
          <p:cNvPicPr>
            <a:picLocks noChangeAspect="1"/>
          </p:cNvPicPr>
          <p:nvPr/>
        </p:nvPicPr>
        <p:blipFill>
          <a:blip r:embed="rId3"/>
          <a:stretch>
            <a:fillRect/>
          </a:stretch>
        </p:blipFill>
        <p:spPr>
          <a:xfrm>
            <a:off x="1514901" y="2126104"/>
            <a:ext cx="2779659" cy="3970943"/>
          </a:xfrm>
          <a:prstGeom prst="rect">
            <a:avLst/>
          </a:prstGeom>
        </p:spPr>
      </p:pic>
      <p:pic>
        <p:nvPicPr>
          <p:cNvPr id="15" name="Picture 14" descr="A document with text on it&#10;&#10;AI-generated content may be incorrect.">
            <a:extLst>
              <a:ext uri="{FF2B5EF4-FFF2-40B4-BE49-F238E27FC236}">
                <a16:creationId xmlns:a16="http://schemas.microsoft.com/office/drawing/2014/main" id="{82D91D4A-EC44-422C-FBA5-FB5102C8BBB3}"/>
              </a:ext>
            </a:extLst>
          </p:cNvPr>
          <p:cNvPicPr>
            <a:picLocks noChangeAspect="1"/>
          </p:cNvPicPr>
          <p:nvPr/>
        </p:nvPicPr>
        <p:blipFill>
          <a:blip r:embed="rId4"/>
          <a:stretch>
            <a:fillRect/>
          </a:stretch>
        </p:blipFill>
        <p:spPr>
          <a:xfrm>
            <a:off x="8117569" y="2125342"/>
            <a:ext cx="2779659" cy="3970942"/>
          </a:xfrm>
          <a:prstGeom prst="rect">
            <a:avLst/>
          </a:prstGeom>
        </p:spPr>
      </p:pic>
      <p:pic>
        <p:nvPicPr>
          <p:cNvPr id="13" name="Content Placeholder 12" descr="A close-up of a document&#10;&#10;AI-generated content may be incorrect.">
            <a:extLst>
              <a:ext uri="{FF2B5EF4-FFF2-40B4-BE49-F238E27FC236}">
                <a16:creationId xmlns:a16="http://schemas.microsoft.com/office/drawing/2014/main" id="{96938307-5B83-E995-6034-9727B73B0C89}"/>
              </a:ext>
            </a:extLst>
          </p:cNvPr>
          <p:cNvPicPr>
            <a:picLocks noGrp="1" noChangeAspect="1"/>
          </p:cNvPicPr>
          <p:nvPr>
            <p:ph idx="1"/>
          </p:nvPr>
        </p:nvPicPr>
        <p:blipFill>
          <a:blip r:embed="rId5"/>
          <a:stretch>
            <a:fillRect/>
          </a:stretch>
        </p:blipFill>
        <p:spPr>
          <a:xfrm>
            <a:off x="4816235" y="2125342"/>
            <a:ext cx="2779659" cy="3970943"/>
          </a:xfrm>
          <a:prstGeom prst="rect">
            <a:avLst/>
          </a:prstGeom>
        </p:spPr>
      </p:pic>
    </p:spTree>
    <p:extLst>
      <p:ext uri="{BB962C8B-B14F-4D97-AF65-F5344CB8AC3E}">
        <p14:creationId xmlns:p14="http://schemas.microsoft.com/office/powerpoint/2010/main" val="132531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EACB12-3C58-BEDF-1B60-711568246EFB}"/>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100" kern="1200">
                <a:solidFill>
                  <a:schemeClr val="tx1"/>
                </a:solidFill>
                <a:latin typeface="+mj-lt"/>
                <a:ea typeface="+mj-ea"/>
                <a:cs typeface="+mj-cs"/>
              </a:rPr>
              <a:t>Document Structure</a:t>
            </a:r>
          </a:p>
        </p:txBody>
      </p:sp>
      <p:sp>
        <p:nvSpPr>
          <p:cNvPr id="3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3">
            <a:extLst>
              <a:ext uri="{FF2B5EF4-FFF2-40B4-BE49-F238E27FC236}">
                <a16:creationId xmlns:a16="http://schemas.microsoft.com/office/drawing/2014/main" id="{13352A8C-E6A0-7BDE-C5CE-76D89002C885}"/>
              </a:ext>
            </a:extLst>
          </p:cNvPr>
          <p:cNvPicPr>
            <a:picLocks noChangeAspect="1"/>
          </p:cNvPicPr>
          <p:nvPr/>
        </p:nvPicPr>
        <p:blipFill>
          <a:blip r:embed="rId3"/>
          <a:stretch>
            <a:fillRect/>
          </a:stretch>
        </p:blipFill>
        <p:spPr>
          <a:xfrm>
            <a:off x="4654296" y="1295991"/>
            <a:ext cx="7214616" cy="4238586"/>
          </a:xfrm>
          <a:prstGeom prst="rect">
            <a:avLst/>
          </a:prstGeom>
        </p:spPr>
      </p:pic>
    </p:spTree>
    <p:extLst>
      <p:ext uri="{BB962C8B-B14F-4D97-AF65-F5344CB8AC3E}">
        <p14:creationId xmlns:p14="http://schemas.microsoft.com/office/powerpoint/2010/main" val="4009644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7" name="Rectangle 1036">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AF8817-6B09-0F20-FBFB-474A038500DE}"/>
              </a:ext>
            </a:extLst>
          </p:cNvPr>
          <p:cNvSpPr>
            <a:spLocks noGrp="1"/>
          </p:cNvSpPr>
          <p:nvPr>
            <p:ph type="title"/>
          </p:nvPr>
        </p:nvSpPr>
        <p:spPr>
          <a:xfrm>
            <a:off x="630936" y="640080"/>
            <a:ext cx="4818888" cy="1481328"/>
          </a:xfrm>
        </p:spPr>
        <p:txBody>
          <a:bodyPr anchor="b">
            <a:normAutofit/>
          </a:bodyPr>
          <a:lstStyle/>
          <a:p>
            <a:r>
              <a:rPr lang="en-US" sz="5400"/>
              <a:t>Types of Risk</a:t>
            </a:r>
          </a:p>
        </p:txBody>
      </p:sp>
      <p:sp>
        <p:nvSpPr>
          <p:cNvPr id="104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Content Placeholder 1029">
            <a:extLst>
              <a:ext uri="{FF2B5EF4-FFF2-40B4-BE49-F238E27FC236}">
                <a16:creationId xmlns:a16="http://schemas.microsoft.com/office/drawing/2014/main" id="{623DE026-BEC0-F4EE-E29C-E5FFD5DA9B29}"/>
              </a:ext>
            </a:extLst>
          </p:cNvPr>
          <p:cNvSpPr>
            <a:spLocks noGrp="1"/>
          </p:cNvSpPr>
          <p:nvPr>
            <p:ph idx="1"/>
          </p:nvPr>
        </p:nvSpPr>
        <p:spPr>
          <a:xfrm>
            <a:off x="630936" y="2660904"/>
            <a:ext cx="4818888" cy="3547872"/>
          </a:xfrm>
        </p:spPr>
        <p:txBody>
          <a:bodyPr anchor="t">
            <a:normAutofit/>
          </a:bodyPr>
          <a:lstStyle/>
          <a:p>
            <a:r>
              <a:rPr lang="en-US" sz="1500" b="1" dirty="0">
                <a:effectLst/>
                <a:latin typeface="Calibri" panose="020F0502020204030204" pitchFamily="34" charset="0"/>
              </a:rPr>
              <a:t>Device related hazards</a:t>
            </a:r>
            <a:r>
              <a:rPr lang="en-US" sz="1500" dirty="0">
                <a:effectLst/>
                <a:latin typeface="Calibri" panose="020F0502020204030204" pitchFamily="34" charset="0"/>
              </a:rPr>
              <a:t> </a:t>
            </a:r>
          </a:p>
          <a:p>
            <a:pPr lvl="1"/>
            <a:r>
              <a:rPr lang="en-US" sz="1500" dirty="0">
                <a:effectLst/>
                <a:latin typeface="Calibri" panose="020F0502020204030204" pitchFamily="34" charset="0"/>
              </a:rPr>
              <a:t>instances of device or component failure that are not dependent on how the user interacts with the device.</a:t>
            </a:r>
          </a:p>
          <a:p>
            <a:pPr lvl="2"/>
            <a:r>
              <a:rPr lang="en-US" sz="1500" dirty="0">
                <a:latin typeface="Calibri" panose="020F0502020204030204" pitchFamily="34" charset="0"/>
              </a:rPr>
              <a:t>Sharp corners or edges</a:t>
            </a:r>
          </a:p>
          <a:p>
            <a:pPr lvl="2"/>
            <a:r>
              <a:rPr lang="en-US" sz="1500" dirty="0">
                <a:effectLst/>
                <a:latin typeface="Calibri" panose="020F0502020204030204" pitchFamily="34" charset="0"/>
              </a:rPr>
              <a:t>Electrical currents</a:t>
            </a:r>
          </a:p>
          <a:p>
            <a:pPr lvl="2"/>
            <a:r>
              <a:rPr lang="en-US" sz="1500" dirty="0">
                <a:latin typeface="Calibri" panose="020F0502020204030204" pitchFamily="34" charset="0"/>
              </a:rPr>
              <a:t>Toxic chemicals</a:t>
            </a:r>
            <a:endParaRPr lang="en-US" sz="1500" dirty="0">
              <a:effectLst/>
              <a:latin typeface="Calibri" panose="020F0502020204030204" pitchFamily="34" charset="0"/>
            </a:endParaRPr>
          </a:p>
          <a:p>
            <a:r>
              <a:rPr lang="en-US" sz="1500" b="1" dirty="0">
                <a:effectLst/>
                <a:latin typeface="Calibri" panose="020F0502020204030204" pitchFamily="34" charset="0"/>
              </a:rPr>
              <a:t>Use related hazards</a:t>
            </a:r>
            <a:r>
              <a:rPr lang="en-US" sz="1500" dirty="0">
                <a:effectLst/>
                <a:latin typeface="Calibri" panose="020F0502020204030204" pitchFamily="34" charset="0"/>
              </a:rPr>
              <a:t> </a:t>
            </a:r>
          </a:p>
          <a:p>
            <a:pPr lvl="1"/>
            <a:r>
              <a:rPr lang="en-US" sz="1500" dirty="0"/>
              <a:t>Aspect of the design that may cause the user to fail to correctly perceive, read, interpret, understand, or act on information from the device.</a:t>
            </a:r>
          </a:p>
          <a:p>
            <a:pPr lvl="1"/>
            <a:r>
              <a:rPr lang="en-US" sz="1500" dirty="0"/>
              <a:t>HFE testing concerns</a:t>
            </a:r>
          </a:p>
        </p:txBody>
      </p:sp>
      <p:pic>
        <p:nvPicPr>
          <p:cNvPr id="1026" name="Picture 2" descr="USE- &#10;RELATED &#10;HAZARDS &#10;DEVICE &#10;FAILURE &#10;HAZARDS ">
            <a:extLst>
              <a:ext uri="{FF2B5EF4-FFF2-40B4-BE49-F238E27FC236}">
                <a16:creationId xmlns:a16="http://schemas.microsoft.com/office/drawing/2014/main" id="{33338F8F-43E7-3F4A-708E-5D1B0A909C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7" r="2460"/>
          <a:stretch/>
        </p:blipFill>
        <p:spPr bwMode="auto">
          <a:xfrm>
            <a:off x="6099048" y="1732792"/>
            <a:ext cx="5458968" cy="3392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153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634A0-57EA-0EBF-AF68-7FBBA08A3B20}"/>
              </a:ext>
            </a:extLst>
          </p:cNvPr>
          <p:cNvSpPr>
            <a:spLocks noGrp="1"/>
          </p:cNvSpPr>
          <p:nvPr>
            <p:ph type="title"/>
          </p:nvPr>
        </p:nvSpPr>
        <p:spPr>
          <a:xfrm>
            <a:off x="838200" y="365125"/>
            <a:ext cx="10515600" cy="730191"/>
          </a:xfrm>
        </p:spPr>
        <p:txBody>
          <a:bodyPr/>
          <a:lstStyle/>
          <a:p>
            <a:r>
              <a:rPr lang="en-US" dirty="0"/>
              <a:t>HFE / UE as Risk Management</a:t>
            </a:r>
          </a:p>
        </p:txBody>
      </p:sp>
      <p:graphicFrame>
        <p:nvGraphicFramePr>
          <p:cNvPr id="4" name="Content Placeholder 2">
            <a:extLst>
              <a:ext uri="{FF2B5EF4-FFF2-40B4-BE49-F238E27FC236}">
                <a16:creationId xmlns:a16="http://schemas.microsoft.com/office/drawing/2014/main" id="{FEDE6315-DA61-DB5F-C87E-A60B3B76F926}"/>
              </a:ext>
            </a:extLst>
          </p:cNvPr>
          <p:cNvGraphicFramePr>
            <a:graphicFrameLocks noGrp="1"/>
          </p:cNvGraphicFramePr>
          <p:nvPr>
            <p:ph idx="1"/>
            <p:extLst>
              <p:ext uri="{D42A27DB-BD31-4B8C-83A1-F6EECF244321}">
                <p14:modId xmlns:p14="http://schemas.microsoft.com/office/powerpoint/2010/main" val="4288604656"/>
              </p:ext>
            </p:extLst>
          </p:nvPr>
        </p:nvGraphicFramePr>
        <p:xfrm>
          <a:off x="1718101" y="2089575"/>
          <a:ext cx="7948613"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F4B32833-97F5-B4EF-6EC4-E379D6745326}"/>
              </a:ext>
            </a:extLst>
          </p:cNvPr>
          <p:cNvSpPr txBox="1">
            <a:spLocks/>
          </p:cNvSpPr>
          <p:nvPr/>
        </p:nvSpPr>
        <p:spPr>
          <a:xfrm>
            <a:off x="838200" y="1095316"/>
            <a:ext cx="10515600" cy="1014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buNone/>
            </a:pPr>
            <a:r>
              <a:rPr lang="en-US" sz="2900" i="1" dirty="0"/>
              <a:t>Use-related hazards are related to one or more of the following situations:</a:t>
            </a:r>
            <a:endParaRPr lang="en-US" sz="3200" i="1" dirty="0">
              <a:effectLst/>
              <a:latin typeface="Times New Roman" panose="02020603050405020304" pitchFamily="18" charset="0"/>
            </a:endParaRPr>
          </a:p>
        </p:txBody>
      </p:sp>
    </p:spTree>
    <p:extLst>
      <p:ext uri="{BB962C8B-B14F-4D97-AF65-F5344CB8AC3E}">
        <p14:creationId xmlns:p14="http://schemas.microsoft.com/office/powerpoint/2010/main" val="798131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26835A0F-0568-B845-9C4B-9865DE3F62B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A2E07E21-A78B-534C-90AB-39C95E196C76}"/>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CB662F12-D66D-C44A-AE1E-605E75C01D93}"/>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F14C435D-D05E-DD46-934F-AC904C0D4F8B}"/>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E49ABED4-9845-8F4E-8BDA-DFE0262D6D3B}"/>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6BA24F46-8FB1-944A-8088-84F199759F21}"/>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lvlAtOnc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3C3CC5-3CFF-43D3-AE15-BF8F47497ADB}"/>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5100" kern="1200">
                <a:solidFill>
                  <a:schemeClr val="tx1"/>
                </a:solidFill>
                <a:latin typeface="+mj-lt"/>
                <a:ea typeface="+mj-ea"/>
                <a:cs typeface="+mj-cs"/>
              </a:rPr>
              <a:t>Steps to conducting an HF/UE Analysis</a:t>
            </a:r>
          </a:p>
        </p:txBody>
      </p:sp>
      <p:sp>
        <p:nvSpPr>
          <p:cNvPr id="25"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69C69B5-60FF-C9BD-50F7-CFED32BA6E09}"/>
              </a:ext>
            </a:extLst>
          </p:cNvPr>
          <p:cNvSpPr txBox="1"/>
          <p:nvPr/>
        </p:nvSpPr>
        <p:spPr>
          <a:xfrm>
            <a:off x="1570845" y="5383248"/>
            <a:ext cx="2053965" cy="369332"/>
          </a:xfrm>
          <a:prstGeom prst="rect">
            <a:avLst/>
          </a:prstGeom>
          <a:noFill/>
        </p:spPr>
        <p:txBody>
          <a:bodyPr wrap="square">
            <a:spAutoFit/>
          </a:bodyPr>
          <a:lstStyle/>
          <a:p>
            <a:pPr marL="285750" indent="-285750">
              <a:buFont typeface="Arial" panose="020B0604020202020204" pitchFamily="34" charset="0"/>
              <a:buChar char="•"/>
            </a:pPr>
            <a:r>
              <a:rPr lang="en-US" dirty="0"/>
              <a:t>Aka Identify</a:t>
            </a:r>
          </a:p>
        </p:txBody>
      </p:sp>
      <p:pic>
        <p:nvPicPr>
          <p:cNvPr id="9" name="Content Placeholder 8" descr="A blue line drawing of a paper with a pen and arrows&#10;&#10;AI-generated content may be incorrect.">
            <a:extLst>
              <a:ext uri="{FF2B5EF4-FFF2-40B4-BE49-F238E27FC236}">
                <a16:creationId xmlns:a16="http://schemas.microsoft.com/office/drawing/2014/main" id="{BBAD3ED2-4136-F148-4615-7FD487D4E77B}"/>
              </a:ext>
            </a:extLst>
          </p:cNvPr>
          <p:cNvPicPr>
            <a:picLocks noChangeAspect="1"/>
          </p:cNvPicPr>
          <p:nvPr/>
        </p:nvPicPr>
        <p:blipFill>
          <a:blip r:embed="rId3"/>
          <a:stretch>
            <a:fillRect/>
          </a:stretch>
        </p:blipFill>
        <p:spPr bwMode="auto">
          <a:xfrm>
            <a:off x="866480" y="1858775"/>
            <a:ext cx="10454441" cy="3632919"/>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25">
            <a:extLst>
              <a:ext uri="{FF2B5EF4-FFF2-40B4-BE49-F238E27FC236}">
                <a16:creationId xmlns:a16="http://schemas.microsoft.com/office/drawing/2014/main" id="{EBD12F3D-D53E-FDB3-D99C-309F17CB74B0}"/>
              </a:ext>
            </a:extLst>
          </p:cNvPr>
          <p:cNvGrpSpPr/>
          <p:nvPr/>
        </p:nvGrpSpPr>
        <p:grpSpPr>
          <a:xfrm>
            <a:off x="1023582" y="4382100"/>
            <a:ext cx="7517983" cy="694867"/>
            <a:chOff x="1023582" y="4382100"/>
            <a:chExt cx="7517983" cy="694867"/>
          </a:xfrm>
        </p:grpSpPr>
        <p:sp>
          <p:nvSpPr>
            <p:cNvPr id="14" name="Rectangle 13">
              <a:extLst>
                <a:ext uri="{FF2B5EF4-FFF2-40B4-BE49-F238E27FC236}">
                  <a16:creationId xmlns:a16="http://schemas.microsoft.com/office/drawing/2014/main" id="{7D338DA2-867F-96BF-BAD8-54F8C9E1D0C4}"/>
                </a:ext>
              </a:extLst>
            </p:cNvPr>
            <p:cNvSpPr/>
            <p:nvPr/>
          </p:nvSpPr>
          <p:spPr>
            <a:xfrm>
              <a:off x="1023582" y="4382100"/>
              <a:ext cx="547263" cy="694867"/>
            </a:xfrm>
            <a:prstGeom prst="rect">
              <a:avLst/>
            </a:prstGeom>
            <a:noFill/>
            <a:ln>
              <a:solidFill>
                <a:schemeClr val="accent1"/>
              </a:solidFill>
            </a:ln>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1</a:t>
              </a:r>
            </a:p>
          </p:txBody>
        </p:sp>
        <p:sp>
          <p:nvSpPr>
            <p:cNvPr id="20" name="Rectangle 19">
              <a:extLst>
                <a:ext uri="{FF2B5EF4-FFF2-40B4-BE49-F238E27FC236}">
                  <a16:creationId xmlns:a16="http://schemas.microsoft.com/office/drawing/2014/main" id="{E7A955C1-4D5C-A1FE-9A9D-6FD691A5D119}"/>
                </a:ext>
              </a:extLst>
            </p:cNvPr>
            <p:cNvSpPr/>
            <p:nvPr/>
          </p:nvSpPr>
          <p:spPr>
            <a:xfrm>
              <a:off x="4506996" y="4382100"/>
              <a:ext cx="547263" cy="694867"/>
            </a:xfrm>
            <a:prstGeom prst="rect">
              <a:avLst/>
            </a:prstGeom>
            <a:noFill/>
            <a:ln>
              <a:solidFill>
                <a:schemeClr val="accent1"/>
              </a:solidFill>
            </a:ln>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2</a:t>
              </a:r>
            </a:p>
          </p:txBody>
        </p:sp>
        <p:sp>
          <p:nvSpPr>
            <p:cNvPr id="21" name="Rectangle 20">
              <a:extLst>
                <a:ext uri="{FF2B5EF4-FFF2-40B4-BE49-F238E27FC236}">
                  <a16:creationId xmlns:a16="http://schemas.microsoft.com/office/drawing/2014/main" id="{5FF4934F-5AB2-5379-EA59-04E9DFC4D6A6}"/>
                </a:ext>
              </a:extLst>
            </p:cNvPr>
            <p:cNvSpPr/>
            <p:nvPr/>
          </p:nvSpPr>
          <p:spPr>
            <a:xfrm>
              <a:off x="7994302" y="4382100"/>
              <a:ext cx="547263" cy="694867"/>
            </a:xfrm>
            <a:prstGeom prst="rect">
              <a:avLst/>
            </a:prstGeom>
            <a:noFill/>
            <a:ln>
              <a:solidFill>
                <a:schemeClr val="accent1"/>
              </a:solidFill>
            </a:ln>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3</a:t>
              </a:r>
            </a:p>
          </p:txBody>
        </p:sp>
      </p:grpSp>
    </p:spTree>
    <p:extLst>
      <p:ext uri="{BB962C8B-B14F-4D97-AF65-F5344CB8AC3E}">
        <p14:creationId xmlns:p14="http://schemas.microsoft.com/office/powerpoint/2010/main" val="3732852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ECE2B2-22C2-E559-84C6-52E4D0FC1DB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4D2521-384F-293F-D01A-E6DE76C43664}"/>
              </a:ext>
            </a:extLst>
          </p:cNvPr>
          <p:cNvSpPr>
            <a:spLocks noGrp="1"/>
          </p:cNvSpPr>
          <p:nvPr>
            <p:ph type="title"/>
          </p:nvPr>
        </p:nvSpPr>
        <p:spPr>
          <a:xfrm>
            <a:off x="838200" y="365125"/>
            <a:ext cx="10515600" cy="1325563"/>
          </a:xfrm>
        </p:spPr>
        <p:txBody>
          <a:bodyPr>
            <a:normAutofit/>
          </a:bodyPr>
          <a:lstStyle/>
          <a:p>
            <a:pPr marL="0" indent="0">
              <a:buNone/>
            </a:pPr>
            <a:r>
              <a:rPr lang="en-US" b="1"/>
              <a:t>Step 1.1 Identify:</a:t>
            </a:r>
            <a:r>
              <a:rPr lang="en-US"/>
              <a:t> </a:t>
            </a:r>
            <a:r>
              <a:rPr lang="en-US" i="1"/>
              <a:t>Use Specification</a:t>
            </a:r>
            <a:br>
              <a:rPr lang="en-US" i="1"/>
            </a:br>
            <a:endParaRPr lang="en-US" i="1" dirty="0"/>
          </a:p>
        </p:txBody>
      </p:sp>
      <p:sp>
        <p:nvSpPr>
          <p:cNvPr id="3" name="Title 1">
            <a:extLst>
              <a:ext uri="{FF2B5EF4-FFF2-40B4-BE49-F238E27FC236}">
                <a16:creationId xmlns:a16="http://schemas.microsoft.com/office/drawing/2014/main" id="{6130E2C9-566C-2773-EE6E-FF4EB1C5C54F}"/>
              </a:ext>
            </a:extLst>
          </p:cNvPr>
          <p:cNvSpPr txBox="1">
            <a:spLocks/>
          </p:cNvSpPr>
          <p:nvPr/>
        </p:nvSpPr>
        <p:spPr>
          <a:xfrm>
            <a:off x="838200" y="3215443"/>
            <a:ext cx="10515600" cy="6345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800" dirty="0"/>
          </a:p>
        </p:txBody>
      </p:sp>
      <p:graphicFrame>
        <p:nvGraphicFramePr>
          <p:cNvPr id="30" name="Content Placeholder 7">
            <a:extLst>
              <a:ext uri="{FF2B5EF4-FFF2-40B4-BE49-F238E27FC236}">
                <a16:creationId xmlns:a16="http://schemas.microsoft.com/office/drawing/2014/main" id="{E6D324E1-0DAF-2B33-2F7E-7844AF9FE896}"/>
              </a:ext>
            </a:extLst>
          </p:cNvPr>
          <p:cNvGraphicFramePr>
            <a:graphicFrameLocks noGrp="1"/>
          </p:cNvGraphicFramePr>
          <p:nvPr>
            <p:ph idx="1"/>
            <p:extLst>
              <p:ext uri="{D42A27DB-BD31-4B8C-83A1-F6EECF244321}">
                <p14:modId xmlns:p14="http://schemas.microsoft.com/office/powerpoint/2010/main" val="2857441690"/>
              </p:ext>
            </p:extLst>
          </p:nvPr>
        </p:nvGraphicFramePr>
        <p:xfrm>
          <a:off x="1454798" y="3005137"/>
          <a:ext cx="9282404" cy="3487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a:extLst>
              <a:ext uri="{FF2B5EF4-FFF2-40B4-BE49-F238E27FC236}">
                <a16:creationId xmlns:a16="http://schemas.microsoft.com/office/drawing/2014/main" id="{628FE7B4-26EE-9981-1018-A2C76ADA0120}"/>
              </a:ext>
            </a:extLst>
          </p:cNvPr>
          <p:cNvPicPr>
            <a:picLocks noChangeArrowheads="1"/>
          </p:cNvPicPr>
          <p:nvPr/>
        </p:nvPicPr>
        <p:blipFill rotWithShape="1">
          <a:blip r:embed="rId8">
            <a:extLst>
              <a:ext uri="{28A0092B-C50C-407E-A947-70E740481C1C}">
                <a14:useLocalDpi xmlns:a14="http://schemas.microsoft.com/office/drawing/2010/main" val="0"/>
              </a:ext>
            </a:extLst>
          </a:blip>
          <a:srcRect t="12267" b="82"/>
          <a:stretch/>
        </p:blipFill>
        <p:spPr bwMode="auto">
          <a:xfrm>
            <a:off x="7893420" y="1275940"/>
            <a:ext cx="2839220" cy="170992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e importance of asepsis in the operating room">
            <a:extLst>
              <a:ext uri="{FF2B5EF4-FFF2-40B4-BE49-F238E27FC236}">
                <a16:creationId xmlns:a16="http://schemas.microsoft.com/office/drawing/2014/main" id="{B4CD62AF-8200-C227-4F11-241A8CD7C298}"/>
              </a:ext>
            </a:extLst>
          </p:cNvPr>
          <p:cNvPicPr>
            <a:picLocks noChangeArrowheads="1"/>
          </p:cNvPicPr>
          <p:nvPr/>
        </p:nvPicPr>
        <p:blipFill rotWithShape="1">
          <a:blip r:embed="rId9">
            <a:extLst>
              <a:ext uri="{28A0092B-C50C-407E-A947-70E740481C1C}">
                <a14:useLocalDpi xmlns:a14="http://schemas.microsoft.com/office/drawing/2010/main" val="0"/>
              </a:ext>
            </a:extLst>
          </a:blip>
          <a:srcRect l="1519" r="6669"/>
          <a:stretch/>
        </p:blipFill>
        <p:spPr bwMode="auto">
          <a:xfrm>
            <a:off x="4674109" y="1302218"/>
            <a:ext cx="2843784" cy="170992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ypertension: symptoms to look out for and treatment options">
            <a:extLst>
              <a:ext uri="{FF2B5EF4-FFF2-40B4-BE49-F238E27FC236}">
                <a16:creationId xmlns:a16="http://schemas.microsoft.com/office/drawing/2014/main" id="{A0F49DBF-44E3-CA65-6278-C6B0F661F91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54798" y="1322131"/>
            <a:ext cx="2843784" cy="1706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95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graphicEl>
                                              <a:dgm id="{B3DD3749-6DC4-754B-80A8-79D6B10625C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graphicEl>
                                              <a:dgm id="{3B486D1B-C2EB-0B4A-B5E4-54C05C6F887F}"/>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graphicEl>
                                              <a:dgm id="{23003D30-40A9-9346-8D9A-5848E3A70DA3}"/>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graphicEl>
                                              <a:dgm id="{224F60B9-19A9-D247-B03D-1A89B04027FC}"/>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graphicEl>
                                              <a:dgm id="{2A31CDC0-8EFB-AA49-B78D-9D17D893FB0A}"/>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graphicEl>
                                              <a:dgm id="{E9A934E5-9F49-0248-A3B9-E88F815A39E6}"/>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0" grpId="0" uiExpand="1">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1023B-6E19-60CF-8631-6CB480AD964D}"/>
              </a:ext>
            </a:extLst>
          </p:cNvPr>
          <p:cNvSpPr>
            <a:spLocks noGrp="1"/>
          </p:cNvSpPr>
          <p:nvPr>
            <p:ph type="title"/>
          </p:nvPr>
        </p:nvSpPr>
        <p:spPr/>
        <p:txBody>
          <a:bodyPr/>
          <a:lstStyle/>
          <a:p>
            <a:r>
              <a:rPr lang="en-US" b="1" dirty="0"/>
              <a:t>Step 1.2 Identify:</a:t>
            </a:r>
            <a:r>
              <a:rPr lang="en-US" dirty="0"/>
              <a:t> </a:t>
            </a:r>
            <a:r>
              <a:rPr lang="en-US" i="1" dirty="0"/>
              <a:t>Known Issues</a:t>
            </a:r>
          </a:p>
        </p:txBody>
      </p:sp>
      <p:pic>
        <p:nvPicPr>
          <p:cNvPr id="4" name="Content Placeholder 3">
            <a:extLst>
              <a:ext uri="{FF2B5EF4-FFF2-40B4-BE49-F238E27FC236}">
                <a16:creationId xmlns:a16="http://schemas.microsoft.com/office/drawing/2014/main" id="{17B2F8DD-22D9-47D8-F726-983E827BED64}"/>
              </a:ext>
            </a:extLst>
          </p:cNvPr>
          <p:cNvPicPr>
            <a:picLocks noGrp="1" noChangeAspect="1"/>
          </p:cNvPicPr>
          <p:nvPr>
            <p:ph idx="1"/>
          </p:nvPr>
        </p:nvPicPr>
        <p:blipFill>
          <a:blip r:embed="rId3"/>
          <a:stretch>
            <a:fillRect/>
          </a:stretch>
        </p:blipFill>
        <p:spPr>
          <a:xfrm>
            <a:off x="5067300" y="1939925"/>
            <a:ext cx="6595017" cy="3379700"/>
          </a:xfrm>
          <a:prstGeom prst="rect">
            <a:avLst/>
          </a:prstGeom>
        </p:spPr>
      </p:pic>
      <p:sp>
        <p:nvSpPr>
          <p:cNvPr id="5" name="Content Placeholder 2">
            <a:extLst>
              <a:ext uri="{FF2B5EF4-FFF2-40B4-BE49-F238E27FC236}">
                <a16:creationId xmlns:a16="http://schemas.microsoft.com/office/drawing/2014/main" id="{1AC16D50-8854-B4F4-6CD1-0559C412441C}"/>
              </a:ext>
            </a:extLst>
          </p:cNvPr>
          <p:cNvSpPr txBox="1">
            <a:spLocks/>
          </p:cNvSpPr>
          <p:nvPr/>
        </p:nvSpPr>
        <p:spPr>
          <a:xfrm>
            <a:off x="838200" y="1825625"/>
            <a:ext cx="3784600" cy="4351338"/>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2900" dirty="0">
                <a:solidFill>
                  <a:srgbClr val="414042"/>
                </a:solidFill>
                <a:effectLst/>
                <a:latin typeface="Helvetica" pitchFamily="2" charset="0"/>
              </a:rPr>
              <a:t>Sources:</a:t>
            </a:r>
          </a:p>
          <a:p>
            <a:pPr>
              <a:lnSpc>
                <a:spcPct val="120000"/>
              </a:lnSpc>
            </a:pPr>
            <a:r>
              <a:rPr lang="en-US" sz="2900" dirty="0">
                <a:solidFill>
                  <a:srgbClr val="414042"/>
                </a:solidFill>
                <a:effectLst/>
                <a:latin typeface="Helvetica" pitchFamily="2" charset="0"/>
              </a:rPr>
              <a:t>FDA’s Manufacturer and User Facility Device Experience (MAUDE) database</a:t>
            </a:r>
          </a:p>
          <a:p>
            <a:pPr>
              <a:lnSpc>
                <a:spcPct val="120000"/>
              </a:lnSpc>
            </a:pPr>
            <a:r>
              <a:rPr lang="en-US" sz="2900" dirty="0">
                <a:solidFill>
                  <a:srgbClr val="414042"/>
                </a:solidFill>
                <a:effectLst/>
                <a:latin typeface="Helvetica" pitchFamily="2" charset="0"/>
              </a:rPr>
              <a:t>FDA’s </a:t>
            </a:r>
            <a:r>
              <a:rPr lang="en-US" sz="2900" dirty="0" err="1">
                <a:solidFill>
                  <a:srgbClr val="414042"/>
                </a:solidFill>
                <a:effectLst/>
                <a:latin typeface="Helvetica" pitchFamily="2" charset="0"/>
              </a:rPr>
              <a:t>MedSun</a:t>
            </a:r>
            <a:r>
              <a:rPr lang="en-US" sz="2900" dirty="0">
                <a:solidFill>
                  <a:srgbClr val="414042"/>
                </a:solidFill>
                <a:effectLst/>
                <a:latin typeface="Helvetica" pitchFamily="2" charset="0"/>
              </a:rPr>
              <a:t>: Medical Product Safety Network</a:t>
            </a:r>
          </a:p>
          <a:p>
            <a:pPr>
              <a:lnSpc>
                <a:spcPct val="120000"/>
              </a:lnSpc>
            </a:pPr>
            <a:r>
              <a:rPr lang="en-US" sz="2900" dirty="0">
                <a:solidFill>
                  <a:srgbClr val="414042"/>
                </a:solidFill>
                <a:effectLst/>
                <a:latin typeface="Helvetica" pitchFamily="2" charset="0"/>
              </a:rPr>
              <a:t>CDRH Medical Device Recalls</a:t>
            </a:r>
          </a:p>
          <a:p>
            <a:pPr>
              <a:lnSpc>
                <a:spcPct val="120000"/>
              </a:lnSpc>
            </a:pPr>
            <a:r>
              <a:rPr lang="en-US" sz="2900" dirty="0">
                <a:solidFill>
                  <a:srgbClr val="414042"/>
                </a:solidFill>
                <a:effectLst/>
                <a:latin typeface="Helvetica" pitchFamily="2" charset="0"/>
              </a:rPr>
              <a:t>FDA Safety Communications</a:t>
            </a:r>
          </a:p>
          <a:p>
            <a:pPr>
              <a:lnSpc>
                <a:spcPct val="120000"/>
              </a:lnSpc>
            </a:pPr>
            <a:r>
              <a:rPr lang="en-US" sz="2900" dirty="0">
                <a:solidFill>
                  <a:srgbClr val="414042"/>
                </a:solidFill>
                <a:effectLst/>
                <a:latin typeface="Helvetica" pitchFamily="2" charset="0"/>
              </a:rPr>
              <a:t>ECRI’s Medical Device Safety Reports</a:t>
            </a:r>
          </a:p>
          <a:p>
            <a:pPr>
              <a:lnSpc>
                <a:spcPct val="120000"/>
              </a:lnSpc>
            </a:pPr>
            <a:r>
              <a:rPr lang="en-US" sz="2900" dirty="0">
                <a:solidFill>
                  <a:srgbClr val="414042"/>
                </a:solidFill>
                <a:effectLst/>
                <a:latin typeface="Helvetica" pitchFamily="2" charset="0"/>
              </a:rPr>
              <a:t>The Institute of Safe Medical Practices (ISMP’s) Medication Safety Alert Newsletters</a:t>
            </a:r>
          </a:p>
          <a:p>
            <a:pPr>
              <a:lnSpc>
                <a:spcPct val="120000"/>
              </a:lnSpc>
            </a:pPr>
            <a:r>
              <a:rPr lang="en-US" sz="2900" dirty="0">
                <a:solidFill>
                  <a:srgbClr val="414042"/>
                </a:solidFill>
                <a:latin typeface="Helvetica" pitchFamily="2" charset="0"/>
              </a:rPr>
              <a:t>T</a:t>
            </a:r>
            <a:r>
              <a:rPr lang="en-US" sz="2900" dirty="0">
                <a:solidFill>
                  <a:srgbClr val="414042"/>
                </a:solidFill>
                <a:effectLst/>
                <a:latin typeface="Helvetica" pitchFamily="2" charset="0"/>
              </a:rPr>
              <a:t>he Joint Commission’s Sentinel Events</a:t>
            </a:r>
          </a:p>
          <a:p>
            <a:endParaRPr lang="en-US" dirty="0"/>
          </a:p>
        </p:txBody>
      </p:sp>
    </p:spTree>
    <p:extLst>
      <p:ext uri="{BB962C8B-B14F-4D97-AF65-F5344CB8AC3E}">
        <p14:creationId xmlns:p14="http://schemas.microsoft.com/office/powerpoint/2010/main" val="2533541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2C57F-8BC6-E63D-2AAC-30250BC3F5F8}"/>
              </a:ext>
            </a:extLst>
          </p:cNvPr>
          <p:cNvSpPr>
            <a:spLocks noGrp="1"/>
          </p:cNvSpPr>
          <p:nvPr>
            <p:ph type="title"/>
          </p:nvPr>
        </p:nvSpPr>
        <p:spPr>
          <a:xfrm>
            <a:off x="838597" y="570376"/>
            <a:ext cx="4481945" cy="1325563"/>
          </a:xfrm>
        </p:spPr>
        <p:txBody>
          <a:bodyPr/>
          <a:lstStyle/>
          <a:p>
            <a:r>
              <a:rPr lang="en-US" b="1" dirty="0"/>
              <a:t>Step 1.3 Identify:</a:t>
            </a:r>
            <a:r>
              <a:rPr lang="en-US" dirty="0"/>
              <a:t> </a:t>
            </a:r>
            <a:r>
              <a:rPr lang="en-US" i="1" dirty="0"/>
              <a:t>Critical Tasks</a:t>
            </a:r>
          </a:p>
        </p:txBody>
      </p:sp>
      <p:sp>
        <p:nvSpPr>
          <p:cNvPr id="3" name="Content Placeholder 2">
            <a:extLst>
              <a:ext uri="{FF2B5EF4-FFF2-40B4-BE49-F238E27FC236}">
                <a16:creationId xmlns:a16="http://schemas.microsoft.com/office/drawing/2014/main" id="{835CB0AB-4898-59B6-E9D1-8AB5A2B40A50}"/>
              </a:ext>
            </a:extLst>
          </p:cNvPr>
          <p:cNvSpPr>
            <a:spLocks noGrp="1"/>
          </p:cNvSpPr>
          <p:nvPr>
            <p:ph idx="1"/>
          </p:nvPr>
        </p:nvSpPr>
        <p:spPr>
          <a:xfrm>
            <a:off x="1098055" y="1895939"/>
            <a:ext cx="6335677" cy="4616373"/>
          </a:xfrm>
        </p:spPr>
        <p:txBody>
          <a:bodyPr/>
          <a:lstStyle/>
          <a:p>
            <a:r>
              <a:rPr lang="en-US" sz="2400" dirty="0"/>
              <a:t>Identify </a:t>
            </a:r>
            <a:r>
              <a:rPr lang="en-US" sz="2400" b="1" dirty="0"/>
              <a:t>ALL</a:t>
            </a:r>
            <a:r>
              <a:rPr lang="en-US" sz="2400" dirty="0"/>
              <a:t> Tasks associated with device use</a:t>
            </a:r>
          </a:p>
          <a:p>
            <a:r>
              <a:rPr lang="en-US" sz="2400" dirty="0"/>
              <a:t>Identify </a:t>
            </a:r>
            <a:r>
              <a:rPr lang="en-US" sz="2400" b="1" dirty="0"/>
              <a:t>Critical Tasks</a:t>
            </a:r>
          </a:p>
          <a:p>
            <a:pPr lvl="1"/>
            <a:r>
              <a:rPr lang="en-US" sz="2000" dirty="0"/>
              <a:t>Critical tasks: Any task that if done incorrectly, or not performed at all could cause harm to the patient or user or result in a delay in therapy</a:t>
            </a:r>
          </a:p>
          <a:p>
            <a:r>
              <a:rPr lang="en-US" sz="2400" b="1" dirty="0"/>
              <a:t>Analytical</a:t>
            </a:r>
            <a:r>
              <a:rPr lang="en-US" sz="2400" dirty="0"/>
              <a:t> HF Methods</a:t>
            </a:r>
            <a:r>
              <a:rPr lang="en-US" sz="2400" b="1" dirty="0"/>
              <a:t>: </a:t>
            </a:r>
          </a:p>
          <a:p>
            <a:pPr lvl="1"/>
            <a:r>
              <a:rPr lang="en-US" sz="2000" dirty="0"/>
              <a:t>Task Analysis: set up, use, take down, storage etc.</a:t>
            </a:r>
          </a:p>
          <a:p>
            <a:pPr lvl="1"/>
            <a:r>
              <a:rPr lang="en-US" sz="2000" dirty="0"/>
              <a:t>User Failure Modes &amp; Effects Analysis (</a:t>
            </a:r>
            <a:r>
              <a:rPr lang="en-US" sz="2000" dirty="0" err="1"/>
              <a:t>uFMEA</a:t>
            </a:r>
            <a:r>
              <a:rPr lang="en-US" sz="2000" dirty="0"/>
              <a:t>) </a:t>
            </a:r>
          </a:p>
          <a:p>
            <a:pPr lvl="1"/>
            <a:r>
              <a:rPr lang="en-US" sz="2000" dirty="0"/>
              <a:t>Fault Tree Analysis</a:t>
            </a:r>
          </a:p>
          <a:p>
            <a:pPr lvl="1"/>
            <a:r>
              <a:rPr lang="en-US" sz="2000" dirty="0"/>
              <a:t>Heuristic Analysis</a:t>
            </a:r>
          </a:p>
          <a:p>
            <a:endParaRPr lang="en-US" b="1" dirty="0"/>
          </a:p>
          <a:p>
            <a:endParaRPr lang="en-US" b="1" dirty="0"/>
          </a:p>
        </p:txBody>
      </p:sp>
      <p:pic>
        <p:nvPicPr>
          <p:cNvPr id="3074" name="Picture 2" descr="Step 4 Hold the needle at a 90-degree angle from your baby’s outer thigh.">
            <a:extLst>
              <a:ext uri="{FF2B5EF4-FFF2-40B4-BE49-F238E27FC236}">
                <a16:creationId xmlns:a16="http://schemas.microsoft.com/office/drawing/2014/main" id="{9A4AC377-E6A2-1386-C63A-872D78D6E0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3599" y="3897898"/>
            <a:ext cx="2785533" cy="20891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hen and When Not To Use an AED - AED Superstore Resource Center">
            <a:extLst>
              <a:ext uri="{FF2B5EF4-FFF2-40B4-BE49-F238E27FC236}">
                <a16:creationId xmlns:a16="http://schemas.microsoft.com/office/drawing/2014/main" id="{2FD50883-1AF3-6FEC-0517-A70090956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8801" y="1220964"/>
            <a:ext cx="3342745" cy="2228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879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A1922-E078-E52B-96B8-2F5C7031CDB4}"/>
              </a:ext>
            </a:extLst>
          </p:cNvPr>
          <p:cNvSpPr>
            <a:spLocks noGrp="1"/>
          </p:cNvSpPr>
          <p:nvPr>
            <p:ph type="title"/>
          </p:nvPr>
        </p:nvSpPr>
        <p:spPr>
          <a:xfrm>
            <a:off x="635000" y="640823"/>
            <a:ext cx="3418659" cy="5583148"/>
          </a:xfrm>
        </p:spPr>
        <p:txBody>
          <a:bodyPr anchor="ctr">
            <a:normAutofit/>
          </a:bodyPr>
          <a:lstStyle/>
          <a:p>
            <a:r>
              <a:rPr lang="en-US" sz="5400" dirty="0"/>
              <a:t>Step 2.1 </a:t>
            </a:r>
            <a:r>
              <a:rPr lang="en-US" sz="5400" b="1" dirty="0"/>
              <a:t>Formative Usability Process</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F62AD41-2173-C815-230C-4B552143B20C}"/>
              </a:ext>
            </a:extLst>
          </p:cNvPr>
          <p:cNvGraphicFramePr>
            <a:graphicFrameLocks noGrp="1"/>
          </p:cNvGraphicFramePr>
          <p:nvPr>
            <p:ph idx="1"/>
            <p:extLst>
              <p:ext uri="{D42A27DB-BD31-4B8C-83A1-F6EECF244321}">
                <p14:modId xmlns:p14="http://schemas.microsoft.com/office/powerpoint/2010/main" val="2818445239"/>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3672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127F3-329B-14DC-10AC-46D450A45760}"/>
              </a:ext>
            </a:extLst>
          </p:cNvPr>
          <p:cNvSpPr>
            <a:spLocks noGrp="1"/>
          </p:cNvSpPr>
          <p:nvPr>
            <p:ph type="title"/>
          </p:nvPr>
        </p:nvSpPr>
        <p:spPr/>
        <p:txBody>
          <a:bodyPr/>
          <a:lstStyle/>
          <a:p>
            <a:r>
              <a:rPr lang="en-US" sz="4400" dirty="0"/>
              <a:t>Step 2.2 Eliminate or Reduce Risks </a:t>
            </a:r>
            <a:br>
              <a:rPr lang="en-US" sz="4400" dirty="0"/>
            </a:br>
            <a:r>
              <a:rPr lang="en-US" sz="3200" i="1" dirty="0"/>
              <a:t>Using HF recommendations</a:t>
            </a:r>
            <a:endParaRPr lang="en-US" i="1" dirty="0"/>
          </a:p>
        </p:txBody>
      </p:sp>
      <p:graphicFrame>
        <p:nvGraphicFramePr>
          <p:cNvPr id="4" name="Content Placeholder 2">
            <a:extLst>
              <a:ext uri="{FF2B5EF4-FFF2-40B4-BE49-F238E27FC236}">
                <a16:creationId xmlns:a16="http://schemas.microsoft.com/office/drawing/2014/main" id="{DADB01A2-12BA-FFE6-152F-5916D36D6D10}"/>
              </a:ext>
            </a:extLst>
          </p:cNvPr>
          <p:cNvGraphicFramePr>
            <a:graphicFrameLocks noGrp="1"/>
          </p:cNvGraphicFramePr>
          <p:nvPr>
            <p:ph idx="1"/>
            <p:extLst>
              <p:ext uri="{D42A27DB-BD31-4B8C-83A1-F6EECF244321}">
                <p14:modId xmlns:p14="http://schemas.microsoft.com/office/powerpoint/2010/main" val="758192739"/>
              </p:ext>
            </p:extLst>
          </p:nvPr>
        </p:nvGraphicFramePr>
        <p:xfrm>
          <a:off x="1779549" y="1814474"/>
          <a:ext cx="8632902"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86310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E61135-CCB3-CDC2-7BA6-4EAE190E46BD}"/>
              </a:ext>
            </a:extLst>
          </p:cNvPr>
          <p:cNvSpPr>
            <a:spLocks noGrp="1"/>
          </p:cNvSpPr>
          <p:nvPr>
            <p:ph type="title"/>
          </p:nvPr>
        </p:nvSpPr>
        <p:spPr>
          <a:xfrm>
            <a:off x="572493" y="238539"/>
            <a:ext cx="11018520" cy="1434415"/>
          </a:xfrm>
        </p:spPr>
        <p:txBody>
          <a:bodyPr anchor="b">
            <a:normAutofit/>
          </a:bodyPr>
          <a:lstStyle/>
          <a:p>
            <a:r>
              <a:rPr lang="en-US" sz="5400"/>
              <a:t>Step 3: HF Validation testing</a:t>
            </a:r>
          </a:p>
        </p:txBody>
      </p:sp>
      <p:sp>
        <p:nvSpPr>
          <p:cNvPr id="5129"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B5880B6-F39F-83FC-5DCD-021C8DC0898A}"/>
              </a:ext>
            </a:extLst>
          </p:cNvPr>
          <p:cNvSpPr>
            <a:spLocks noGrp="1"/>
          </p:cNvSpPr>
          <p:nvPr>
            <p:ph idx="1"/>
          </p:nvPr>
        </p:nvSpPr>
        <p:spPr>
          <a:xfrm>
            <a:off x="572493" y="2071316"/>
            <a:ext cx="6713552" cy="4119172"/>
          </a:xfrm>
        </p:spPr>
        <p:txBody>
          <a:bodyPr anchor="t">
            <a:normAutofit/>
          </a:bodyPr>
          <a:lstStyle/>
          <a:p>
            <a:r>
              <a:rPr lang="en-US" sz="2400" dirty="0"/>
              <a:t>Goal: Prove device is safe and Effective! </a:t>
            </a:r>
          </a:p>
          <a:p>
            <a:r>
              <a:rPr lang="en-US" sz="2400" dirty="0"/>
              <a:t>Characteristics</a:t>
            </a:r>
          </a:p>
          <a:p>
            <a:pPr lvl="1"/>
            <a:r>
              <a:rPr lang="en-US" dirty="0"/>
              <a:t>Final design of the device, IFUS, labeling</a:t>
            </a:r>
          </a:p>
          <a:p>
            <a:pPr lvl="1"/>
            <a:r>
              <a:rPr lang="en-US" dirty="0"/>
              <a:t>All interface elements made available</a:t>
            </a:r>
          </a:p>
          <a:p>
            <a:pPr lvl="1"/>
            <a:r>
              <a:rPr lang="en-US" dirty="0"/>
              <a:t>Sample size: 15 participants from EACH user group</a:t>
            </a:r>
          </a:p>
          <a:p>
            <a:pPr lvl="1"/>
            <a:r>
              <a:rPr lang="en-US" dirty="0"/>
              <a:t>Tests all critical tasks</a:t>
            </a:r>
          </a:p>
          <a:p>
            <a:pPr lvl="1"/>
            <a:r>
              <a:rPr lang="en-US" dirty="0"/>
              <a:t>Realistic simulated use scenarios</a:t>
            </a:r>
          </a:p>
          <a:p>
            <a:pPr lvl="1"/>
            <a:r>
              <a:rPr lang="en-US" dirty="0"/>
              <a:t>No leading the participants</a:t>
            </a:r>
          </a:p>
          <a:p>
            <a:pPr marL="457200" lvl="1" indent="0">
              <a:buNone/>
            </a:pPr>
            <a:endParaRPr lang="en-US" sz="1900" dirty="0"/>
          </a:p>
        </p:txBody>
      </p:sp>
      <p:pic>
        <p:nvPicPr>
          <p:cNvPr id="5122" name="Picture 2" descr="Realistic test environments for medical device usability">
            <a:extLst>
              <a:ext uri="{FF2B5EF4-FFF2-40B4-BE49-F238E27FC236}">
                <a16:creationId xmlns:a16="http://schemas.microsoft.com/office/drawing/2014/main" id="{DB802285-66DD-7C18-F162-695F72963F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227" r="13619"/>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751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1087-EAC4-60B8-B105-89ADE9AFC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1751A-ACE6-D8CA-A563-DD887F531EE9}"/>
              </a:ext>
            </a:extLst>
          </p:cNvPr>
          <p:cNvSpPr>
            <a:spLocks noGrp="1"/>
          </p:cNvSpPr>
          <p:nvPr>
            <p:ph type="title"/>
          </p:nvPr>
        </p:nvSpPr>
        <p:spPr>
          <a:xfrm>
            <a:off x="638881" y="417576"/>
            <a:ext cx="10909640" cy="1249394"/>
          </a:xfrm>
        </p:spPr>
        <p:txBody>
          <a:bodyPr vert="horz" lIns="91440" tIns="45720" rIns="91440" bIns="45720" rtlCol="0" anchor="ctr">
            <a:normAutofit/>
          </a:bodyPr>
          <a:lstStyle/>
          <a:p>
            <a:r>
              <a:rPr lang="en-US" sz="5100" b="1" kern="1200" dirty="0">
                <a:solidFill>
                  <a:schemeClr val="tx1"/>
                </a:solidFill>
                <a:latin typeface="+mj-lt"/>
                <a:ea typeface="+mj-ea"/>
                <a:cs typeface="+mj-cs"/>
              </a:rPr>
              <a:t>Review</a:t>
            </a:r>
            <a:r>
              <a:rPr lang="en-US" sz="5100" kern="1200" dirty="0">
                <a:solidFill>
                  <a:schemeClr val="tx1"/>
                </a:solidFill>
                <a:latin typeface="+mj-lt"/>
                <a:ea typeface="+mj-ea"/>
                <a:cs typeface="+mj-cs"/>
              </a:rPr>
              <a:t>: Steps 1-3 </a:t>
            </a:r>
            <a:br>
              <a:rPr lang="en-US" sz="5100" kern="1200" dirty="0">
                <a:solidFill>
                  <a:schemeClr val="tx1"/>
                </a:solidFill>
                <a:latin typeface="+mj-lt"/>
                <a:ea typeface="+mj-ea"/>
                <a:cs typeface="+mj-cs"/>
              </a:rPr>
            </a:br>
            <a:r>
              <a:rPr lang="en-US" i="1" kern="1200" dirty="0">
                <a:solidFill>
                  <a:schemeClr val="tx1"/>
                </a:solidFill>
                <a:latin typeface="+mj-lt"/>
                <a:ea typeface="+mj-ea"/>
                <a:cs typeface="+mj-cs"/>
              </a:rPr>
              <a:t>conducting an HF/UE Analysis</a:t>
            </a:r>
            <a:endParaRPr lang="en-US" sz="5100" i="1" kern="1200" dirty="0">
              <a:solidFill>
                <a:schemeClr val="tx1"/>
              </a:solidFill>
              <a:latin typeface="+mj-lt"/>
              <a:ea typeface="+mj-ea"/>
              <a:cs typeface="+mj-cs"/>
            </a:endParaRPr>
          </a:p>
        </p:txBody>
      </p:sp>
      <p:sp>
        <p:nvSpPr>
          <p:cNvPr id="12" name="TextBox 11">
            <a:extLst>
              <a:ext uri="{FF2B5EF4-FFF2-40B4-BE49-F238E27FC236}">
                <a16:creationId xmlns:a16="http://schemas.microsoft.com/office/drawing/2014/main" id="{DD497603-0E0A-0DDE-D7C3-C30E07E454EE}"/>
              </a:ext>
            </a:extLst>
          </p:cNvPr>
          <p:cNvSpPr txBox="1"/>
          <p:nvPr/>
        </p:nvSpPr>
        <p:spPr>
          <a:xfrm>
            <a:off x="1570845" y="5383248"/>
            <a:ext cx="2053965" cy="369332"/>
          </a:xfrm>
          <a:prstGeom prst="rect">
            <a:avLst/>
          </a:prstGeom>
          <a:noFill/>
        </p:spPr>
        <p:txBody>
          <a:bodyPr wrap="square">
            <a:spAutoFit/>
          </a:bodyPr>
          <a:lstStyle/>
          <a:p>
            <a:pPr marL="285750" indent="-285750">
              <a:buFont typeface="Arial" panose="020B0604020202020204" pitchFamily="34" charset="0"/>
              <a:buChar char="•"/>
            </a:pPr>
            <a:r>
              <a:rPr lang="en-US" dirty="0"/>
              <a:t>Aka Identify</a:t>
            </a:r>
          </a:p>
        </p:txBody>
      </p:sp>
      <p:pic>
        <p:nvPicPr>
          <p:cNvPr id="9" name="Content Placeholder 8" descr="A blue line drawing of a paper with a pen and arrows&#10;&#10;AI-generated content may be incorrect.">
            <a:extLst>
              <a:ext uri="{FF2B5EF4-FFF2-40B4-BE49-F238E27FC236}">
                <a16:creationId xmlns:a16="http://schemas.microsoft.com/office/drawing/2014/main" id="{4CB54BDB-04BC-F36F-668E-9622570CD48B}"/>
              </a:ext>
            </a:extLst>
          </p:cNvPr>
          <p:cNvPicPr>
            <a:picLocks noChangeAspect="1"/>
          </p:cNvPicPr>
          <p:nvPr/>
        </p:nvPicPr>
        <p:blipFill>
          <a:blip r:embed="rId3"/>
          <a:stretch>
            <a:fillRect/>
          </a:stretch>
        </p:blipFill>
        <p:spPr bwMode="auto">
          <a:xfrm>
            <a:off x="866480" y="1858775"/>
            <a:ext cx="10454441" cy="3632919"/>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25">
            <a:extLst>
              <a:ext uri="{FF2B5EF4-FFF2-40B4-BE49-F238E27FC236}">
                <a16:creationId xmlns:a16="http://schemas.microsoft.com/office/drawing/2014/main" id="{90F59046-24A1-F4ED-C59F-CD4E3F041C53}"/>
              </a:ext>
            </a:extLst>
          </p:cNvPr>
          <p:cNvGrpSpPr/>
          <p:nvPr/>
        </p:nvGrpSpPr>
        <p:grpSpPr>
          <a:xfrm>
            <a:off x="1023582" y="4382100"/>
            <a:ext cx="7517983" cy="694867"/>
            <a:chOff x="1023582" y="4382100"/>
            <a:chExt cx="7517983" cy="694867"/>
          </a:xfrm>
        </p:grpSpPr>
        <p:sp>
          <p:nvSpPr>
            <p:cNvPr id="14" name="Rectangle 13">
              <a:extLst>
                <a:ext uri="{FF2B5EF4-FFF2-40B4-BE49-F238E27FC236}">
                  <a16:creationId xmlns:a16="http://schemas.microsoft.com/office/drawing/2014/main" id="{151C36EB-61DE-581F-1C8F-EBA45FC04704}"/>
                </a:ext>
              </a:extLst>
            </p:cNvPr>
            <p:cNvSpPr/>
            <p:nvPr/>
          </p:nvSpPr>
          <p:spPr>
            <a:xfrm>
              <a:off x="1023582" y="4382100"/>
              <a:ext cx="547263" cy="694867"/>
            </a:xfrm>
            <a:prstGeom prst="rect">
              <a:avLst/>
            </a:prstGeom>
            <a:noFill/>
            <a:ln>
              <a:solidFill>
                <a:schemeClr val="accent1"/>
              </a:solidFill>
            </a:ln>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1</a:t>
              </a:r>
            </a:p>
          </p:txBody>
        </p:sp>
        <p:sp>
          <p:nvSpPr>
            <p:cNvPr id="20" name="Rectangle 19">
              <a:extLst>
                <a:ext uri="{FF2B5EF4-FFF2-40B4-BE49-F238E27FC236}">
                  <a16:creationId xmlns:a16="http://schemas.microsoft.com/office/drawing/2014/main" id="{60B849BA-33E0-5223-C13E-FB9CA4B1C947}"/>
                </a:ext>
              </a:extLst>
            </p:cNvPr>
            <p:cNvSpPr/>
            <p:nvPr/>
          </p:nvSpPr>
          <p:spPr>
            <a:xfrm>
              <a:off x="4506996" y="4382100"/>
              <a:ext cx="547263" cy="694867"/>
            </a:xfrm>
            <a:prstGeom prst="rect">
              <a:avLst/>
            </a:prstGeom>
            <a:noFill/>
            <a:ln>
              <a:solidFill>
                <a:schemeClr val="accent1"/>
              </a:solidFill>
            </a:ln>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2</a:t>
              </a:r>
            </a:p>
          </p:txBody>
        </p:sp>
        <p:sp>
          <p:nvSpPr>
            <p:cNvPr id="21" name="Rectangle 20">
              <a:extLst>
                <a:ext uri="{FF2B5EF4-FFF2-40B4-BE49-F238E27FC236}">
                  <a16:creationId xmlns:a16="http://schemas.microsoft.com/office/drawing/2014/main" id="{52590AEB-7566-1E11-DAC5-E76EEA20D85B}"/>
                </a:ext>
              </a:extLst>
            </p:cNvPr>
            <p:cNvSpPr/>
            <p:nvPr/>
          </p:nvSpPr>
          <p:spPr>
            <a:xfrm>
              <a:off x="7994302" y="4382100"/>
              <a:ext cx="547263" cy="694867"/>
            </a:xfrm>
            <a:prstGeom prst="rect">
              <a:avLst/>
            </a:prstGeom>
            <a:noFill/>
            <a:ln>
              <a:solidFill>
                <a:schemeClr val="accent1"/>
              </a:solidFill>
            </a:ln>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3</a:t>
              </a:r>
            </a:p>
          </p:txBody>
        </p:sp>
      </p:grpSp>
    </p:spTree>
    <p:extLst>
      <p:ext uri="{BB962C8B-B14F-4D97-AF65-F5344CB8AC3E}">
        <p14:creationId xmlns:p14="http://schemas.microsoft.com/office/powerpoint/2010/main" val="983218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EF233C-434A-DB24-F7EB-46BCC07FD295}"/>
              </a:ext>
            </a:extLst>
          </p:cNvPr>
          <p:cNvSpPr>
            <a:spLocks noGrp="1"/>
          </p:cNvSpPr>
          <p:nvPr>
            <p:ph type="title"/>
          </p:nvPr>
        </p:nvSpPr>
        <p:spPr>
          <a:xfrm>
            <a:off x="469373" y="667512"/>
            <a:ext cx="3429000" cy="1719072"/>
          </a:xfrm>
        </p:spPr>
        <p:txBody>
          <a:bodyPr anchor="b">
            <a:normAutofit/>
          </a:bodyPr>
          <a:lstStyle/>
          <a:p>
            <a:r>
              <a:rPr lang="en-US" sz="5400" dirty="0"/>
              <a:t>Final Steps</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3F9EB11-7ECE-6756-B718-CE5A2C9C7437}"/>
              </a:ext>
            </a:extLst>
          </p:cNvPr>
          <p:cNvSpPr>
            <a:spLocks noGrp="1"/>
          </p:cNvSpPr>
          <p:nvPr>
            <p:ph idx="1"/>
          </p:nvPr>
        </p:nvSpPr>
        <p:spPr>
          <a:xfrm>
            <a:off x="630936" y="2807208"/>
            <a:ext cx="4023360" cy="3410712"/>
          </a:xfrm>
        </p:spPr>
        <p:txBody>
          <a:bodyPr anchor="t">
            <a:normAutofit/>
          </a:bodyPr>
          <a:lstStyle/>
          <a:p>
            <a:pPr lvl="1"/>
            <a:r>
              <a:rPr lang="en-US" sz="2200" dirty="0"/>
              <a:t>HFE Documentation</a:t>
            </a:r>
          </a:p>
          <a:p>
            <a:pPr lvl="2"/>
            <a:r>
              <a:rPr lang="en-US" sz="1800" dirty="0"/>
              <a:t>HF Validation Report</a:t>
            </a:r>
          </a:p>
          <a:p>
            <a:pPr marL="914400" lvl="2" indent="0">
              <a:buNone/>
            </a:pPr>
            <a:endParaRPr lang="en-US" sz="1800" dirty="0"/>
          </a:p>
          <a:p>
            <a:pPr lvl="1"/>
            <a:r>
              <a:rPr lang="en-US" sz="2200" dirty="0"/>
              <a:t>Submit Pre Market applications to FDA</a:t>
            </a:r>
            <a:endParaRPr lang="en-US" sz="1800" dirty="0"/>
          </a:p>
          <a:p>
            <a:pPr lvl="2"/>
            <a:r>
              <a:rPr lang="en-US" sz="1800" dirty="0"/>
              <a:t>Class I (501k exempt)</a:t>
            </a:r>
          </a:p>
          <a:p>
            <a:pPr lvl="2"/>
            <a:r>
              <a:rPr lang="en-US" sz="1800" dirty="0"/>
              <a:t>Class II (501k)</a:t>
            </a:r>
          </a:p>
          <a:p>
            <a:pPr lvl="2"/>
            <a:r>
              <a:rPr lang="en-US" sz="1800" dirty="0"/>
              <a:t>Class III (PMA) </a:t>
            </a:r>
          </a:p>
        </p:txBody>
      </p:sp>
      <p:pic>
        <p:nvPicPr>
          <p:cNvPr id="7" name="Picture 6" descr="A diagram of a medical device&#10;&#10;AI-generated content may be incorrect.">
            <a:extLst>
              <a:ext uri="{FF2B5EF4-FFF2-40B4-BE49-F238E27FC236}">
                <a16:creationId xmlns:a16="http://schemas.microsoft.com/office/drawing/2014/main" id="{70FE6BAE-9401-4143-251B-881C4050B3DF}"/>
              </a:ext>
            </a:extLst>
          </p:cNvPr>
          <p:cNvPicPr>
            <a:picLocks noChangeAspect="1"/>
          </p:cNvPicPr>
          <p:nvPr/>
        </p:nvPicPr>
        <p:blipFill>
          <a:blip r:embed="rId3"/>
          <a:stretch>
            <a:fillRect/>
          </a:stretch>
        </p:blipFill>
        <p:spPr>
          <a:xfrm>
            <a:off x="4654296" y="667512"/>
            <a:ext cx="6903720" cy="5522976"/>
          </a:xfrm>
          <a:prstGeom prst="rect">
            <a:avLst/>
          </a:prstGeom>
        </p:spPr>
      </p:pic>
    </p:spTree>
    <p:extLst>
      <p:ext uri="{BB962C8B-B14F-4D97-AF65-F5344CB8AC3E}">
        <p14:creationId xmlns:p14="http://schemas.microsoft.com/office/powerpoint/2010/main" val="1965208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58DAE70-A4CE-FEC1-F206-DD23F21A6F78}"/>
              </a:ext>
            </a:extLst>
          </p:cNvPr>
          <p:cNvSpPr>
            <a:spLocks noGrp="1"/>
          </p:cNvSpPr>
          <p:nvPr>
            <p:ph idx="1"/>
          </p:nvPr>
        </p:nvSpPr>
        <p:spPr>
          <a:xfrm>
            <a:off x="1174260" y="-819509"/>
            <a:ext cx="6224335" cy="5431536"/>
          </a:xfrm>
        </p:spPr>
        <p:txBody>
          <a:bodyPr anchor="ctr">
            <a:normAutofit/>
          </a:bodyPr>
          <a:lstStyle/>
          <a:p>
            <a:pPr marL="0" indent="0">
              <a:buNone/>
            </a:pPr>
            <a:r>
              <a:rPr lang="en-US" sz="4000" i="1" dirty="0"/>
              <a:t>Questions?</a:t>
            </a:r>
          </a:p>
        </p:txBody>
      </p:sp>
      <p:sp>
        <p:nvSpPr>
          <p:cNvPr id="4" name="Content Placeholder 2">
            <a:extLst>
              <a:ext uri="{FF2B5EF4-FFF2-40B4-BE49-F238E27FC236}">
                <a16:creationId xmlns:a16="http://schemas.microsoft.com/office/drawing/2014/main" id="{EC09AB35-9937-0361-E6AC-00D8719F89A7}"/>
              </a:ext>
            </a:extLst>
          </p:cNvPr>
          <p:cNvSpPr txBox="1">
            <a:spLocks/>
          </p:cNvSpPr>
          <p:nvPr/>
        </p:nvSpPr>
        <p:spPr>
          <a:xfrm>
            <a:off x="8572855" y="4216399"/>
            <a:ext cx="3030105" cy="220749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i="1"/>
              <a:t>Thank you!</a:t>
            </a:r>
            <a:endParaRPr lang="en-US" sz="4000" i="1" dirty="0"/>
          </a:p>
        </p:txBody>
      </p:sp>
    </p:spTree>
    <p:extLst>
      <p:ext uri="{BB962C8B-B14F-4D97-AF65-F5344CB8AC3E}">
        <p14:creationId xmlns:p14="http://schemas.microsoft.com/office/powerpoint/2010/main" val="3566522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DEE3A26-424C-99DC-976F-3AB56A3ED1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B2EE2C-BF2F-962E-A26E-C6A231075536}"/>
              </a:ext>
            </a:extLst>
          </p:cNvPr>
          <p:cNvSpPr>
            <a:spLocks noGrp="1"/>
          </p:cNvSpPr>
          <p:nvPr>
            <p:ph idx="1"/>
          </p:nvPr>
        </p:nvSpPr>
        <p:spPr>
          <a:xfrm>
            <a:off x="5126418" y="552091"/>
            <a:ext cx="6224335" cy="5431536"/>
          </a:xfrm>
        </p:spPr>
        <p:txBody>
          <a:bodyPr anchor="ctr">
            <a:normAutofit/>
          </a:bodyPr>
          <a:lstStyle/>
          <a:p>
            <a:pPr marL="0" indent="0">
              <a:buNone/>
            </a:pPr>
            <a:r>
              <a:rPr lang="en-US" sz="4000" i="1" dirty="0"/>
              <a:t>Thank you!</a:t>
            </a:r>
          </a:p>
        </p:txBody>
      </p:sp>
    </p:spTree>
    <p:extLst>
      <p:ext uri="{BB962C8B-B14F-4D97-AF65-F5344CB8AC3E}">
        <p14:creationId xmlns:p14="http://schemas.microsoft.com/office/powerpoint/2010/main" val="246789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0946C-C700-C675-1D5D-AB88AA2767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50BD39-DAE5-04E1-FE91-5976ADFB26CF}"/>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556654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615F6-5FE3-5BA0-85C4-169100876CA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A980E14-57E7-B9DE-D2DB-EDAB642E3EDA}"/>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066219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0F9E5A-4F34-EFDB-E46E-E7628973BCFF}"/>
              </a:ext>
            </a:extLst>
          </p:cNvPr>
          <p:cNvSpPr>
            <a:spLocks noGrp="1"/>
          </p:cNvSpPr>
          <p:nvPr>
            <p:ph type="title"/>
          </p:nvPr>
        </p:nvSpPr>
        <p:spPr>
          <a:xfrm>
            <a:off x="838200" y="365125"/>
            <a:ext cx="10515600" cy="1325563"/>
          </a:xfrm>
        </p:spPr>
        <p:txBody>
          <a:bodyPr>
            <a:normAutofit/>
          </a:bodyPr>
          <a:lstStyle/>
          <a:p>
            <a:r>
              <a:rPr lang="en-US" sz="4200" dirty="0"/>
              <a:t>Step 2.2 Eliminate or Reduce Risks HF recommendations</a:t>
            </a:r>
          </a:p>
        </p:txBody>
      </p:sp>
      <p:sp>
        <p:nvSpPr>
          <p:cNvPr id="23"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4578C72-542B-D566-B002-78F678B45E34}"/>
              </a:ext>
            </a:extLst>
          </p:cNvPr>
          <p:cNvGraphicFramePr>
            <a:graphicFrameLocks noGrp="1"/>
          </p:cNvGraphicFramePr>
          <p:nvPr>
            <p:ph idx="1"/>
            <p:extLst>
              <p:ext uri="{D42A27DB-BD31-4B8C-83A1-F6EECF244321}">
                <p14:modId xmlns:p14="http://schemas.microsoft.com/office/powerpoint/2010/main" val="3928516"/>
              </p:ext>
            </p:extLst>
          </p:nvPr>
        </p:nvGraphicFramePr>
        <p:xfrm>
          <a:off x="1828799" y="2055813"/>
          <a:ext cx="8184995" cy="5139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4626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95E12-9580-8951-3AED-76E65B8B1605}"/>
              </a:ext>
            </a:extLst>
          </p:cNvPr>
          <p:cNvSpPr>
            <a:spLocks noGrp="1"/>
          </p:cNvSpPr>
          <p:nvPr>
            <p:ph type="title"/>
          </p:nvPr>
        </p:nvSpPr>
        <p:spPr/>
        <p:txBody>
          <a:bodyPr/>
          <a:lstStyle/>
          <a:p>
            <a:r>
              <a:rPr lang="en-US" dirty="0"/>
              <a:t>Common HF Approaches</a:t>
            </a:r>
          </a:p>
        </p:txBody>
      </p:sp>
      <p:sp>
        <p:nvSpPr>
          <p:cNvPr id="3" name="Content Placeholder 2">
            <a:extLst>
              <a:ext uri="{FF2B5EF4-FFF2-40B4-BE49-F238E27FC236}">
                <a16:creationId xmlns:a16="http://schemas.microsoft.com/office/drawing/2014/main" id="{7D5E432C-7BBB-1BE6-DFBD-4878D9D6AED4}"/>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808514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D1A94-80DE-EA6C-2B0C-50F0F35F6100}"/>
              </a:ext>
            </a:extLst>
          </p:cNvPr>
          <p:cNvSpPr>
            <a:spLocks noGrp="1"/>
          </p:cNvSpPr>
          <p:nvPr>
            <p:ph type="title"/>
          </p:nvPr>
        </p:nvSpPr>
        <p:spPr/>
        <p:txBody>
          <a:bodyPr/>
          <a:lstStyle/>
          <a:p>
            <a:pPr marL="0" indent="0">
              <a:buNone/>
            </a:pPr>
            <a:r>
              <a:rPr lang="en-US" dirty="0"/>
              <a:t>Step 1.1: </a:t>
            </a:r>
            <a:r>
              <a:rPr lang="en-US" sz="4400" dirty="0"/>
              <a:t>Identify Device Users</a:t>
            </a:r>
            <a:br>
              <a:rPr lang="en-US" sz="4400" dirty="0"/>
            </a:br>
            <a:endParaRPr lang="en-US" sz="4400" dirty="0"/>
          </a:p>
        </p:txBody>
      </p:sp>
      <p:sp>
        <p:nvSpPr>
          <p:cNvPr id="8" name="Content Placeholder 7">
            <a:extLst>
              <a:ext uri="{FF2B5EF4-FFF2-40B4-BE49-F238E27FC236}">
                <a16:creationId xmlns:a16="http://schemas.microsoft.com/office/drawing/2014/main" id="{C4E53DB4-1741-C3DF-58A9-C4C4349FCA7E}"/>
              </a:ext>
            </a:extLst>
          </p:cNvPr>
          <p:cNvSpPr>
            <a:spLocks noGrp="1"/>
          </p:cNvSpPr>
          <p:nvPr>
            <p:ph idx="1"/>
          </p:nvPr>
        </p:nvSpPr>
        <p:spPr>
          <a:xfrm>
            <a:off x="838200" y="1253332"/>
            <a:ext cx="4105759" cy="2009062"/>
          </a:xfrm>
        </p:spPr>
        <p:txBody>
          <a:bodyPr/>
          <a:lstStyle/>
          <a:p>
            <a:pPr rtl="0" fontAlgn="ctr">
              <a:buFont typeface="Courier New" panose="02070309020205020404" pitchFamily="49" charset="0"/>
              <a:buChar char="o"/>
            </a:pPr>
            <a:r>
              <a:rPr lang="en-US" sz="1200" dirty="0">
                <a:effectLst/>
                <a:latin typeface="Calibri" panose="020F0502020204030204" pitchFamily="34" charset="0"/>
              </a:rPr>
              <a:t>Helpful questions to ask when identifying user groups:</a:t>
            </a:r>
          </a:p>
          <a:p>
            <a:pPr marL="742950" lvl="1" indent="-285750" rtl="0" fontAlgn="ctr">
              <a:buFont typeface="Arial" panose="020B0604020202020204" pitchFamily="34" charset="0"/>
              <a:buChar char="•"/>
            </a:pPr>
            <a:r>
              <a:rPr lang="en-US" sz="1200" dirty="0">
                <a:effectLst/>
                <a:latin typeface="Calibri" panose="020F0502020204030204" pitchFamily="34" charset="0"/>
              </a:rPr>
              <a:t>Who purchases the device</a:t>
            </a:r>
          </a:p>
          <a:p>
            <a:pPr marL="742950" lvl="1" indent="-285750" rtl="0" fontAlgn="ctr">
              <a:buFont typeface="Arial" panose="020B0604020202020204" pitchFamily="34" charset="0"/>
              <a:buChar char="•"/>
            </a:pPr>
            <a:r>
              <a:rPr lang="en-US" sz="1200" dirty="0">
                <a:effectLst/>
                <a:latin typeface="Calibri" panose="020F0502020204030204" pitchFamily="34" charset="0"/>
              </a:rPr>
              <a:t>Who receives the device</a:t>
            </a:r>
          </a:p>
          <a:p>
            <a:pPr marL="742950" lvl="1" indent="-285750" rtl="0" fontAlgn="ctr">
              <a:buFont typeface="Arial" panose="020B0604020202020204" pitchFamily="34" charset="0"/>
              <a:buChar char="•"/>
            </a:pPr>
            <a:r>
              <a:rPr lang="en-US" sz="1200" dirty="0">
                <a:effectLst/>
                <a:latin typeface="Calibri" panose="020F0502020204030204" pitchFamily="34" charset="0"/>
              </a:rPr>
              <a:t>Who unpacks the device</a:t>
            </a:r>
          </a:p>
          <a:p>
            <a:pPr marL="742950" lvl="1" indent="-285750" rtl="0" fontAlgn="ctr">
              <a:buFont typeface="Arial" panose="020B0604020202020204" pitchFamily="34" charset="0"/>
              <a:buChar char="•"/>
            </a:pPr>
            <a:r>
              <a:rPr lang="en-US" sz="1200" dirty="0">
                <a:effectLst/>
                <a:latin typeface="Calibri" panose="020F0502020204030204" pitchFamily="34" charset="0"/>
              </a:rPr>
              <a:t>Who sets up the device </a:t>
            </a:r>
          </a:p>
          <a:p>
            <a:pPr marL="742950" lvl="1" indent="-285750" rtl="0" fontAlgn="ctr">
              <a:buFont typeface="Arial" panose="020B0604020202020204" pitchFamily="34" charset="0"/>
              <a:buChar char="•"/>
            </a:pPr>
            <a:r>
              <a:rPr lang="en-US" sz="1200" dirty="0">
                <a:effectLst/>
                <a:latin typeface="Calibri" panose="020F0502020204030204" pitchFamily="34" charset="0"/>
              </a:rPr>
              <a:t>Who uses the device</a:t>
            </a:r>
          </a:p>
          <a:p>
            <a:pPr marL="742950" lvl="1" indent="-285750" rtl="0" fontAlgn="ctr">
              <a:buFont typeface="Arial" panose="020B0604020202020204" pitchFamily="34" charset="0"/>
              <a:buChar char="•"/>
            </a:pPr>
            <a:r>
              <a:rPr lang="en-US" sz="1200" dirty="0">
                <a:effectLst/>
                <a:latin typeface="Calibri" panose="020F0502020204030204" pitchFamily="34" charset="0"/>
              </a:rPr>
              <a:t>Who cleans or reprocesses the device</a:t>
            </a:r>
          </a:p>
          <a:p>
            <a:pPr marL="742950" lvl="1" indent="-285750" rtl="0" fontAlgn="ctr">
              <a:buFont typeface="Arial" panose="020B0604020202020204" pitchFamily="34" charset="0"/>
              <a:buChar char="•"/>
            </a:pPr>
            <a:r>
              <a:rPr lang="en-US" sz="1200" dirty="0">
                <a:effectLst/>
                <a:latin typeface="Calibri" panose="020F0502020204030204" pitchFamily="34" charset="0"/>
              </a:rPr>
              <a:t>Who disposes of the device</a:t>
            </a:r>
          </a:p>
          <a:p>
            <a:pPr marL="742950" lvl="1" indent="-285750" rtl="0" fontAlgn="ctr">
              <a:buFont typeface="Arial" panose="020B0604020202020204" pitchFamily="34" charset="0"/>
              <a:buChar char="•"/>
            </a:pPr>
            <a:endParaRPr lang="en-US" sz="1200" dirty="0">
              <a:latin typeface="Calibri" panose="020F0502020204030204" pitchFamily="34" charset="0"/>
            </a:endParaRPr>
          </a:p>
          <a:p>
            <a:pPr marL="742950" lvl="1" indent="-285750" rtl="0" fontAlgn="ctr">
              <a:buFont typeface="Arial" panose="020B0604020202020204" pitchFamily="34" charset="0"/>
              <a:buChar char="•"/>
            </a:pPr>
            <a:endParaRPr lang="en-US" sz="1200" dirty="0">
              <a:effectLst/>
              <a:latin typeface="Calibri" panose="020F0502020204030204" pitchFamily="34" charset="0"/>
            </a:endParaRPr>
          </a:p>
          <a:p>
            <a:pPr marL="742950" lvl="1" indent="-285750" rtl="0" fontAlgn="ctr">
              <a:buFont typeface="Arial" panose="020B0604020202020204" pitchFamily="34" charset="0"/>
              <a:buChar char="•"/>
            </a:pPr>
            <a:endParaRPr lang="en-US" sz="1200" dirty="0">
              <a:effectLst/>
              <a:latin typeface="Calibri" panose="020F0502020204030204" pitchFamily="34" charset="0"/>
            </a:endParaRPr>
          </a:p>
        </p:txBody>
      </p:sp>
      <p:sp>
        <p:nvSpPr>
          <p:cNvPr id="10" name="Content Placeholder 7">
            <a:extLst>
              <a:ext uri="{FF2B5EF4-FFF2-40B4-BE49-F238E27FC236}">
                <a16:creationId xmlns:a16="http://schemas.microsoft.com/office/drawing/2014/main" id="{433F8904-8C64-FF22-8292-FD0F779FDDAA}"/>
              </a:ext>
            </a:extLst>
          </p:cNvPr>
          <p:cNvSpPr txBox="1">
            <a:spLocks/>
          </p:cNvSpPr>
          <p:nvPr/>
        </p:nvSpPr>
        <p:spPr>
          <a:xfrm>
            <a:off x="7871847" y="1470307"/>
            <a:ext cx="4105759" cy="22725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ctr">
              <a:buFont typeface="Courier New" panose="02070309020205020404" pitchFamily="49" charset="0"/>
              <a:buChar char="o"/>
            </a:pPr>
            <a:r>
              <a:rPr lang="en-US" sz="1200" dirty="0" err="1">
                <a:latin typeface="Calibri" panose="020F0502020204030204" pitchFamily="34" charset="0"/>
              </a:rPr>
              <a:t>Charateristics</a:t>
            </a:r>
            <a:r>
              <a:rPr lang="en-US" sz="1200" dirty="0">
                <a:latin typeface="Calibri" panose="020F0502020204030204" pitchFamily="34" charset="0"/>
              </a:rPr>
              <a:t>:</a:t>
            </a:r>
          </a:p>
          <a:p>
            <a:pPr marL="742950" lvl="1" indent="-285750" fontAlgn="ctr"/>
            <a:r>
              <a:rPr lang="en-US" sz="1200" dirty="0">
                <a:latin typeface="Calibri" panose="020F0502020204030204" pitchFamily="34" charset="0"/>
              </a:rPr>
              <a:t>Physical size, strength, stamina</a:t>
            </a:r>
          </a:p>
          <a:p>
            <a:pPr marL="742950" lvl="1" indent="-285750" fontAlgn="ctr"/>
            <a:r>
              <a:rPr lang="en-US" sz="1200" dirty="0">
                <a:latin typeface="Calibri" panose="020F0502020204030204" pitchFamily="34" charset="0"/>
              </a:rPr>
              <a:t>Physical Limitations</a:t>
            </a:r>
          </a:p>
          <a:p>
            <a:pPr marL="742950" lvl="1" indent="-285750" fontAlgn="ctr"/>
            <a:r>
              <a:rPr lang="en-US" sz="1200" dirty="0">
                <a:latin typeface="Calibri" panose="020F0502020204030204" pitchFamily="34" charset="0"/>
              </a:rPr>
              <a:t>Sensory and cognitive abilities</a:t>
            </a:r>
          </a:p>
          <a:p>
            <a:pPr marL="742950" lvl="1" indent="-285750" fontAlgn="ctr"/>
            <a:r>
              <a:rPr lang="en-US" sz="1200" dirty="0">
                <a:latin typeface="Calibri" panose="020F0502020204030204" pitchFamily="34" charset="0"/>
              </a:rPr>
              <a:t>Medical conditions</a:t>
            </a:r>
          </a:p>
          <a:p>
            <a:pPr marL="742950" lvl="1" indent="-285750" fontAlgn="ctr"/>
            <a:r>
              <a:rPr lang="en-US" sz="1200" dirty="0">
                <a:latin typeface="Calibri" panose="020F0502020204030204" pitchFamily="34" charset="0"/>
              </a:rPr>
              <a:t>Literacy and Language skills</a:t>
            </a:r>
          </a:p>
          <a:p>
            <a:pPr marL="742950" lvl="1" indent="-285750" fontAlgn="ctr"/>
            <a:r>
              <a:rPr lang="en-US" sz="1200" dirty="0">
                <a:latin typeface="Calibri" panose="020F0502020204030204" pitchFamily="34" charset="0"/>
              </a:rPr>
              <a:t>Level of education and heal literacy</a:t>
            </a:r>
          </a:p>
          <a:p>
            <a:pPr marL="742950" lvl="1" indent="-285750" fontAlgn="ctr"/>
            <a:r>
              <a:rPr lang="en-US" sz="1200" dirty="0">
                <a:latin typeface="Calibri" panose="020F0502020204030204" pitchFamily="34" charset="0"/>
              </a:rPr>
              <a:t>Mental &amp; Emotional state of use</a:t>
            </a:r>
          </a:p>
          <a:p>
            <a:pPr marL="742950" lvl="1" indent="-285750" fontAlgn="ctr"/>
            <a:r>
              <a:rPr lang="en-US" sz="1200" dirty="0">
                <a:latin typeface="Calibri" panose="020F0502020204030204" pitchFamily="34" charset="0"/>
              </a:rPr>
              <a:t>General knowledge of similar devices</a:t>
            </a:r>
          </a:p>
          <a:p>
            <a:pPr marL="742950" lvl="1" indent="-285750" fontAlgn="ctr"/>
            <a:endParaRPr lang="en-US" sz="1200" dirty="0">
              <a:latin typeface="Calibri" panose="020F0502020204030204" pitchFamily="34" charset="0"/>
            </a:endParaRPr>
          </a:p>
          <a:p>
            <a:pPr marL="742950" lvl="1" indent="-285750" fontAlgn="ctr"/>
            <a:endParaRPr lang="en-US" sz="1200" dirty="0">
              <a:latin typeface="Calibri" panose="020F0502020204030204" pitchFamily="34" charset="0"/>
            </a:endParaRPr>
          </a:p>
        </p:txBody>
      </p:sp>
      <p:pic>
        <p:nvPicPr>
          <p:cNvPr id="1026" name="Picture 2" descr="How to Use a Blood Pressure Monitor - Aktiia">
            <a:extLst>
              <a:ext uri="{FF2B5EF4-FFF2-40B4-BE49-F238E27FC236}">
                <a16:creationId xmlns:a16="http://schemas.microsoft.com/office/drawing/2014/main" id="{6D1BB465-E9B2-4A65-6173-60914C229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5079" y="1881012"/>
            <a:ext cx="2463800" cy="32893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urse Preparing Injection Stock Photos ...">
            <a:extLst>
              <a:ext uri="{FF2B5EF4-FFF2-40B4-BE49-F238E27FC236}">
                <a16:creationId xmlns:a16="http://schemas.microsoft.com/office/drawing/2014/main" id="{71AD833D-7C5F-8E7F-4CDF-13320CE5EA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120" y="3280568"/>
            <a:ext cx="34925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6228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BDD92-6A56-5095-9D1D-7D1BBB6C11AD}"/>
              </a:ext>
            </a:extLst>
          </p:cNvPr>
          <p:cNvSpPr>
            <a:spLocks noGrp="1"/>
          </p:cNvSpPr>
          <p:nvPr>
            <p:ph type="title"/>
          </p:nvPr>
        </p:nvSpPr>
        <p:spPr/>
        <p:txBody>
          <a:bodyPr/>
          <a:lstStyle/>
          <a:p>
            <a:r>
              <a:rPr lang="en-US" sz="4400" dirty="0"/>
              <a:t>Steps to HFE/UE Analysis</a:t>
            </a:r>
            <a:br>
              <a:rPr lang="en-US" sz="4400" dirty="0"/>
            </a:br>
            <a:r>
              <a:rPr lang="en-US" sz="2800" dirty="0"/>
              <a:t>Sections 5-9</a:t>
            </a:r>
            <a:endParaRPr lang="en-US" dirty="0"/>
          </a:p>
        </p:txBody>
      </p:sp>
      <p:pic>
        <p:nvPicPr>
          <p:cNvPr id="4" name="Content Placeholder 3">
            <a:extLst>
              <a:ext uri="{FF2B5EF4-FFF2-40B4-BE49-F238E27FC236}">
                <a16:creationId xmlns:a16="http://schemas.microsoft.com/office/drawing/2014/main" id="{1657EB39-E862-4D47-A542-F87BAFC94BCA}"/>
              </a:ext>
            </a:extLst>
          </p:cNvPr>
          <p:cNvPicPr>
            <a:picLocks noGrp="1" noChangeAspect="1"/>
          </p:cNvPicPr>
          <p:nvPr>
            <p:ph idx="1"/>
          </p:nvPr>
        </p:nvPicPr>
        <p:blipFill>
          <a:blip r:embed="rId3"/>
          <a:stretch>
            <a:fillRect/>
          </a:stretch>
        </p:blipFill>
        <p:spPr>
          <a:xfrm>
            <a:off x="7047636" y="722044"/>
            <a:ext cx="4753734" cy="4351338"/>
          </a:xfrm>
          <a:prstGeom prst="rect">
            <a:avLst/>
          </a:prstGeom>
        </p:spPr>
      </p:pic>
      <p:sp>
        <p:nvSpPr>
          <p:cNvPr id="5" name="TextBox 4">
            <a:extLst>
              <a:ext uri="{FF2B5EF4-FFF2-40B4-BE49-F238E27FC236}">
                <a16:creationId xmlns:a16="http://schemas.microsoft.com/office/drawing/2014/main" id="{B86A3E2E-F4D4-72F3-73BE-455CF39A6920}"/>
              </a:ext>
            </a:extLst>
          </p:cNvPr>
          <p:cNvSpPr txBox="1"/>
          <p:nvPr/>
        </p:nvSpPr>
        <p:spPr>
          <a:xfrm>
            <a:off x="1292225" y="1524528"/>
            <a:ext cx="5143500" cy="4124206"/>
          </a:xfrm>
          <a:prstGeom prst="rect">
            <a:avLst/>
          </a:prstGeom>
          <a:noFill/>
        </p:spPr>
        <p:txBody>
          <a:bodyPr wrap="square" rtlCol="0">
            <a:spAutoFit/>
          </a:bodyPr>
          <a:lstStyle/>
          <a:p>
            <a:r>
              <a:rPr lang="en-US" sz="2800" b="1" dirty="0"/>
              <a:t>3 main steps</a:t>
            </a:r>
          </a:p>
          <a:p>
            <a:pPr marL="457200" marR="0" indent="-457200">
              <a:buFont typeface="+mj-lt"/>
              <a:buAutoNum type="arabicPeriod"/>
            </a:pPr>
            <a:r>
              <a:rPr lang="en-US" sz="2000" dirty="0">
                <a:effectLst/>
                <a:latin typeface="Calibri" panose="020F0502020204030204" pitchFamily="34" charset="0"/>
              </a:rPr>
              <a:t>Identify: device users, user interface components, use environment,  known issues, and critical tasks </a:t>
            </a:r>
          </a:p>
          <a:p>
            <a:pPr marR="0"/>
            <a:r>
              <a:rPr lang="en-US" sz="1600" dirty="0">
                <a:effectLst/>
                <a:latin typeface="Calibri" panose="020F0502020204030204" pitchFamily="34" charset="0"/>
              </a:rPr>
              <a:t>              (sections 5 &amp;6)</a:t>
            </a:r>
          </a:p>
          <a:p>
            <a:pPr marL="457200" marR="0" indent="-457200">
              <a:buFont typeface="+mj-lt"/>
              <a:buAutoNum type="arabicPeriod"/>
            </a:pPr>
            <a:endParaRPr lang="en-US" sz="2000" dirty="0">
              <a:effectLst/>
              <a:latin typeface="Calibri" panose="020F0502020204030204" pitchFamily="34" charset="0"/>
            </a:endParaRPr>
          </a:p>
          <a:p>
            <a:r>
              <a:rPr lang="en-US" sz="2000" dirty="0"/>
              <a:t>2. Develop and apply measures to eliminate  or reduce use related hazards </a:t>
            </a:r>
            <a:r>
              <a:rPr lang="en-US" sz="1600" dirty="0"/>
              <a:t>(Section 7)</a:t>
            </a:r>
          </a:p>
          <a:p>
            <a:pPr marL="457200" indent="-457200">
              <a:buFont typeface="+mj-lt"/>
              <a:buAutoNum type="arabicPeriod"/>
            </a:pPr>
            <a:endParaRPr lang="en-US" sz="2000" dirty="0"/>
          </a:p>
          <a:p>
            <a:r>
              <a:rPr lang="en-US" sz="2000" dirty="0"/>
              <a:t>3. Human Factors Validation Testing: demonstrate whether the final device design supports safe and effective use. </a:t>
            </a:r>
            <a:r>
              <a:rPr lang="en-US" sz="1600" dirty="0"/>
              <a:t>(Section 8)</a:t>
            </a:r>
          </a:p>
          <a:p>
            <a:pPr marL="800100" lvl="1" indent="-342900">
              <a:buFont typeface="Arial" panose="020B0604020202020204" pitchFamily="34" charset="0"/>
              <a:buChar char="•"/>
            </a:pPr>
            <a:endParaRPr lang="en-US" dirty="0"/>
          </a:p>
        </p:txBody>
      </p:sp>
    </p:spTree>
    <p:extLst>
      <p:ext uri="{BB962C8B-B14F-4D97-AF65-F5344CB8AC3E}">
        <p14:creationId xmlns:p14="http://schemas.microsoft.com/office/powerpoint/2010/main" val="3885856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7FAD2-0436-495B-37CA-DC64E7BE398B}"/>
              </a:ext>
            </a:extLst>
          </p:cNvPr>
          <p:cNvSpPr>
            <a:spLocks noGrp="1"/>
          </p:cNvSpPr>
          <p:nvPr>
            <p:ph type="title"/>
          </p:nvPr>
        </p:nvSpPr>
        <p:spPr/>
        <p:txBody>
          <a:bodyPr/>
          <a:lstStyle/>
          <a:p>
            <a:r>
              <a:rPr lang="en-US" dirty="0"/>
              <a:t>Steps to HF/UE Analysis</a:t>
            </a:r>
          </a:p>
        </p:txBody>
      </p:sp>
      <p:pic>
        <p:nvPicPr>
          <p:cNvPr id="5" name="Content Placeholder 4" descr="A grey rectangular object with text&#10;&#10;AI-generated content may be incorrect.">
            <a:extLst>
              <a:ext uri="{FF2B5EF4-FFF2-40B4-BE49-F238E27FC236}">
                <a16:creationId xmlns:a16="http://schemas.microsoft.com/office/drawing/2014/main" id="{8FD68DF3-F0E3-D4BF-2FD6-AB532108B872}"/>
              </a:ext>
            </a:extLst>
          </p:cNvPr>
          <p:cNvPicPr>
            <a:picLocks noGrp="1" noChangeAspect="1"/>
          </p:cNvPicPr>
          <p:nvPr>
            <p:ph idx="1"/>
          </p:nvPr>
        </p:nvPicPr>
        <p:blipFill>
          <a:blip r:embed="rId3"/>
          <a:srcRect t="15545"/>
          <a:stretch/>
        </p:blipFill>
        <p:spPr>
          <a:xfrm>
            <a:off x="1559425" y="1782128"/>
            <a:ext cx="3956168" cy="4710747"/>
          </a:xfrm>
        </p:spPr>
      </p:pic>
      <p:pic>
        <p:nvPicPr>
          <p:cNvPr id="7" name="Picture 6" descr="A diagram of a software program&#10;&#10;AI-generated content may be incorrect.">
            <a:extLst>
              <a:ext uri="{FF2B5EF4-FFF2-40B4-BE49-F238E27FC236}">
                <a16:creationId xmlns:a16="http://schemas.microsoft.com/office/drawing/2014/main" id="{9C0473C4-701B-FEAE-CC26-7CDC85C7C7F2}"/>
              </a:ext>
            </a:extLst>
          </p:cNvPr>
          <p:cNvPicPr>
            <a:picLocks noChangeAspect="1"/>
          </p:cNvPicPr>
          <p:nvPr/>
        </p:nvPicPr>
        <p:blipFill>
          <a:blip r:embed="rId4"/>
          <a:srcRect t="10684"/>
          <a:stretch/>
        </p:blipFill>
        <p:spPr>
          <a:xfrm>
            <a:off x="5536165" y="1514901"/>
            <a:ext cx="2857929" cy="4977974"/>
          </a:xfrm>
          <a:prstGeom prst="rect">
            <a:avLst/>
          </a:prstGeom>
        </p:spPr>
      </p:pic>
      <p:pic>
        <p:nvPicPr>
          <p:cNvPr id="9" name="Picture 8" descr="A grey sign with white text&#10;&#10;AI-generated content may be incorrect.">
            <a:extLst>
              <a:ext uri="{FF2B5EF4-FFF2-40B4-BE49-F238E27FC236}">
                <a16:creationId xmlns:a16="http://schemas.microsoft.com/office/drawing/2014/main" id="{6656E695-5FD7-74FF-61BA-1D012E5F1635}"/>
              </a:ext>
            </a:extLst>
          </p:cNvPr>
          <p:cNvPicPr>
            <a:picLocks noChangeAspect="1"/>
          </p:cNvPicPr>
          <p:nvPr/>
        </p:nvPicPr>
        <p:blipFill>
          <a:blip r:embed="rId5"/>
          <a:srcRect t="9064"/>
          <a:stretch/>
        </p:blipFill>
        <p:spPr>
          <a:xfrm>
            <a:off x="8414666" y="1337481"/>
            <a:ext cx="2274821" cy="5155394"/>
          </a:xfrm>
          <a:prstGeom prst="rect">
            <a:avLst/>
          </a:prstGeom>
        </p:spPr>
      </p:pic>
    </p:spTree>
    <p:extLst>
      <p:ext uri="{BB962C8B-B14F-4D97-AF65-F5344CB8AC3E}">
        <p14:creationId xmlns:p14="http://schemas.microsoft.com/office/powerpoint/2010/main" val="236286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descr="A screenshot of a book&#10;&#10;AI-generated content may be incorrect.">
            <a:extLst>
              <a:ext uri="{FF2B5EF4-FFF2-40B4-BE49-F238E27FC236}">
                <a16:creationId xmlns:a16="http://schemas.microsoft.com/office/drawing/2014/main" id="{7D9DFD77-A23D-D22B-31F5-A36A9155DC62}"/>
              </a:ext>
            </a:extLst>
          </p:cNvPr>
          <p:cNvPicPr>
            <a:picLocks noGrp="1" noChangeAspect="1"/>
          </p:cNvPicPr>
          <p:nvPr>
            <p:ph idx="1"/>
          </p:nvPr>
        </p:nvPicPr>
        <p:blipFill>
          <a:blip r:embed="rId3"/>
          <a:stretch>
            <a:fillRect/>
          </a:stretch>
        </p:blipFill>
        <p:spPr>
          <a:xfrm>
            <a:off x="1323832" y="0"/>
            <a:ext cx="9859226" cy="6870189"/>
          </a:xfrm>
        </p:spPr>
      </p:pic>
    </p:spTree>
    <p:extLst>
      <p:ext uri="{BB962C8B-B14F-4D97-AF65-F5344CB8AC3E}">
        <p14:creationId xmlns:p14="http://schemas.microsoft.com/office/powerpoint/2010/main" val="1274526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1ECDF-B13A-3AD2-6CC8-29B007D45BA4}"/>
              </a:ext>
            </a:extLst>
          </p:cNvPr>
          <p:cNvSpPr>
            <a:spLocks noGrp="1"/>
          </p:cNvSpPr>
          <p:nvPr>
            <p:ph type="title"/>
          </p:nvPr>
        </p:nvSpPr>
        <p:spPr/>
        <p:txBody>
          <a:bodyPr/>
          <a:lstStyle/>
          <a:p>
            <a:r>
              <a:rPr lang="en-US" dirty="0"/>
              <a:t>Preliminary Analyses &amp; Evaluations </a:t>
            </a:r>
          </a:p>
        </p:txBody>
      </p:sp>
      <p:sp>
        <p:nvSpPr>
          <p:cNvPr id="3" name="Content Placeholder 2">
            <a:extLst>
              <a:ext uri="{FF2B5EF4-FFF2-40B4-BE49-F238E27FC236}">
                <a16:creationId xmlns:a16="http://schemas.microsoft.com/office/drawing/2014/main" id="{16401711-F042-459E-D37E-22C62CDF8935}"/>
              </a:ext>
            </a:extLst>
          </p:cNvPr>
          <p:cNvSpPr>
            <a:spLocks noGrp="1"/>
          </p:cNvSpPr>
          <p:nvPr>
            <p:ph idx="1"/>
          </p:nvPr>
        </p:nvSpPr>
        <p:spPr>
          <a:xfrm>
            <a:off x="838200" y="1453666"/>
            <a:ext cx="10515600" cy="3465468"/>
          </a:xfrm>
        </p:spPr>
        <p:txBody>
          <a:bodyPr/>
          <a:lstStyle/>
          <a:p>
            <a:pPr marL="0" indent="0">
              <a:buNone/>
            </a:pPr>
            <a:r>
              <a:rPr lang="en-US" b="1" dirty="0"/>
              <a:t>Critical Task Identification: </a:t>
            </a:r>
          </a:p>
          <a:p>
            <a:r>
              <a:rPr lang="en-US" dirty="0"/>
              <a:t>Task Analysis</a:t>
            </a:r>
          </a:p>
          <a:p>
            <a:r>
              <a:rPr lang="en-US" dirty="0"/>
              <a:t>User Failure Modes Effects Analysis (</a:t>
            </a:r>
            <a:r>
              <a:rPr lang="en-US" dirty="0" err="1"/>
              <a:t>uFMEA</a:t>
            </a:r>
            <a:r>
              <a:rPr lang="en-US" dirty="0"/>
              <a:t>)</a:t>
            </a:r>
          </a:p>
          <a:p>
            <a:pPr lvl="1"/>
            <a:r>
              <a:rPr lang="en-US" dirty="0"/>
              <a:t>Refine task analysis through </a:t>
            </a:r>
            <a:r>
              <a:rPr lang="en-US" dirty="0" err="1"/>
              <a:t>uFMEA</a:t>
            </a:r>
            <a:endParaRPr lang="en-US" dirty="0"/>
          </a:p>
          <a:p>
            <a:pPr lvl="1"/>
            <a:r>
              <a:rPr lang="en-US" dirty="0"/>
              <a:t>A team brainstorm with specialists from relevant areas.</a:t>
            </a:r>
          </a:p>
          <a:p>
            <a:r>
              <a:rPr lang="en-US" dirty="0"/>
              <a:t>Fault Tree Analysis (FTA)</a:t>
            </a:r>
          </a:p>
          <a:p>
            <a:r>
              <a:rPr lang="en-US" dirty="0"/>
              <a:t>Design &amp; Execute Formative Evaluations</a:t>
            </a:r>
          </a:p>
        </p:txBody>
      </p:sp>
    </p:spTree>
    <p:extLst>
      <p:ext uri="{BB962C8B-B14F-4D97-AF65-F5344CB8AC3E}">
        <p14:creationId xmlns:p14="http://schemas.microsoft.com/office/powerpoint/2010/main" val="3620586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DEFC594-8640-1C1A-1357-F444AF5AA7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F7306-E113-FCC8-5D50-0593814EA548}"/>
              </a:ext>
            </a:extLst>
          </p:cNvPr>
          <p:cNvSpPr>
            <a:spLocks noGrp="1"/>
          </p:cNvSpPr>
          <p:nvPr>
            <p:ph type="title"/>
          </p:nvPr>
        </p:nvSpPr>
        <p:spPr/>
        <p:txBody>
          <a:bodyPr/>
          <a:lstStyle/>
          <a:p>
            <a:r>
              <a:rPr lang="en-US" dirty="0"/>
              <a:t>Section 4:  HFE / UE as Risk Mitigation</a:t>
            </a:r>
          </a:p>
        </p:txBody>
      </p:sp>
      <p:sp>
        <p:nvSpPr>
          <p:cNvPr id="3" name="Content Placeholder 2">
            <a:extLst>
              <a:ext uri="{FF2B5EF4-FFF2-40B4-BE49-F238E27FC236}">
                <a16:creationId xmlns:a16="http://schemas.microsoft.com/office/drawing/2014/main" id="{EF4C3299-A5F5-E9EF-6C32-AD1F4F1E4898}"/>
              </a:ext>
            </a:extLst>
          </p:cNvPr>
          <p:cNvSpPr>
            <a:spLocks noGrp="1"/>
          </p:cNvSpPr>
          <p:nvPr>
            <p:ph idx="1"/>
          </p:nvPr>
        </p:nvSpPr>
        <p:spPr>
          <a:xfrm>
            <a:off x="838200" y="1514475"/>
            <a:ext cx="10515600" cy="4872038"/>
          </a:xfrm>
        </p:spPr>
        <p:txBody>
          <a:bodyPr/>
          <a:lstStyle/>
          <a:p>
            <a:pPr marL="0" indent="0">
              <a:buNone/>
            </a:pPr>
            <a:r>
              <a:rPr lang="en-US" dirty="0"/>
              <a:t>Human Factors Engineering/ Usability Engineering is used to mitigate design-related problems that contribute to unsafe use.</a:t>
            </a:r>
          </a:p>
          <a:p>
            <a:pPr marL="0" indent="0">
              <a:buNone/>
            </a:pPr>
            <a:r>
              <a:rPr lang="en-US" sz="2000" dirty="0"/>
              <a:t>Use-related hazards are related to one or more of the following situations:</a:t>
            </a:r>
            <a:endParaRPr lang="en-US" dirty="0">
              <a:effectLst/>
              <a:latin typeface="Times New Roman" panose="02020603050405020304" pitchFamily="18" charset="0"/>
            </a:endParaRPr>
          </a:p>
          <a:p>
            <a:r>
              <a:rPr lang="en-US" sz="2000" dirty="0">
                <a:effectLst/>
                <a:latin typeface="Times New Roman" panose="02020603050405020304" pitchFamily="18" charset="0"/>
              </a:rPr>
              <a:t>Device use requires physical, perceptual, or cognitive abilities that exceed the abilities of the user;</a:t>
            </a:r>
          </a:p>
          <a:p>
            <a:r>
              <a:rPr lang="en-US" sz="2000" dirty="0">
                <a:effectLst/>
                <a:latin typeface="Times New Roman" panose="02020603050405020304" pitchFamily="18" charset="0"/>
              </a:rPr>
              <a:t>Device use is inconsistent with the user’s expectations or intuition about device operation; </a:t>
            </a:r>
          </a:p>
          <a:p>
            <a:r>
              <a:rPr lang="en-US" sz="2000" dirty="0">
                <a:effectLst/>
                <a:latin typeface="Times New Roman" panose="02020603050405020304" pitchFamily="18" charset="0"/>
              </a:rPr>
              <a:t>The use environment affects operation of the device and this effect is not recognized or understood by the user; </a:t>
            </a:r>
          </a:p>
          <a:p>
            <a:r>
              <a:rPr lang="en-US" sz="2000" dirty="0">
                <a:effectLst/>
                <a:latin typeface="Times New Roman" panose="02020603050405020304" pitchFamily="18" charset="0"/>
              </a:rPr>
              <a:t>The particular use environment impairs the user’s physical, perceptual, or cognitive capabilities when using the device; </a:t>
            </a:r>
          </a:p>
          <a:p>
            <a:r>
              <a:rPr lang="en-US" sz="2000" dirty="0">
                <a:effectLst/>
                <a:latin typeface="Times New Roman" panose="02020603050405020304" pitchFamily="18" charset="0"/>
              </a:rPr>
              <a:t>Devices are used in ways that the manufacturer could have anticipated but did not consider; or </a:t>
            </a:r>
          </a:p>
          <a:p>
            <a:r>
              <a:rPr lang="en-US" sz="2000" dirty="0">
                <a:effectLst/>
                <a:latin typeface="Times New Roman" panose="02020603050405020304" pitchFamily="18" charset="0"/>
              </a:rPr>
              <a:t>Devices are used in ways that were anticipated but inappropriate (e.g., inappropriate user habits) and for which risk elimination or reduction could have been applied but was not. </a:t>
            </a:r>
          </a:p>
          <a:p>
            <a:endParaRPr lang="en-US" dirty="0"/>
          </a:p>
        </p:txBody>
      </p:sp>
    </p:spTree>
    <p:extLst>
      <p:ext uri="{BB962C8B-B14F-4D97-AF65-F5344CB8AC3E}">
        <p14:creationId xmlns:p14="http://schemas.microsoft.com/office/powerpoint/2010/main" val="13868141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4995</TotalTime>
  <Words>2932</Words>
  <Application>Microsoft Macintosh PowerPoint</Application>
  <PresentationFormat>Widescreen</PresentationFormat>
  <Paragraphs>385</Paragraphs>
  <Slides>28</Slides>
  <Notes>22</Notes>
  <HiddenSlides>10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Aptos Display</vt:lpstr>
      <vt:lpstr>Arial</vt:lpstr>
      <vt:lpstr>Calibri</vt:lpstr>
      <vt:lpstr>Courier New</vt:lpstr>
      <vt:lpstr>Helvetica</vt:lpstr>
      <vt:lpstr>Times New Roman</vt:lpstr>
      <vt:lpstr>Office Theme</vt:lpstr>
      <vt:lpstr>FDA Guidance:  Applying Human Factors and Usability Engineering to Medical Devices</vt:lpstr>
      <vt:lpstr>Agenda</vt:lpstr>
      <vt:lpstr>What is this guidance for?  </vt:lpstr>
      <vt:lpstr>FDA &amp; Human Factors History</vt:lpstr>
      <vt:lpstr>Document Structure</vt:lpstr>
      <vt:lpstr>Types of Risk</vt:lpstr>
      <vt:lpstr>HFE / UE as Risk Management</vt:lpstr>
      <vt:lpstr>Steps to conducting an HF/UE Analysis</vt:lpstr>
      <vt:lpstr>Step 1.1 Identify: Use Specification </vt:lpstr>
      <vt:lpstr>Step 1.2 Identify: Known Issues</vt:lpstr>
      <vt:lpstr>Step 1.3 Identify: Critical Tasks</vt:lpstr>
      <vt:lpstr>Step 2.1 Formative Usability Process</vt:lpstr>
      <vt:lpstr>Step 2.2 Eliminate or Reduce Risks  Using HF recommendations</vt:lpstr>
      <vt:lpstr>Step 3: HF Validation testing</vt:lpstr>
      <vt:lpstr>Review: Steps 1-3  conducting an HF/UE Analysis</vt:lpstr>
      <vt:lpstr>Final Steps</vt:lpstr>
      <vt:lpstr>PowerPoint Presentation</vt:lpstr>
      <vt:lpstr>PowerPoint Presentation</vt:lpstr>
      <vt:lpstr>PowerPoint Presentation</vt:lpstr>
      <vt:lpstr>References</vt:lpstr>
      <vt:lpstr>Step 2.2 Eliminate or Reduce Risks HF recommendations</vt:lpstr>
      <vt:lpstr>Common HF Approaches</vt:lpstr>
      <vt:lpstr>Step 1.1: Identify Device Users </vt:lpstr>
      <vt:lpstr>Steps to HFE/UE Analysis Sections 5-9</vt:lpstr>
      <vt:lpstr>Steps to HF/UE Analysis</vt:lpstr>
      <vt:lpstr>PowerPoint Presentation</vt:lpstr>
      <vt:lpstr>Preliminary Analyses &amp; Evaluations </vt:lpstr>
      <vt:lpstr>Section 4:  HFE / UE as Risk Mitigation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Hazard, Mary (haza1655@vandals.uidaho.edu)</dc:creator>
  <cp:lastModifiedBy>Hazard, Mary (haza1655@vandals.uidaho.edu)</cp:lastModifiedBy>
  <cp:revision>4</cp:revision>
  <dcterms:created xsi:type="dcterms:W3CDTF">2025-01-15T17:50:31Z</dcterms:created>
  <dcterms:modified xsi:type="dcterms:W3CDTF">2025-01-23T00:41:02Z</dcterms:modified>
</cp:coreProperties>
</file>