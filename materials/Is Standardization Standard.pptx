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1" r:id="rId3"/>
    <p:sldId id="270" r:id="rId4"/>
    <p:sldId id="277" r:id="rId5"/>
    <p:sldId id="274" r:id="rId6"/>
    <p:sldId id="276" r:id="rId7"/>
    <p:sldId id="275" r:id="rId8"/>
    <p:sldId id="272" r:id="rId9"/>
    <p:sldId id="278" r:id="rId10"/>
    <p:sldId id="281" r:id="rId11"/>
    <p:sldId id="282" r:id="rId12"/>
    <p:sldId id="273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78CA2D-798F-E2F8-CC24-33801832EFBE}" v="964" dt="2025-01-25T03:51:07.855"/>
    <p1510:client id="{B210E8C3-307F-3B32-EB2B-230DEB9B2EAE}" v="288" dt="2025-01-26T17:53:40.791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3447" autoAdjust="0"/>
  </p:normalViewPr>
  <p:slideViewPr>
    <p:cSldViewPr>
      <p:cViewPr varScale="1"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5" d="100"/>
          <a:sy n="95" d="100"/>
        </p:scale>
        <p:origin x="358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nandez, Elsy (hern1883@vandals.uidaho.edu)" userId="S::hern1883@vandals.uidaho.edu::67b8ef22-2178-4f86-8cca-e21441e32c53" providerId="AD" clId="Web-{3C78CA2D-798F-E2F8-CC24-33801832EFBE}"/>
    <pc:docChg chg="addSld delSld modSld sldOrd">
      <pc:chgData name="Hernandez, Elsy (hern1883@vandals.uidaho.edu)" userId="S::hern1883@vandals.uidaho.edu::67b8ef22-2178-4f86-8cca-e21441e32c53" providerId="AD" clId="Web-{3C78CA2D-798F-E2F8-CC24-33801832EFBE}" dt="2025-01-25T04:04:43.605" v="7117"/>
      <pc:docMkLst>
        <pc:docMk/>
      </pc:docMkLst>
      <pc:sldChg chg="modNotes">
        <pc:chgData name="Hernandez, Elsy (hern1883@vandals.uidaho.edu)" userId="S::hern1883@vandals.uidaho.edu::67b8ef22-2178-4f86-8cca-e21441e32c53" providerId="AD" clId="Web-{3C78CA2D-798F-E2F8-CC24-33801832EFBE}" dt="2025-01-24T02:54:06.638" v="1057"/>
        <pc:sldMkLst>
          <pc:docMk/>
          <pc:sldMk cId="2142729111" sldId="256"/>
        </pc:sldMkLst>
      </pc:sldChg>
      <pc:sldChg chg="del">
        <pc:chgData name="Hernandez, Elsy (hern1883@vandals.uidaho.edu)" userId="S::hern1883@vandals.uidaho.edu::67b8ef22-2178-4f86-8cca-e21441e32c53" providerId="AD" clId="Web-{3C78CA2D-798F-E2F8-CC24-33801832EFBE}" dt="2025-01-23T02:41:46.303" v="42"/>
        <pc:sldMkLst>
          <pc:docMk/>
          <pc:sldMk cId="1900486290" sldId="258"/>
        </pc:sldMkLst>
      </pc:sldChg>
      <pc:sldChg chg="del">
        <pc:chgData name="Hernandez, Elsy (hern1883@vandals.uidaho.edu)" userId="S::hern1883@vandals.uidaho.edu::67b8ef22-2178-4f86-8cca-e21441e32c53" providerId="AD" clId="Web-{3C78CA2D-798F-E2F8-CC24-33801832EFBE}" dt="2025-01-23T02:41:48.288" v="43"/>
        <pc:sldMkLst>
          <pc:docMk/>
          <pc:sldMk cId="1180589104" sldId="259"/>
        </pc:sldMkLst>
      </pc:sldChg>
      <pc:sldChg chg="del">
        <pc:chgData name="Hernandez, Elsy (hern1883@vandals.uidaho.edu)" userId="S::hern1883@vandals.uidaho.edu::67b8ef22-2178-4f86-8cca-e21441e32c53" providerId="AD" clId="Web-{3C78CA2D-798F-E2F8-CC24-33801832EFBE}" dt="2025-01-23T02:41:49.803" v="44"/>
        <pc:sldMkLst>
          <pc:docMk/>
          <pc:sldMk cId="2426022026" sldId="260"/>
        </pc:sldMkLst>
      </pc:sldChg>
      <pc:sldChg chg="modNotes">
        <pc:chgData name="Hernandez, Elsy (hern1883@vandals.uidaho.edu)" userId="S::hern1883@vandals.uidaho.edu::67b8ef22-2178-4f86-8cca-e21441e32c53" providerId="AD" clId="Web-{3C78CA2D-798F-E2F8-CC24-33801832EFBE}" dt="2025-01-24T03:21:17.586" v="1241"/>
        <pc:sldMkLst>
          <pc:docMk/>
          <pc:sldMk cId="3274912743" sldId="270"/>
        </pc:sldMkLst>
      </pc:sldChg>
      <pc:sldChg chg="modSp modNotes">
        <pc:chgData name="Hernandez, Elsy (hern1883@vandals.uidaho.edu)" userId="S::hern1883@vandals.uidaho.edu::67b8ef22-2178-4f86-8cca-e21441e32c53" providerId="AD" clId="Web-{3C78CA2D-798F-E2F8-CC24-33801832EFBE}" dt="2025-01-24T03:13:11.457" v="1081"/>
        <pc:sldMkLst>
          <pc:docMk/>
          <pc:sldMk cId="743595400" sldId="271"/>
        </pc:sldMkLst>
        <pc:spChg chg="mod">
          <ac:chgData name="Hernandez, Elsy (hern1883@vandals.uidaho.edu)" userId="S::hern1883@vandals.uidaho.edu::67b8ef22-2178-4f86-8cca-e21441e32c53" providerId="AD" clId="Web-{3C78CA2D-798F-E2F8-CC24-33801832EFBE}" dt="2025-01-23T01:41:20.448" v="15" actId="20577"/>
          <ac:spMkLst>
            <pc:docMk/>
            <pc:sldMk cId="743595400" sldId="271"/>
            <ac:spMk id="2" creationId="{016C0DF2-8F66-1596-618A-F8327B685CCE}"/>
          </ac:spMkLst>
        </pc:spChg>
        <pc:spChg chg="mod">
          <ac:chgData name="Hernandez, Elsy (hern1883@vandals.uidaho.edu)" userId="S::hern1883@vandals.uidaho.edu::67b8ef22-2178-4f86-8cca-e21441e32c53" providerId="AD" clId="Web-{3C78CA2D-798F-E2F8-CC24-33801832EFBE}" dt="2025-01-24T02:09:00.152" v="983" actId="20577"/>
          <ac:spMkLst>
            <pc:docMk/>
            <pc:sldMk cId="743595400" sldId="271"/>
            <ac:spMk id="3" creationId="{EB834DA6-048B-19B2-93B7-A4037E93580A}"/>
          </ac:spMkLst>
        </pc:spChg>
        <pc:spChg chg="mod">
          <ac:chgData name="Hernandez, Elsy (hern1883@vandals.uidaho.edu)" userId="S::hern1883@vandals.uidaho.edu::67b8ef22-2178-4f86-8cca-e21441e32c53" providerId="AD" clId="Web-{3C78CA2D-798F-E2F8-CC24-33801832EFBE}" dt="2025-01-24T00:58:32.484" v="467" actId="1076"/>
          <ac:spMkLst>
            <pc:docMk/>
            <pc:sldMk cId="743595400" sldId="271"/>
            <ac:spMk id="4" creationId="{23FD57F2-FF8A-612F-0674-0CA1C812F2DB}"/>
          </ac:spMkLst>
        </pc:spChg>
      </pc:sldChg>
      <pc:sldChg chg="modSp modNotes">
        <pc:chgData name="Hernandez, Elsy (hern1883@vandals.uidaho.edu)" userId="S::hern1883@vandals.uidaho.edu::67b8ef22-2178-4f86-8cca-e21441e32c53" providerId="AD" clId="Web-{3C78CA2D-798F-E2F8-CC24-33801832EFBE}" dt="2025-01-24T04:43:55.081" v="4309"/>
        <pc:sldMkLst>
          <pc:docMk/>
          <pc:sldMk cId="3115020261" sldId="272"/>
        </pc:sldMkLst>
        <pc:spChg chg="mod">
          <ac:chgData name="Hernandez, Elsy (hern1883@vandals.uidaho.edu)" userId="S::hern1883@vandals.uidaho.edu::67b8ef22-2178-4f86-8cca-e21441e32c53" providerId="AD" clId="Web-{3C78CA2D-798F-E2F8-CC24-33801832EFBE}" dt="2025-01-23T04:01:48.936" v="465" actId="20577"/>
          <ac:spMkLst>
            <pc:docMk/>
            <pc:sldMk cId="3115020261" sldId="272"/>
            <ac:spMk id="2" creationId="{00000000-0000-0000-0000-000000000000}"/>
          </ac:spMkLst>
        </pc:spChg>
      </pc:sldChg>
      <pc:sldChg chg="modSp">
        <pc:chgData name="Hernandez, Elsy (hern1883@vandals.uidaho.edu)" userId="S::hern1883@vandals.uidaho.edu::67b8ef22-2178-4f86-8cca-e21441e32c53" providerId="AD" clId="Web-{3C78CA2D-798F-E2F8-CC24-33801832EFBE}" dt="2025-01-25T02:10:15.041" v="4915" actId="20577"/>
        <pc:sldMkLst>
          <pc:docMk/>
          <pc:sldMk cId="731559235" sldId="273"/>
        </pc:sldMkLst>
        <pc:spChg chg="mod">
          <ac:chgData name="Hernandez, Elsy (hern1883@vandals.uidaho.edu)" userId="S::hern1883@vandals.uidaho.edu::67b8ef22-2178-4f86-8cca-e21441e32c53" providerId="AD" clId="Web-{3C78CA2D-798F-E2F8-CC24-33801832EFBE}" dt="2025-01-25T02:10:15.041" v="4915" actId="20577"/>
          <ac:spMkLst>
            <pc:docMk/>
            <pc:sldMk cId="731559235" sldId="273"/>
            <ac:spMk id="3" creationId="{00000000-0000-0000-0000-000000000000}"/>
          </ac:spMkLst>
        </pc:spChg>
      </pc:sldChg>
      <pc:sldChg chg="modNotes">
        <pc:chgData name="Hernandez, Elsy (hern1883@vandals.uidaho.edu)" userId="S::hern1883@vandals.uidaho.edu::67b8ef22-2178-4f86-8cca-e21441e32c53" providerId="AD" clId="Web-{3C78CA2D-798F-E2F8-CC24-33801832EFBE}" dt="2025-01-24T03:39:50.778" v="2202"/>
        <pc:sldMkLst>
          <pc:docMk/>
          <pc:sldMk cId="4261213284" sldId="274"/>
        </pc:sldMkLst>
      </pc:sldChg>
      <pc:sldChg chg="modNotes">
        <pc:chgData name="Hernandez, Elsy (hern1883@vandals.uidaho.edu)" userId="S::hern1883@vandals.uidaho.edu::67b8ef22-2178-4f86-8cca-e21441e32c53" providerId="AD" clId="Web-{3C78CA2D-798F-E2F8-CC24-33801832EFBE}" dt="2025-01-24T04:12:08.331" v="3382"/>
        <pc:sldMkLst>
          <pc:docMk/>
          <pc:sldMk cId="110476128" sldId="275"/>
        </pc:sldMkLst>
      </pc:sldChg>
      <pc:sldChg chg="modNotes">
        <pc:chgData name="Hernandez, Elsy (hern1883@vandals.uidaho.edu)" userId="S::hern1883@vandals.uidaho.edu::67b8ef22-2178-4f86-8cca-e21441e32c53" providerId="AD" clId="Web-{3C78CA2D-798F-E2F8-CC24-33801832EFBE}" dt="2025-01-24T03:52:36.711" v="2675"/>
        <pc:sldMkLst>
          <pc:docMk/>
          <pc:sldMk cId="3878898137" sldId="276"/>
        </pc:sldMkLst>
      </pc:sldChg>
      <pc:sldChg chg="modNotes">
        <pc:chgData name="Hernandez, Elsy (hern1883@vandals.uidaho.edu)" userId="S::hern1883@vandals.uidaho.edu::67b8ef22-2178-4f86-8cca-e21441e32c53" providerId="AD" clId="Web-{3C78CA2D-798F-E2F8-CC24-33801832EFBE}" dt="2025-01-24T03:31:17.193" v="1893"/>
        <pc:sldMkLst>
          <pc:docMk/>
          <pc:sldMk cId="3609731872" sldId="277"/>
        </pc:sldMkLst>
      </pc:sldChg>
      <pc:sldChg chg="modSp modNotes">
        <pc:chgData name="Hernandez, Elsy (hern1883@vandals.uidaho.edu)" userId="S::hern1883@vandals.uidaho.edu::67b8ef22-2178-4f86-8cca-e21441e32c53" providerId="AD" clId="Web-{3C78CA2D-798F-E2F8-CC24-33801832EFBE}" dt="2025-01-25T01:39:32.184" v="4608"/>
        <pc:sldMkLst>
          <pc:docMk/>
          <pc:sldMk cId="2845157455" sldId="278"/>
        </pc:sldMkLst>
        <pc:spChg chg="mod">
          <ac:chgData name="Hernandez, Elsy (hern1883@vandals.uidaho.edu)" userId="S::hern1883@vandals.uidaho.edu::67b8ef22-2178-4f86-8cca-e21441e32c53" providerId="AD" clId="Web-{3C78CA2D-798F-E2F8-CC24-33801832EFBE}" dt="2025-01-23T01:52:59.036" v="38" actId="20577"/>
          <ac:spMkLst>
            <pc:docMk/>
            <pc:sldMk cId="2845157455" sldId="278"/>
            <ac:spMk id="2" creationId="{00000000-0000-0000-0000-000000000000}"/>
          </ac:spMkLst>
        </pc:spChg>
        <pc:spChg chg="mod">
          <ac:chgData name="Hernandez, Elsy (hern1883@vandals.uidaho.edu)" userId="S::hern1883@vandals.uidaho.edu::67b8ef22-2178-4f86-8cca-e21441e32c53" providerId="AD" clId="Web-{3C78CA2D-798F-E2F8-CC24-33801832EFBE}" dt="2025-01-23T02:41:21.942" v="41" actId="20577"/>
          <ac:spMkLst>
            <pc:docMk/>
            <pc:sldMk cId="2845157455" sldId="278"/>
            <ac:spMk id="3" creationId="{00000000-0000-0000-0000-000000000000}"/>
          </ac:spMkLst>
        </pc:spChg>
      </pc:sldChg>
      <pc:sldChg chg="addSp delSp modSp new del ord modTransition addAnim delAnim">
        <pc:chgData name="Hernandez, Elsy (hern1883@vandals.uidaho.edu)" userId="S::hern1883@vandals.uidaho.edu::67b8ef22-2178-4f86-8cca-e21441e32c53" providerId="AD" clId="Web-{3C78CA2D-798F-E2F8-CC24-33801832EFBE}" dt="2025-01-23T03:23:58.122" v="257"/>
        <pc:sldMkLst>
          <pc:docMk/>
          <pc:sldMk cId="3461940871" sldId="279"/>
        </pc:sldMkLst>
        <pc:spChg chg="mod">
          <ac:chgData name="Hernandez, Elsy (hern1883@vandals.uidaho.edu)" userId="S::hern1883@vandals.uidaho.edu::67b8ef22-2178-4f86-8cca-e21441e32c53" providerId="AD" clId="Web-{3C78CA2D-798F-E2F8-CC24-33801832EFBE}" dt="2025-01-23T02:49:10.815" v="60" actId="20577"/>
          <ac:spMkLst>
            <pc:docMk/>
            <pc:sldMk cId="3461940871" sldId="279"/>
            <ac:spMk id="2" creationId="{EE1D1F17-2488-740F-AA72-EB9B20E103CA}"/>
          </ac:spMkLst>
        </pc:spChg>
        <pc:picChg chg="add mod ord modCrop">
          <ac:chgData name="Hernandez, Elsy (hern1883@vandals.uidaho.edu)" userId="S::hern1883@vandals.uidaho.edu::67b8ef22-2178-4f86-8cca-e21441e32c53" providerId="AD" clId="Web-{3C78CA2D-798F-E2F8-CC24-33801832EFBE}" dt="2025-01-23T03:20:21.062" v="243" actId="1076"/>
          <ac:picMkLst>
            <pc:docMk/>
            <pc:sldMk cId="3461940871" sldId="279"/>
            <ac:picMk id="3" creationId="{61559862-81E0-30AE-7F6C-AF1872B48D8E}"/>
          </ac:picMkLst>
        </pc:picChg>
        <pc:picChg chg="add del mod ord modCrop">
          <ac:chgData name="Hernandez, Elsy (hern1883@vandals.uidaho.edu)" userId="S::hern1883@vandals.uidaho.edu::67b8ef22-2178-4f86-8cca-e21441e32c53" providerId="AD" clId="Web-{3C78CA2D-798F-E2F8-CC24-33801832EFBE}" dt="2025-01-23T03:15:31.466" v="208"/>
          <ac:picMkLst>
            <pc:docMk/>
            <pc:sldMk cId="3461940871" sldId="279"/>
            <ac:picMk id="4" creationId="{C8AE576A-59D7-6742-E287-6FC228233052}"/>
          </ac:picMkLst>
        </pc:picChg>
        <pc:picChg chg="add del mod ord modCrop">
          <ac:chgData name="Hernandez, Elsy (hern1883@vandals.uidaho.edu)" userId="S::hern1883@vandals.uidaho.edu::67b8ef22-2178-4f86-8cca-e21441e32c53" providerId="AD" clId="Web-{3C78CA2D-798F-E2F8-CC24-33801832EFBE}" dt="2025-01-23T03:15:33.560" v="209"/>
          <ac:picMkLst>
            <pc:docMk/>
            <pc:sldMk cId="3461940871" sldId="279"/>
            <ac:picMk id="5" creationId="{FA40873B-677B-5FAE-DD31-C5BBC0427CD3}"/>
          </ac:picMkLst>
        </pc:picChg>
        <pc:picChg chg="add del mod ord modCrop">
          <ac:chgData name="Hernandez, Elsy (hern1883@vandals.uidaho.edu)" userId="S::hern1883@vandals.uidaho.edu::67b8ef22-2178-4f86-8cca-e21441e32c53" providerId="AD" clId="Web-{3C78CA2D-798F-E2F8-CC24-33801832EFBE}" dt="2025-01-23T03:15:29.638" v="207"/>
          <ac:picMkLst>
            <pc:docMk/>
            <pc:sldMk cId="3461940871" sldId="279"/>
            <ac:picMk id="6" creationId="{D15717F9-FB9D-8216-D9ED-E608F075A2F8}"/>
          </ac:picMkLst>
        </pc:picChg>
        <pc:picChg chg="add mod modCrop">
          <ac:chgData name="Hernandez, Elsy (hern1883@vandals.uidaho.edu)" userId="S::hern1883@vandals.uidaho.edu::67b8ef22-2178-4f86-8cca-e21441e32c53" providerId="AD" clId="Web-{3C78CA2D-798F-E2F8-CC24-33801832EFBE}" dt="2025-01-23T03:20:04.749" v="240" actId="1076"/>
          <ac:picMkLst>
            <pc:docMk/>
            <pc:sldMk cId="3461940871" sldId="279"/>
            <ac:picMk id="7" creationId="{2A01854C-B2DF-968A-0190-504A49E8D49F}"/>
          </ac:picMkLst>
        </pc:picChg>
      </pc:sldChg>
      <pc:sldChg chg="addSp delSp modSp add del mod replId modClrScheme addAnim delAnim chgLayout">
        <pc:chgData name="Hernandez, Elsy (hern1883@vandals.uidaho.edu)" userId="S::hern1883@vandals.uidaho.edu::67b8ef22-2178-4f86-8cca-e21441e32c53" providerId="AD" clId="Web-{3C78CA2D-798F-E2F8-CC24-33801832EFBE}" dt="2025-01-23T03:59:44.975" v="461"/>
        <pc:sldMkLst>
          <pc:docMk/>
          <pc:sldMk cId="3976826199" sldId="280"/>
        </pc:sldMkLst>
        <pc:spChg chg="mod ord">
          <ac:chgData name="Hernandez, Elsy (hern1883@vandals.uidaho.edu)" userId="S::hern1883@vandals.uidaho.edu::67b8ef22-2178-4f86-8cca-e21441e32c53" providerId="AD" clId="Web-{3C78CA2D-798F-E2F8-CC24-33801832EFBE}" dt="2025-01-23T03:37:44.111" v="279"/>
          <ac:spMkLst>
            <pc:docMk/>
            <pc:sldMk cId="3976826199" sldId="280"/>
            <ac:spMk id="2" creationId="{EE1D1F17-2488-740F-AA72-EB9B20E103CA}"/>
          </ac:spMkLst>
        </pc:spChg>
        <pc:spChg chg="add del mod ord">
          <ac:chgData name="Hernandez, Elsy (hern1883@vandals.uidaho.edu)" userId="S::hern1883@vandals.uidaho.edu::67b8ef22-2178-4f86-8cca-e21441e32c53" providerId="AD" clId="Web-{3C78CA2D-798F-E2F8-CC24-33801832EFBE}" dt="2025-01-23T03:37:44.111" v="279"/>
          <ac:spMkLst>
            <pc:docMk/>
            <pc:sldMk cId="3976826199" sldId="280"/>
            <ac:spMk id="12" creationId="{DB09B6A2-5DCF-E222-B958-5B969690E12E}"/>
          </ac:spMkLst>
        </pc:spChg>
        <pc:spChg chg="add del mod ord">
          <ac:chgData name="Hernandez, Elsy (hern1883@vandals.uidaho.edu)" userId="S::hern1883@vandals.uidaho.edu::67b8ef22-2178-4f86-8cca-e21441e32c53" providerId="AD" clId="Web-{3C78CA2D-798F-E2F8-CC24-33801832EFBE}" dt="2025-01-23T03:37:44.111" v="279"/>
          <ac:spMkLst>
            <pc:docMk/>
            <pc:sldMk cId="3976826199" sldId="280"/>
            <ac:spMk id="13" creationId="{5002B911-F013-3EFC-D2B5-FA1948B49FDC}"/>
          </ac:spMkLst>
        </pc:spChg>
        <pc:picChg chg="del">
          <ac:chgData name="Hernandez, Elsy (hern1883@vandals.uidaho.edu)" userId="S::hern1883@vandals.uidaho.edu::67b8ef22-2178-4f86-8cca-e21441e32c53" providerId="AD" clId="Web-{3C78CA2D-798F-E2F8-CC24-33801832EFBE}" dt="2025-01-23T03:15:17.793" v="204"/>
          <ac:picMkLst>
            <pc:docMk/>
            <pc:sldMk cId="3976826199" sldId="280"/>
            <ac:picMk id="3" creationId="{61559862-81E0-30AE-7F6C-AF1872B48D8E}"/>
          </ac:picMkLst>
        </pc:picChg>
        <pc:picChg chg="del mod">
          <ac:chgData name="Hernandez, Elsy (hern1883@vandals.uidaho.edu)" userId="S::hern1883@vandals.uidaho.edu::67b8ef22-2178-4f86-8cca-e21441e32c53" providerId="AD" clId="Web-{3C78CA2D-798F-E2F8-CC24-33801832EFBE}" dt="2025-01-23T03:49:24.968" v="411"/>
          <ac:picMkLst>
            <pc:docMk/>
            <pc:sldMk cId="3976826199" sldId="280"/>
            <ac:picMk id="4" creationId="{C8AE576A-59D7-6742-E287-6FC228233052}"/>
          </ac:picMkLst>
        </pc:picChg>
        <pc:picChg chg="del mod">
          <ac:chgData name="Hernandez, Elsy (hern1883@vandals.uidaho.edu)" userId="S::hern1883@vandals.uidaho.edu::67b8ef22-2178-4f86-8cca-e21441e32c53" providerId="AD" clId="Web-{3C78CA2D-798F-E2F8-CC24-33801832EFBE}" dt="2025-01-23T03:53:15.091" v="433"/>
          <ac:picMkLst>
            <pc:docMk/>
            <pc:sldMk cId="3976826199" sldId="280"/>
            <ac:picMk id="5" creationId="{FA40873B-677B-5FAE-DD31-C5BBC0427CD3}"/>
          </ac:picMkLst>
        </pc:picChg>
        <pc:picChg chg="del mod modCrop">
          <ac:chgData name="Hernandez, Elsy (hern1883@vandals.uidaho.edu)" userId="S::hern1883@vandals.uidaho.edu::67b8ef22-2178-4f86-8cca-e21441e32c53" providerId="AD" clId="Web-{3C78CA2D-798F-E2F8-CC24-33801832EFBE}" dt="2025-01-23T03:49:23.249" v="410"/>
          <ac:picMkLst>
            <pc:docMk/>
            <pc:sldMk cId="3976826199" sldId="280"/>
            <ac:picMk id="6" creationId="{D15717F9-FB9D-8216-D9ED-E608F075A2F8}"/>
          </ac:picMkLst>
        </pc:picChg>
        <pc:picChg chg="del mod">
          <ac:chgData name="Hernandez, Elsy (hern1883@vandals.uidaho.edu)" userId="S::hern1883@vandals.uidaho.edu::67b8ef22-2178-4f86-8cca-e21441e32c53" providerId="AD" clId="Web-{3C78CA2D-798F-E2F8-CC24-33801832EFBE}" dt="2025-01-23T03:15:15.402" v="203"/>
          <ac:picMkLst>
            <pc:docMk/>
            <pc:sldMk cId="3976826199" sldId="280"/>
            <ac:picMk id="7" creationId="{2A01854C-B2DF-968A-0190-504A49E8D49F}"/>
          </ac:picMkLst>
        </pc:picChg>
        <pc:picChg chg="add mod ord">
          <ac:chgData name="Hernandez, Elsy (hern1883@vandals.uidaho.edu)" userId="S::hern1883@vandals.uidaho.edu::67b8ef22-2178-4f86-8cca-e21441e32c53" providerId="AD" clId="Web-{3C78CA2D-798F-E2F8-CC24-33801832EFBE}" dt="2025-01-23T03:46:05.736" v="351"/>
          <ac:picMkLst>
            <pc:docMk/>
            <pc:sldMk cId="3976826199" sldId="280"/>
            <ac:picMk id="9" creationId="{5D7A2C40-B65A-6B68-24B7-CC9DB577D0D8}"/>
          </ac:picMkLst>
        </pc:picChg>
        <pc:picChg chg="add mod ord">
          <ac:chgData name="Hernandez, Elsy (hern1883@vandals.uidaho.edu)" userId="S::hern1883@vandals.uidaho.edu::67b8ef22-2178-4f86-8cca-e21441e32c53" providerId="AD" clId="Web-{3C78CA2D-798F-E2F8-CC24-33801832EFBE}" dt="2025-01-23T03:46:05.830" v="355"/>
          <ac:picMkLst>
            <pc:docMk/>
            <pc:sldMk cId="3976826199" sldId="280"/>
            <ac:picMk id="11" creationId="{5CADA2AE-CA6B-29C0-76A0-927184EAFE02}"/>
          </ac:picMkLst>
        </pc:picChg>
      </pc:sldChg>
      <pc:sldChg chg="addSp delSp modSp new addAnim delAnim modAnim modNotes">
        <pc:chgData name="Hernandez, Elsy (hern1883@vandals.uidaho.edu)" userId="S::hern1883@vandals.uidaho.edu::67b8ef22-2178-4f86-8cca-e21441e32c53" providerId="AD" clId="Web-{3C78CA2D-798F-E2F8-CC24-33801832EFBE}" dt="2025-01-25T02:55:35.940" v="5642"/>
        <pc:sldMkLst>
          <pc:docMk/>
          <pc:sldMk cId="624329674" sldId="281"/>
        </pc:sldMkLst>
        <pc:spChg chg="mod">
          <ac:chgData name="Hernandez, Elsy (hern1883@vandals.uidaho.edu)" userId="S::hern1883@vandals.uidaho.edu::67b8ef22-2178-4f86-8cca-e21441e32c53" providerId="AD" clId="Web-{3C78CA2D-798F-E2F8-CC24-33801832EFBE}" dt="2025-01-23T03:47:31.429" v="377" actId="20577"/>
          <ac:spMkLst>
            <pc:docMk/>
            <pc:sldMk cId="624329674" sldId="281"/>
            <ac:spMk id="2" creationId="{E49C6E2E-8DCC-6F9A-6001-33751C8CC871}"/>
          </ac:spMkLst>
        </pc:spChg>
        <pc:spChg chg="mod">
          <ac:chgData name="Hernandez, Elsy (hern1883@vandals.uidaho.edu)" userId="S::hern1883@vandals.uidaho.edu::67b8ef22-2178-4f86-8cca-e21441e32c53" providerId="AD" clId="Web-{3C78CA2D-798F-E2F8-CC24-33801832EFBE}" dt="2025-01-25T02:09:33.867" v="4904" actId="20577"/>
          <ac:spMkLst>
            <pc:docMk/>
            <pc:sldMk cId="624329674" sldId="281"/>
            <ac:spMk id="3" creationId="{AE8FC628-1BF8-D961-D3DE-6895C3FAC70C}"/>
          </ac:spMkLst>
        </pc:spChg>
        <pc:picChg chg="add mod">
          <ac:chgData name="Hernandez, Elsy (hern1883@vandals.uidaho.edu)" userId="S::hern1883@vandals.uidaho.edu::67b8ef22-2178-4f86-8cca-e21441e32c53" providerId="AD" clId="Web-{3C78CA2D-798F-E2F8-CC24-33801832EFBE}" dt="2025-01-23T03:49:00.357" v="408" actId="1076"/>
          <ac:picMkLst>
            <pc:docMk/>
            <pc:sldMk cId="624329674" sldId="281"/>
            <ac:picMk id="5" creationId="{42E6D2BD-987B-3855-46E1-A7B299741E67}"/>
          </ac:picMkLst>
        </pc:picChg>
        <pc:picChg chg="add mod">
          <ac:chgData name="Hernandez, Elsy (hern1883@vandals.uidaho.edu)" userId="S::hern1883@vandals.uidaho.edu::67b8ef22-2178-4f86-8cca-e21441e32c53" providerId="AD" clId="Web-{3C78CA2D-798F-E2F8-CC24-33801832EFBE}" dt="2025-01-23T03:49:04.685" v="409" actId="1076"/>
          <ac:picMkLst>
            <pc:docMk/>
            <pc:sldMk cId="624329674" sldId="281"/>
            <ac:picMk id="7" creationId="{74D4EF31-0B10-FEAB-A200-24C6430BE20A}"/>
          </ac:picMkLst>
        </pc:picChg>
        <pc:picChg chg="add mod">
          <ac:chgData name="Hernandez, Elsy (hern1883@vandals.uidaho.edu)" userId="S::hern1883@vandals.uidaho.edu::67b8ef22-2178-4f86-8cca-e21441e32c53" providerId="AD" clId="Web-{3C78CA2D-798F-E2F8-CC24-33801832EFBE}" dt="2025-01-23T03:49:57.235" v="415" actId="1076"/>
          <ac:picMkLst>
            <pc:docMk/>
            <pc:sldMk cId="624329674" sldId="281"/>
            <ac:picMk id="9" creationId="{76F07BAF-A22D-03AF-7ABD-5749BE53E1A6}"/>
          </ac:picMkLst>
        </pc:picChg>
        <pc:picChg chg="add del mod">
          <ac:chgData name="Hernandez, Elsy (hern1883@vandals.uidaho.edu)" userId="S::hern1883@vandals.uidaho.edu::67b8ef22-2178-4f86-8cca-e21441e32c53" providerId="AD" clId="Web-{3C78CA2D-798F-E2F8-CC24-33801832EFBE}" dt="2025-01-23T03:55:20.974" v="444"/>
          <ac:picMkLst>
            <pc:docMk/>
            <pc:sldMk cId="624329674" sldId="281"/>
            <ac:picMk id="11" creationId="{3ECEC138-A1FA-8FD1-66AF-C1302782D127}"/>
          </ac:picMkLst>
        </pc:picChg>
        <pc:picChg chg="add del">
          <ac:chgData name="Hernandez, Elsy (hern1883@vandals.uidaho.edu)" userId="S::hern1883@vandals.uidaho.edu::67b8ef22-2178-4f86-8cca-e21441e32c53" providerId="AD" clId="Web-{3C78CA2D-798F-E2F8-CC24-33801832EFBE}" dt="2025-01-23T03:53:52.578" v="438"/>
          <ac:picMkLst>
            <pc:docMk/>
            <pc:sldMk cId="624329674" sldId="281"/>
            <ac:picMk id="13" creationId="{7BC897D8-C1D7-12F7-71F2-99B952370939}"/>
          </ac:picMkLst>
        </pc:picChg>
        <pc:picChg chg="add del mod">
          <ac:chgData name="Hernandez, Elsy (hern1883@vandals.uidaho.edu)" userId="S::hern1883@vandals.uidaho.edu::67b8ef22-2178-4f86-8cca-e21441e32c53" providerId="AD" clId="Web-{3C78CA2D-798F-E2F8-CC24-33801832EFBE}" dt="2025-01-23T03:56:26.181" v="448"/>
          <ac:picMkLst>
            <pc:docMk/>
            <pc:sldMk cId="624329674" sldId="281"/>
            <ac:picMk id="14" creationId="{2589F7E2-7446-F90E-158F-ACC40F8A36DF}"/>
          </ac:picMkLst>
        </pc:picChg>
        <pc:picChg chg="add mod">
          <ac:chgData name="Hernandez, Elsy (hern1883@vandals.uidaho.edu)" userId="S::hern1883@vandals.uidaho.edu::67b8ef22-2178-4f86-8cca-e21441e32c53" providerId="AD" clId="Web-{3C78CA2D-798F-E2F8-CC24-33801832EFBE}" dt="2025-01-23T03:59:09.520" v="459" actId="1076"/>
          <ac:picMkLst>
            <pc:docMk/>
            <pc:sldMk cId="624329674" sldId="281"/>
            <ac:picMk id="16" creationId="{B436D654-FA0D-FE09-C581-83C26FE7E081}"/>
          </ac:picMkLst>
        </pc:picChg>
        <pc:picChg chg="add mod">
          <ac:chgData name="Hernandez, Elsy (hern1883@vandals.uidaho.edu)" userId="S::hern1883@vandals.uidaho.edu::67b8ef22-2178-4f86-8cca-e21441e32c53" providerId="AD" clId="Web-{3C78CA2D-798F-E2F8-CC24-33801832EFBE}" dt="2025-01-23T03:59:22.520" v="460" actId="1076"/>
          <ac:picMkLst>
            <pc:docMk/>
            <pc:sldMk cId="624329674" sldId="281"/>
            <ac:picMk id="18" creationId="{C86BC1CF-03EB-21E2-8DBC-6F23EFAEF6F9}"/>
          </ac:picMkLst>
        </pc:picChg>
      </pc:sldChg>
      <pc:sldChg chg="modSp new del mod modClrScheme chgLayout">
        <pc:chgData name="Hernandez, Elsy (hern1883@vandals.uidaho.edu)" userId="S::hern1883@vandals.uidaho.edu::67b8ef22-2178-4f86-8cca-e21441e32c53" providerId="AD" clId="Web-{3C78CA2D-798F-E2F8-CC24-33801832EFBE}" dt="2025-01-23T03:36:41.389" v="277"/>
        <pc:sldMkLst>
          <pc:docMk/>
          <pc:sldMk cId="735990673" sldId="281"/>
        </pc:sldMkLst>
        <pc:spChg chg="mod ord">
          <ac:chgData name="Hernandez, Elsy (hern1883@vandals.uidaho.edu)" userId="S::hern1883@vandals.uidaho.edu::67b8ef22-2178-4f86-8cca-e21441e32c53" providerId="AD" clId="Web-{3C78CA2D-798F-E2F8-CC24-33801832EFBE}" dt="2025-01-23T03:36:36.248" v="276"/>
          <ac:spMkLst>
            <pc:docMk/>
            <pc:sldMk cId="735990673" sldId="281"/>
            <ac:spMk id="2" creationId="{A731E4D1-A3AE-3E09-AB32-49AA0458924D}"/>
          </ac:spMkLst>
        </pc:spChg>
        <pc:spChg chg="mod ord">
          <ac:chgData name="Hernandez, Elsy (hern1883@vandals.uidaho.edu)" userId="S::hern1883@vandals.uidaho.edu::67b8ef22-2178-4f86-8cca-e21441e32c53" providerId="AD" clId="Web-{3C78CA2D-798F-E2F8-CC24-33801832EFBE}" dt="2025-01-23T03:36:36.248" v="276"/>
          <ac:spMkLst>
            <pc:docMk/>
            <pc:sldMk cId="735990673" sldId="281"/>
            <ac:spMk id="3" creationId="{87D3C3D7-84C3-6439-C82A-139789EA7298}"/>
          </ac:spMkLst>
        </pc:spChg>
        <pc:spChg chg="mod ord">
          <ac:chgData name="Hernandez, Elsy (hern1883@vandals.uidaho.edu)" userId="S::hern1883@vandals.uidaho.edu::67b8ef22-2178-4f86-8cca-e21441e32c53" providerId="AD" clId="Web-{3C78CA2D-798F-E2F8-CC24-33801832EFBE}" dt="2025-01-23T03:36:36.248" v="276"/>
          <ac:spMkLst>
            <pc:docMk/>
            <pc:sldMk cId="735990673" sldId="281"/>
            <ac:spMk id="4" creationId="{89A8B1EC-864B-755A-C2CD-C594A2A7BDD5}"/>
          </ac:spMkLst>
        </pc:spChg>
      </pc:sldChg>
      <pc:sldChg chg="addSp delSp modSp new del mod modClrScheme addAnim chgLayout">
        <pc:chgData name="Hernandez, Elsy (hern1883@vandals.uidaho.edu)" userId="S::hern1883@vandals.uidaho.edu::67b8ef22-2178-4f86-8cca-e21441e32c53" providerId="AD" clId="Web-{3C78CA2D-798F-E2F8-CC24-33801832EFBE}" dt="2025-01-23T03:47:09.787" v="358"/>
        <pc:sldMkLst>
          <pc:docMk/>
          <pc:sldMk cId="2006698471" sldId="281"/>
        </pc:sldMkLst>
        <pc:spChg chg="add del mod ord">
          <ac:chgData name="Hernandez, Elsy (hern1883@vandals.uidaho.edu)" userId="S::hern1883@vandals.uidaho.edu::67b8ef22-2178-4f86-8cca-e21441e32c53" providerId="AD" clId="Web-{3C78CA2D-798F-E2F8-CC24-33801832EFBE}" dt="2025-01-23T03:46:50.270" v="357"/>
          <ac:spMkLst>
            <pc:docMk/>
            <pc:sldMk cId="2006698471" sldId="281"/>
            <ac:spMk id="2" creationId="{E60BF819-D7C8-F814-C22E-BA22B29CFF4E}"/>
          </ac:spMkLst>
        </pc:spChg>
        <pc:spChg chg="add del mod ord">
          <ac:chgData name="Hernandez, Elsy (hern1883@vandals.uidaho.edu)" userId="S::hern1883@vandals.uidaho.edu::67b8ef22-2178-4f86-8cca-e21441e32c53" providerId="AD" clId="Web-{3C78CA2D-798F-E2F8-CC24-33801832EFBE}" dt="2025-01-23T03:46:50.270" v="357"/>
          <ac:spMkLst>
            <pc:docMk/>
            <pc:sldMk cId="2006698471" sldId="281"/>
            <ac:spMk id="3" creationId="{C4C4514A-A557-7B65-20F4-2B39BE38B678}"/>
          </ac:spMkLst>
        </pc:spChg>
        <pc:spChg chg="add del mod ord">
          <ac:chgData name="Hernandez, Elsy (hern1883@vandals.uidaho.edu)" userId="S::hern1883@vandals.uidaho.edu::67b8ef22-2178-4f86-8cca-e21441e32c53" providerId="AD" clId="Web-{3C78CA2D-798F-E2F8-CC24-33801832EFBE}" dt="2025-01-23T03:46:50.270" v="357"/>
          <ac:spMkLst>
            <pc:docMk/>
            <pc:sldMk cId="2006698471" sldId="281"/>
            <ac:spMk id="4" creationId="{54F156BA-9616-7A10-945A-0FE74E245FFD}"/>
          </ac:spMkLst>
        </pc:spChg>
        <pc:spChg chg="add del mod">
          <ac:chgData name="Hernandez, Elsy (hern1883@vandals.uidaho.edu)" userId="S::hern1883@vandals.uidaho.edu::67b8ef22-2178-4f86-8cca-e21441e32c53" providerId="AD" clId="Web-{3C78CA2D-798F-E2F8-CC24-33801832EFBE}" dt="2025-01-23T03:38:25.942" v="283"/>
          <ac:spMkLst>
            <pc:docMk/>
            <pc:sldMk cId="2006698471" sldId="281"/>
            <ac:spMk id="9" creationId="{F8CB3466-56B1-F956-7E1E-3FD8EC5CF2D9}"/>
          </ac:spMkLst>
        </pc:spChg>
        <pc:spChg chg="add del mod">
          <ac:chgData name="Hernandez, Elsy (hern1883@vandals.uidaho.edu)" userId="S::hern1883@vandals.uidaho.edu::67b8ef22-2178-4f86-8cca-e21441e32c53" providerId="AD" clId="Web-{3C78CA2D-798F-E2F8-CC24-33801832EFBE}" dt="2025-01-23T03:38:25.942" v="283"/>
          <ac:spMkLst>
            <pc:docMk/>
            <pc:sldMk cId="2006698471" sldId="281"/>
            <ac:spMk id="11" creationId="{572EC417-1281-9C06-C8D9-F012CD287711}"/>
          </ac:spMkLst>
        </pc:spChg>
        <pc:spChg chg="add del mod">
          <ac:chgData name="Hernandez, Elsy (hern1883@vandals.uidaho.edu)" userId="S::hern1883@vandals.uidaho.edu::67b8ef22-2178-4f86-8cca-e21441e32c53" providerId="AD" clId="Web-{3C78CA2D-798F-E2F8-CC24-33801832EFBE}" dt="2025-01-23T03:38:25.942" v="283"/>
          <ac:spMkLst>
            <pc:docMk/>
            <pc:sldMk cId="2006698471" sldId="281"/>
            <ac:spMk id="13" creationId="{D75C1289-51DB-429C-7DC6-62A608573D90}"/>
          </ac:spMkLst>
        </pc:spChg>
        <pc:spChg chg="add del mod">
          <ac:chgData name="Hernandez, Elsy (hern1883@vandals.uidaho.edu)" userId="S::hern1883@vandals.uidaho.edu::67b8ef22-2178-4f86-8cca-e21441e32c53" providerId="AD" clId="Web-{3C78CA2D-798F-E2F8-CC24-33801832EFBE}" dt="2025-01-23T03:38:33.224" v="285"/>
          <ac:spMkLst>
            <pc:docMk/>
            <pc:sldMk cId="2006698471" sldId="281"/>
            <ac:spMk id="15" creationId="{04D61AD8-5CCE-D48F-DF92-1320F7018118}"/>
          </ac:spMkLst>
        </pc:spChg>
        <pc:picChg chg="add">
          <ac:chgData name="Hernandez, Elsy (hern1883@vandals.uidaho.edu)" userId="S::hern1883@vandals.uidaho.edu::67b8ef22-2178-4f86-8cca-e21441e32c53" providerId="AD" clId="Web-{3C78CA2D-798F-E2F8-CC24-33801832EFBE}" dt="2025-01-23T03:46:17.456" v="356"/>
          <ac:picMkLst>
            <pc:docMk/>
            <pc:sldMk cId="2006698471" sldId="281"/>
            <ac:picMk id="6" creationId="{92BE201C-2085-784B-A588-AD36E9962016}"/>
          </ac:picMkLst>
        </pc:picChg>
      </pc:sldChg>
      <pc:sldChg chg="modSp new modNotes">
        <pc:chgData name="Hernandez, Elsy (hern1883@vandals.uidaho.edu)" userId="S::hern1883@vandals.uidaho.edu::67b8ef22-2178-4f86-8cca-e21441e32c53" providerId="AD" clId="Web-{3C78CA2D-798F-E2F8-CC24-33801832EFBE}" dt="2025-01-25T04:04:43.605" v="7117"/>
        <pc:sldMkLst>
          <pc:docMk/>
          <pc:sldMk cId="4059039985" sldId="282"/>
        </pc:sldMkLst>
        <pc:spChg chg="mod">
          <ac:chgData name="Hernandez, Elsy (hern1883@vandals.uidaho.edu)" userId="S::hern1883@vandals.uidaho.edu::67b8ef22-2178-4f86-8cca-e21441e32c53" providerId="AD" clId="Web-{3C78CA2D-798F-E2F8-CC24-33801832EFBE}" dt="2025-01-25T03:00:10.325" v="5664" actId="1076"/>
          <ac:spMkLst>
            <pc:docMk/>
            <pc:sldMk cId="4059039985" sldId="282"/>
            <ac:spMk id="2" creationId="{F9DE5344-B628-2F9F-8805-411F070F9E8F}"/>
          </ac:spMkLst>
        </pc:spChg>
      </pc:sldChg>
    </pc:docChg>
  </pc:docChgLst>
  <pc:docChgLst>
    <pc:chgData name="Hernandez, Elsy (hern1883@vandals.uidaho.edu)" userId="S::hern1883@vandals.uidaho.edu::67b8ef22-2178-4f86-8cca-e21441e32c53" providerId="AD" clId="Web-{FB9AB36F-0F06-0AA3-F8AF-6EE8EE644A4A}"/>
    <pc:docChg chg="addSld delSld modSld">
      <pc:chgData name="Hernandez, Elsy (hern1883@vandals.uidaho.edu)" userId="S::hern1883@vandals.uidaho.edu::67b8ef22-2178-4f86-8cca-e21441e32c53" providerId="AD" clId="Web-{FB9AB36F-0F06-0AA3-F8AF-6EE8EE644A4A}" dt="2025-01-22T02:48:53.652" v="260"/>
      <pc:docMkLst>
        <pc:docMk/>
      </pc:docMkLst>
      <pc:sldChg chg="del">
        <pc:chgData name="Hernandez, Elsy (hern1883@vandals.uidaho.edu)" userId="S::hern1883@vandals.uidaho.edu::67b8ef22-2178-4f86-8cca-e21441e32c53" providerId="AD" clId="Web-{FB9AB36F-0F06-0AA3-F8AF-6EE8EE644A4A}" dt="2025-01-22T02:48:53.652" v="260"/>
        <pc:sldMkLst>
          <pc:docMk/>
          <pc:sldMk cId="3387061768" sldId="262"/>
        </pc:sldMkLst>
      </pc:sldChg>
      <pc:sldChg chg="del">
        <pc:chgData name="Hernandez, Elsy (hern1883@vandals.uidaho.edu)" userId="S::hern1883@vandals.uidaho.edu::67b8ef22-2178-4f86-8cca-e21441e32c53" providerId="AD" clId="Web-{FB9AB36F-0F06-0AA3-F8AF-6EE8EE644A4A}" dt="2025-01-22T02:48:49.855" v="259"/>
        <pc:sldMkLst>
          <pc:docMk/>
          <pc:sldMk cId="1827431122" sldId="265"/>
        </pc:sldMkLst>
      </pc:sldChg>
      <pc:sldChg chg="del">
        <pc:chgData name="Hernandez, Elsy (hern1883@vandals.uidaho.edu)" userId="S::hern1883@vandals.uidaho.edu::67b8ef22-2178-4f86-8cca-e21441e32c53" providerId="AD" clId="Web-{FB9AB36F-0F06-0AA3-F8AF-6EE8EE644A4A}" dt="2025-01-22T02:48:03.632" v="258"/>
        <pc:sldMkLst>
          <pc:docMk/>
          <pc:sldMk cId="2543860303" sldId="269"/>
        </pc:sldMkLst>
      </pc:sldChg>
      <pc:sldChg chg="modSp">
        <pc:chgData name="Hernandez, Elsy (hern1883@vandals.uidaho.edu)" userId="S::hern1883@vandals.uidaho.edu::67b8ef22-2178-4f86-8cca-e21441e32c53" providerId="AD" clId="Web-{FB9AB36F-0F06-0AA3-F8AF-6EE8EE644A4A}" dt="2025-01-22T01:01:53.546" v="68" actId="20577"/>
        <pc:sldMkLst>
          <pc:docMk/>
          <pc:sldMk cId="743595400" sldId="271"/>
        </pc:sldMkLst>
        <pc:spChg chg="mod">
          <ac:chgData name="Hernandez, Elsy (hern1883@vandals.uidaho.edu)" userId="S::hern1883@vandals.uidaho.edu::67b8ef22-2178-4f86-8cca-e21441e32c53" providerId="AD" clId="Web-{FB9AB36F-0F06-0AA3-F8AF-6EE8EE644A4A}" dt="2025-01-22T00:59:57.178" v="61" actId="1076"/>
          <ac:spMkLst>
            <pc:docMk/>
            <pc:sldMk cId="743595400" sldId="271"/>
            <ac:spMk id="2" creationId="{016C0DF2-8F66-1596-618A-F8327B685CCE}"/>
          </ac:spMkLst>
        </pc:spChg>
        <pc:spChg chg="mod">
          <ac:chgData name="Hernandez, Elsy (hern1883@vandals.uidaho.edu)" userId="S::hern1883@vandals.uidaho.edu::67b8ef22-2178-4f86-8cca-e21441e32c53" providerId="AD" clId="Web-{FB9AB36F-0F06-0AA3-F8AF-6EE8EE644A4A}" dt="2025-01-22T01:01:53.546" v="68" actId="20577"/>
          <ac:spMkLst>
            <pc:docMk/>
            <pc:sldMk cId="743595400" sldId="271"/>
            <ac:spMk id="3" creationId="{EB834DA6-048B-19B2-93B7-A4037E93580A}"/>
          </ac:spMkLst>
        </pc:spChg>
        <pc:spChg chg="mod">
          <ac:chgData name="Hernandez, Elsy (hern1883@vandals.uidaho.edu)" userId="S::hern1883@vandals.uidaho.edu::67b8ef22-2178-4f86-8cca-e21441e32c53" providerId="AD" clId="Web-{FB9AB36F-0F06-0AA3-F8AF-6EE8EE644A4A}" dt="2025-01-22T00:59:23.613" v="60" actId="1076"/>
          <ac:spMkLst>
            <pc:docMk/>
            <pc:sldMk cId="743595400" sldId="271"/>
            <ac:spMk id="4" creationId="{23FD57F2-FF8A-612F-0674-0CA1C812F2DB}"/>
          </ac:spMkLst>
        </pc:spChg>
      </pc:sldChg>
      <pc:sldChg chg="addSp delSp modSp">
        <pc:chgData name="Hernandez, Elsy (hern1883@vandals.uidaho.edu)" userId="S::hern1883@vandals.uidaho.edu::67b8ef22-2178-4f86-8cca-e21441e32c53" providerId="AD" clId="Web-{FB9AB36F-0F06-0AA3-F8AF-6EE8EE644A4A}" dt="2025-01-22T01:28:44.475" v="234" actId="1076"/>
        <pc:sldMkLst>
          <pc:docMk/>
          <pc:sldMk cId="3115020261" sldId="272"/>
        </pc:sldMkLst>
        <pc:spChg chg="mod">
          <ac:chgData name="Hernandez, Elsy (hern1883@vandals.uidaho.edu)" userId="S::hern1883@vandals.uidaho.edu::67b8ef22-2178-4f86-8cca-e21441e32c53" providerId="AD" clId="Web-{FB9AB36F-0F06-0AA3-F8AF-6EE8EE644A4A}" dt="2025-01-22T01:15:33.152" v="155" actId="20577"/>
          <ac:spMkLst>
            <pc:docMk/>
            <pc:sldMk cId="3115020261" sldId="272"/>
            <ac:spMk id="3" creationId="{00000000-0000-0000-0000-000000000000}"/>
          </ac:spMkLst>
        </pc:spChg>
        <pc:picChg chg="add mod">
          <ac:chgData name="Hernandez, Elsy (hern1883@vandals.uidaho.edu)" userId="S::hern1883@vandals.uidaho.edu::67b8ef22-2178-4f86-8cca-e21441e32c53" providerId="AD" clId="Web-{FB9AB36F-0F06-0AA3-F8AF-6EE8EE644A4A}" dt="2025-01-22T01:28:44.475" v="234" actId="1076"/>
          <ac:picMkLst>
            <pc:docMk/>
            <pc:sldMk cId="3115020261" sldId="272"/>
            <ac:picMk id="4" creationId="{AAD6EF8D-2677-D4C8-94DC-76CDAD2102B9}"/>
          </ac:picMkLst>
        </pc:picChg>
        <pc:picChg chg="add del mod">
          <ac:chgData name="Hernandez, Elsy (hern1883@vandals.uidaho.edu)" userId="S::hern1883@vandals.uidaho.edu::67b8ef22-2178-4f86-8cca-e21441e32c53" providerId="AD" clId="Web-{FB9AB36F-0F06-0AA3-F8AF-6EE8EE644A4A}" dt="2025-01-22T01:20:40.487" v="168"/>
          <ac:picMkLst>
            <pc:docMk/>
            <pc:sldMk cId="3115020261" sldId="272"/>
            <ac:picMk id="5" creationId="{EFCFD1EB-C0E5-CECD-A701-5307123FAD68}"/>
          </ac:picMkLst>
        </pc:picChg>
        <pc:picChg chg="add mod">
          <ac:chgData name="Hernandez, Elsy (hern1883@vandals.uidaho.edu)" userId="S::hern1883@vandals.uidaho.edu::67b8ef22-2178-4f86-8cca-e21441e32c53" providerId="AD" clId="Web-{FB9AB36F-0F06-0AA3-F8AF-6EE8EE644A4A}" dt="2025-01-22T01:28:38.771" v="233" actId="14100"/>
          <ac:picMkLst>
            <pc:docMk/>
            <pc:sldMk cId="3115020261" sldId="272"/>
            <ac:picMk id="6" creationId="{1C501D87-9C3A-419E-E597-E5B3790C9D3E}"/>
          </ac:picMkLst>
        </pc:picChg>
      </pc:sldChg>
      <pc:sldChg chg="modSp">
        <pc:chgData name="Hernandez, Elsy (hern1883@vandals.uidaho.edu)" userId="S::hern1883@vandals.uidaho.edu::67b8ef22-2178-4f86-8cca-e21441e32c53" providerId="AD" clId="Web-{FB9AB36F-0F06-0AA3-F8AF-6EE8EE644A4A}" dt="2025-01-22T01:53:05.971" v="256" actId="20577"/>
        <pc:sldMkLst>
          <pc:docMk/>
          <pc:sldMk cId="731559235" sldId="273"/>
        </pc:sldMkLst>
        <pc:spChg chg="mod">
          <ac:chgData name="Hernandez, Elsy (hern1883@vandals.uidaho.edu)" userId="S::hern1883@vandals.uidaho.edu::67b8ef22-2178-4f86-8cca-e21441e32c53" providerId="AD" clId="Web-{FB9AB36F-0F06-0AA3-F8AF-6EE8EE644A4A}" dt="2025-01-22T01:53:05.971" v="256" actId="20577"/>
          <ac:spMkLst>
            <pc:docMk/>
            <pc:sldMk cId="731559235" sldId="273"/>
            <ac:spMk id="3" creationId="{00000000-0000-0000-0000-000000000000}"/>
          </ac:spMkLst>
        </pc:spChg>
      </pc:sldChg>
      <pc:sldChg chg="modSp add replId">
        <pc:chgData name="Hernandez, Elsy (hern1883@vandals.uidaho.edu)" userId="S::hern1883@vandals.uidaho.edu::67b8ef22-2178-4f86-8cca-e21441e32c53" providerId="AD" clId="Web-{FB9AB36F-0F06-0AA3-F8AF-6EE8EE644A4A}" dt="2025-01-22T01:57:56.056" v="257" actId="20577"/>
        <pc:sldMkLst>
          <pc:docMk/>
          <pc:sldMk cId="2845157455" sldId="278"/>
        </pc:sldMkLst>
        <pc:spChg chg="mod">
          <ac:chgData name="Hernandez, Elsy (hern1883@vandals.uidaho.edu)" userId="S::hern1883@vandals.uidaho.edu::67b8ef22-2178-4f86-8cca-e21441e32c53" providerId="AD" clId="Web-{FB9AB36F-0F06-0AA3-F8AF-6EE8EE644A4A}" dt="2025-01-22T01:57:56.056" v="257" actId="20577"/>
          <ac:spMkLst>
            <pc:docMk/>
            <pc:sldMk cId="2845157455" sldId="278"/>
            <ac:spMk id="3" creationId="{00000000-0000-0000-0000-000000000000}"/>
          </ac:spMkLst>
        </pc:spChg>
      </pc:sldChg>
    </pc:docChg>
  </pc:docChgLst>
  <pc:docChgLst>
    <pc:chgData name="Hernandez, Elsy (hern1883@vandals.uidaho.edu)" userId="S::hern1883@vandals.uidaho.edu::67b8ef22-2178-4f86-8cca-e21441e32c53" providerId="AD" clId="Web-{B210E8C3-307F-3B32-EB2B-230DEB9B2EAE}"/>
    <pc:docChg chg="modSld">
      <pc:chgData name="Hernandez, Elsy (hern1883@vandals.uidaho.edu)" userId="S::hern1883@vandals.uidaho.edu::67b8ef22-2178-4f86-8cca-e21441e32c53" providerId="AD" clId="Web-{B210E8C3-307F-3B32-EB2B-230DEB9B2EAE}" dt="2025-01-26T18:00:46.260" v="616"/>
      <pc:docMkLst>
        <pc:docMk/>
      </pc:docMkLst>
      <pc:sldChg chg="modSp modNotes">
        <pc:chgData name="Hernandez, Elsy (hern1883@vandals.uidaho.edu)" userId="S::hern1883@vandals.uidaho.edu::67b8ef22-2178-4f86-8cca-e21441e32c53" providerId="AD" clId="Web-{B210E8C3-307F-3B32-EB2B-230DEB9B2EAE}" dt="2025-01-26T18:00:46.260" v="616"/>
        <pc:sldMkLst>
          <pc:docMk/>
          <pc:sldMk cId="3115020261" sldId="272"/>
        </pc:sldMkLst>
        <pc:spChg chg="mod">
          <ac:chgData name="Hernandez, Elsy (hern1883@vandals.uidaho.edu)" userId="S::hern1883@vandals.uidaho.edu::67b8ef22-2178-4f86-8cca-e21441e32c53" providerId="AD" clId="Web-{B210E8C3-307F-3B32-EB2B-230DEB9B2EAE}" dt="2025-01-26T17:53:40.791" v="602" actId="20577"/>
          <ac:spMkLst>
            <pc:docMk/>
            <pc:sldMk cId="3115020261" sldId="272"/>
            <ac:spMk id="3" creationId="{00000000-0000-0000-0000-000000000000}"/>
          </ac:spMkLst>
        </pc:spChg>
      </pc:sldChg>
      <pc:sldChg chg="modSp">
        <pc:chgData name="Hernandez, Elsy (hern1883@vandals.uidaho.edu)" userId="S::hern1883@vandals.uidaho.edu::67b8ef22-2178-4f86-8cca-e21441e32c53" providerId="AD" clId="Web-{B210E8C3-307F-3B32-EB2B-230DEB9B2EAE}" dt="2025-01-26T17:41:00.891" v="263" actId="20577"/>
        <pc:sldMkLst>
          <pc:docMk/>
          <pc:sldMk cId="731559235" sldId="273"/>
        </pc:sldMkLst>
        <pc:spChg chg="mod">
          <ac:chgData name="Hernandez, Elsy (hern1883@vandals.uidaho.edu)" userId="S::hern1883@vandals.uidaho.edu::67b8ef22-2178-4f86-8cca-e21441e32c53" providerId="AD" clId="Web-{B210E8C3-307F-3B32-EB2B-230DEB9B2EAE}" dt="2025-01-26T17:41:00.891" v="263" actId="20577"/>
          <ac:spMkLst>
            <pc:docMk/>
            <pc:sldMk cId="731559235" sldId="273"/>
            <ac:spMk id="3" creationId="{00000000-0000-0000-0000-000000000000}"/>
          </ac:spMkLst>
        </pc:spChg>
      </pc:sldChg>
      <pc:sldChg chg="modSp modNotes">
        <pc:chgData name="Hernandez, Elsy (hern1883@vandals.uidaho.edu)" userId="S::hern1883@vandals.uidaho.edu::67b8ef22-2178-4f86-8cca-e21441e32c53" providerId="AD" clId="Web-{B210E8C3-307F-3B32-EB2B-230DEB9B2EAE}" dt="2025-01-26T17:40:32.717" v="256"/>
        <pc:sldMkLst>
          <pc:docMk/>
          <pc:sldMk cId="2845157455" sldId="278"/>
        </pc:sldMkLst>
        <pc:spChg chg="mod">
          <ac:chgData name="Hernandez, Elsy (hern1883@vandals.uidaho.edu)" userId="S::hern1883@vandals.uidaho.edu::67b8ef22-2178-4f86-8cca-e21441e32c53" providerId="AD" clId="Web-{B210E8C3-307F-3B32-EB2B-230DEB9B2EAE}" dt="2025-01-26T17:27:31.313" v="20" actId="20577"/>
          <ac:spMkLst>
            <pc:docMk/>
            <pc:sldMk cId="2845157455" sldId="278"/>
            <ac:spMk id="3" creationId="{00000000-0000-0000-0000-000000000000}"/>
          </ac:spMkLst>
        </pc:spChg>
      </pc:sldChg>
      <pc:sldChg chg="modNotes">
        <pc:chgData name="Hernandez, Elsy (hern1883@vandals.uidaho.edu)" userId="S::hern1883@vandals.uidaho.edu::67b8ef22-2178-4f86-8cca-e21441e32c53" providerId="AD" clId="Web-{B210E8C3-307F-3B32-EB2B-230DEB9B2EAE}" dt="2025-01-26T17:38:18.597" v="116"/>
        <pc:sldMkLst>
          <pc:docMk/>
          <pc:sldMk cId="4059039985" sldId="282"/>
        </pc:sldMkLst>
      </pc:sldChg>
    </pc:docChg>
  </pc:docChgLst>
  <pc:docChgLst>
    <pc:chgData name="Hernandez, Elsy (hern1883@vandals.uidaho.edu)" userId="S::hern1883@vandals.uidaho.edu::67b8ef22-2178-4f86-8cca-e21441e32c53" providerId="AD" clId="Web-{6BE479C0-79B6-E51F-B78A-275EACB780FC}"/>
    <pc:docChg chg="addSld delSld modSld sldOrd addMainMaster delMainMaster modMainMaster">
      <pc:chgData name="Hernandez, Elsy (hern1883@vandals.uidaho.edu)" userId="S::hern1883@vandals.uidaho.edu::67b8ef22-2178-4f86-8cca-e21441e32c53" providerId="AD" clId="Web-{6BE479C0-79B6-E51F-B78A-275EACB780FC}" dt="2025-01-21T03:20:03.449" v="2732" actId="20577"/>
      <pc:docMkLst>
        <pc:docMk/>
      </pc:docMkLst>
      <pc:sldChg chg="modSp mod modClrScheme chgLayout">
        <pc:chgData name="Hernandez, Elsy (hern1883@vandals.uidaho.edu)" userId="S::hern1883@vandals.uidaho.edu::67b8ef22-2178-4f86-8cca-e21441e32c53" providerId="AD" clId="Web-{6BE479C0-79B6-E51F-B78A-275EACB780FC}" dt="2025-01-21T00:09:38.768" v="2447" actId="20577"/>
        <pc:sldMkLst>
          <pc:docMk/>
          <pc:sldMk cId="2142729111" sldId="256"/>
        </pc:sldMkLst>
        <pc:spChg chg="mod ord">
          <ac:chgData name="Hernandez, Elsy (hern1883@vandals.uidaho.edu)" userId="S::hern1883@vandals.uidaho.edu::67b8ef22-2178-4f86-8cca-e21441e32c53" providerId="AD" clId="Web-{6BE479C0-79B6-E51F-B78A-275EACB780FC}" dt="2025-01-21T00:09:38.768" v="2447" actId="20577"/>
          <ac:spMkLst>
            <pc:docMk/>
            <pc:sldMk cId="2142729111" sldId="256"/>
            <ac:spMk id="2" creationId="{00000000-0000-0000-0000-000000000000}"/>
          </ac:spMkLst>
        </pc:spChg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2142729111" sldId="256"/>
            <ac:spMk id="3" creationId="{00000000-0000-0000-0000-000000000000}"/>
          </ac:spMkLst>
        </pc:spChg>
      </pc:sldChg>
      <pc:sldChg chg="addSp delSp modSp del mod ord modClrScheme chgLayout">
        <pc:chgData name="Hernandez, Elsy (hern1883@vandals.uidaho.edu)" userId="S::hern1883@vandals.uidaho.edu::67b8ef22-2178-4f86-8cca-e21441e32c53" providerId="AD" clId="Web-{6BE479C0-79B6-E51F-B78A-275EACB780FC}" dt="2025-01-20T20:36:27.617" v="1452"/>
        <pc:sldMkLst>
          <pc:docMk/>
          <pc:sldMk cId="682195269" sldId="257"/>
        </pc:sldMkLst>
        <pc:spChg chg="mod ord">
          <ac:chgData name="Hernandez, Elsy (hern1883@vandals.uidaho.edu)" userId="S::hern1883@vandals.uidaho.edu::67b8ef22-2178-4f86-8cca-e21441e32c53" providerId="AD" clId="Web-{6BE479C0-79B6-E51F-B78A-275EACB780FC}" dt="2025-01-20T20:20:29.896" v="1259" actId="20577"/>
          <ac:spMkLst>
            <pc:docMk/>
            <pc:sldMk cId="682195269" sldId="257"/>
            <ac:spMk id="2" creationId="{00000000-0000-0000-0000-000000000000}"/>
          </ac:spMkLst>
        </pc:spChg>
        <pc:spChg chg="mod ord">
          <ac:chgData name="Hernandez, Elsy (hern1883@vandals.uidaho.edu)" userId="S::hern1883@vandals.uidaho.edu::67b8ef22-2178-4f86-8cca-e21441e32c53" providerId="AD" clId="Web-{6BE479C0-79B6-E51F-B78A-275EACB780FC}" dt="2025-01-20T20:21:38.961" v="1267" actId="14100"/>
          <ac:spMkLst>
            <pc:docMk/>
            <pc:sldMk cId="682195269" sldId="257"/>
            <ac:spMk id="3" creationId="{00000000-0000-0000-0000-000000000000}"/>
          </ac:spMkLst>
        </pc:spChg>
        <pc:spChg chg="add del mod">
          <ac:chgData name="Hernandez, Elsy (hern1883@vandals.uidaho.edu)" userId="S::hern1883@vandals.uidaho.edu::67b8ef22-2178-4f86-8cca-e21441e32c53" providerId="AD" clId="Web-{6BE479C0-79B6-E51F-B78A-275EACB780FC}" dt="2025-01-20T19:04:01.775" v="725"/>
          <ac:spMkLst>
            <pc:docMk/>
            <pc:sldMk cId="682195269" sldId="257"/>
            <ac:spMk id="4" creationId="{F335BDB1-ED21-6883-414A-46B8CD53F435}"/>
          </ac:spMkLst>
        </pc:spChg>
      </pc:sldChg>
      <pc:sldChg chg="modSp mod modClrScheme chgLayout">
        <pc:chgData name="Hernandez, Elsy (hern1883@vandals.uidaho.edu)" userId="S::hern1883@vandals.uidaho.edu::67b8ef22-2178-4f86-8cca-e21441e32c53" providerId="AD" clId="Web-{6BE479C0-79B6-E51F-B78A-275EACB780FC}" dt="2025-01-20T18:11:40.991" v="33"/>
        <pc:sldMkLst>
          <pc:docMk/>
          <pc:sldMk cId="1900486290" sldId="258"/>
        </pc:sldMkLst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1900486290" sldId="258"/>
            <ac:spMk id="2" creationId="{00000000-0000-0000-0000-000000000000}"/>
          </ac:spMkLst>
        </pc:spChg>
        <pc:graphicFrame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graphicFrameMkLst>
            <pc:docMk/>
            <pc:sldMk cId="1900486290" sldId="258"/>
            <ac:graphicFrameMk id="6" creationId="{00000000-0000-0000-0000-000000000000}"/>
          </ac:graphicFrameMkLst>
        </pc:graphicFrameChg>
      </pc:sldChg>
      <pc:sldChg chg="modSp mod modClrScheme chgLayout">
        <pc:chgData name="Hernandez, Elsy (hern1883@vandals.uidaho.edu)" userId="S::hern1883@vandals.uidaho.edu::67b8ef22-2178-4f86-8cca-e21441e32c53" providerId="AD" clId="Web-{6BE479C0-79B6-E51F-B78A-275EACB780FC}" dt="2025-01-20T18:11:40.991" v="33"/>
        <pc:sldMkLst>
          <pc:docMk/>
          <pc:sldMk cId="1180589104" sldId="259"/>
        </pc:sldMkLst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1180589104" sldId="259"/>
            <ac:spMk id="2" creationId="{00000000-0000-0000-0000-000000000000}"/>
          </ac:spMkLst>
        </pc:spChg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1180589104" sldId="259"/>
            <ac:spMk id="3" creationId="{00000000-0000-0000-0000-000000000000}"/>
          </ac:spMkLst>
        </pc:spChg>
        <pc:graphicFrameChg chg="mod ord modGraphic">
          <ac:chgData name="Hernandez, Elsy (hern1883@vandals.uidaho.edu)" userId="S::hern1883@vandals.uidaho.edu::67b8ef22-2178-4f86-8cca-e21441e32c53" providerId="AD" clId="Web-{6BE479C0-79B6-E51F-B78A-275EACB780FC}" dt="2025-01-20T18:11:40.991" v="33"/>
          <ac:graphicFrameMkLst>
            <pc:docMk/>
            <pc:sldMk cId="1180589104" sldId="259"/>
            <ac:graphicFrameMk id="5" creationId="{00000000-0000-0000-0000-000000000000}"/>
          </ac:graphicFrameMkLst>
        </pc:graphicFrameChg>
      </pc:sldChg>
      <pc:sldChg chg="modSp mod modClrScheme chgLayout">
        <pc:chgData name="Hernandez, Elsy (hern1883@vandals.uidaho.edu)" userId="S::hern1883@vandals.uidaho.edu::67b8ef22-2178-4f86-8cca-e21441e32c53" providerId="AD" clId="Web-{6BE479C0-79B6-E51F-B78A-275EACB780FC}" dt="2025-01-20T18:11:40.991" v="33"/>
        <pc:sldMkLst>
          <pc:docMk/>
          <pc:sldMk cId="2426022026" sldId="260"/>
        </pc:sldMkLst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2426022026" sldId="260"/>
            <ac:spMk id="2" creationId="{00000000-0000-0000-0000-000000000000}"/>
          </ac:spMkLst>
        </pc:spChg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2426022026" sldId="260"/>
            <ac:spMk id="5" creationId="{00000000-0000-0000-0000-000000000000}"/>
          </ac:spMkLst>
        </pc:spChg>
        <pc:graphicFrame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graphicFrameMkLst>
            <pc:docMk/>
            <pc:sldMk cId="2426022026" sldId="260"/>
            <ac:graphicFrameMk id="6" creationId="{00000000-0000-0000-0000-000000000000}"/>
          </ac:graphicFrameMkLst>
        </pc:graphicFrameChg>
      </pc:sldChg>
      <pc:sldChg chg="modSp del mod modClrScheme chgLayout">
        <pc:chgData name="Hernandez, Elsy (hern1883@vandals.uidaho.edu)" userId="S::hern1883@vandals.uidaho.edu::67b8ef22-2178-4f86-8cca-e21441e32c53" providerId="AD" clId="Web-{6BE479C0-79B6-E51F-B78A-275EACB780FC}" dt="2025-01-20T21:52:06.855" v="1984"/>
        <pc:sldMkLst>
          <pc:docMk/>
          <pc:sldMk cId="1783796071" sldId="261"/>
        </pc:sldMkLst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1783796071" sldId="261"/>
            <ac:spMk id="2" creationId="{00000000-0000-0000-0000-000000000000}"/>
          </ac:spMkLst>
        </pc:spChg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1783796071" sldId="261"/>
            <ac:spMk id="5" creationId="{00000000-0000-0000-0000-000000000000}"/>
          </ac:spMkLst>
        </pc:spChg>
      </pc:sldChg>
      <pc:sldChg chg="modSp mod modClrScheme chgLayout">
        <pc:chgData name="Hernandez, Elsy (hern1883@vandals.uidaho.edu)" userId="S::hern1883@vandals.uidaho.edu::67b8ef22-2178-4f86-8cca-e21441e32c53" providerId="AD" clId="Web-{6BE479C0-79B6-E51F-B78A-275EACB780FC}" dt="2025-01-20T18:11:40.991" v="33"/>
        <pc:sldMkLst>
          <pc:docMk/>
          <pc:sldMk cId="3387061768" sldId="262"/>
        </pc:sldMkLst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3387061768" sldId="262"/>
            <ac:spMk id="2" creationId="{00000000-0000-0000-0000-000000000000}"/>
          </ac:spMkLst>
        </pc:spChg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3387061768" sldId="262"/>
            <ac:spMk id="7" creationId="{00000000-0000-0000-0000-000000000000}"/>
          </ac:spMkLst>
        </pc:spChg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3387061768" sldId="262"/>
            <ac:spMk id="8" creationId="{00000000-0000-0000-0000-000000000000}"/>
          </ac:spMkLst>
        </pc:spChg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3387061768" sldId="262"/>
            <ac:spMk id="9" creationId="{00000000-0000-0000-0000-000000000000}"/>
          </ac:spMkLst>
        </pc:spChg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3387061768" sldId="262"/>
            <ac:spMk id="10" creationId="{00000000-0000-0000-0000-000000000000}"/>
          </ac:spMkLst>
        </pc:spChg>
      </pc:sldChg>
      <pc:sldChg chg="modSp del mod modClrScheme chgLayout">
        <pc:chgData name="Hernandez, Elsy (hern1883@vandals.uidaho.edu)" userId="S::hern1883@vandals.uidaho.edu::67b8ef22-2178-4f86-8cca-e21441e32c53" providerId="AD" clId="Web-{6BE479C0-79B6-E51F-B78A-275EACB780FC}" dt="2025-01-20T18:12:35.182" v="35"/>
        <pc:sldMkLst>
          <pc:docMk/>
          <pc:sldMk cId="3440500440" sldId="263"/>
        </pc:sldMkLst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3440500440" sldId="263"/>
            <ac:spMk id="2" creationId="{00000000-0000-0000-0000-000000000000}"/>
          </ac:spMkLst>
        </pc:spChg>
      </pc:sldChg>
      <pc:sldChg chg="del mod modClrScheme chgLayout">
        <pc:chgData name="Hernandez, Elsy (hern1883@vandals.uidaho.edu)" userId="S::hern1883@vandals.uidaho.edu::67b8ef22-2178-4f86-8cca-e21441e32c53" providerId="AD" clId="Web-{6BE479C0-79B6-E51F-B78A-275EACB780FC}" dt="2025-01-20T18:12:24.869" v="34"/>
        <pc:sldMkLst>
          <pc:docMk/>
          <pc:sldMk cId="4129439513" sldId="264"/>
        </pc:sldMkLst>
      </pc:sldChg>
      <pc:sldChg chg="modSp mod modClrScheme chgLayout">
        <pc:chgData name="Hernandez, Elsy (hern1883@vandals.uidaho.edu)" userId="S::hern1883@vandals.uidaho.edu::67b8ef22-2178-4f86-8cca-e21441e32c53" providerId="AD" clId="Web-{6BE479C0-79B6-E51F-B78A-275EACB780FC}" dt="2025-01-20T18:11:40.991" v="33"/>
        <pc:sldMkLst>
          <pc:docMk/>
          <pc:sldMk cId="1827431122" sldId="265"/>
        </pc:sldMkLst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1827431122" sldId="265"/>
            <ac:spMk id="2" creationId="{00000000-0000-0000-0000-000000000000}"/>
          </ac:spMkLst>
        </pc:spChg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1827431122" sldId="265"/>
            <ac:spMk id="5" creationId="{00000000-0000-0000-0000-000000000000}"/>
          </ac:spMkLst>
        </pc:spChg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1827431122" sldId="265"/>
            <ac:spMk id="6" creationId="{00000000-0000-0000-0000-000000000000}"/>
          </ac:spMkLst>
        </pc:spChg>
      </pc:sldChg>
      <pc:sldChg chg="modSp del mod modClrScheme chgLayout">
        <pc:chgData name="Hernandez, Elsy (hern1883@vandals.uidaho.edu)" userId="S::hern1883@vandals.uidaho.edu::67b8ef22-2178-4f86-8cca-e21441e32c53" providerId="AD" clId="Web-{6BE479C0-79B6-E51F-B78A-275EACB780FC}" dt="2025-01-20T18:13:31.608" v="36"/>
        <pc:sldMkLst>
          <pc:docMk/>
          <pc:sldMk cId="2521986180" sldId="266"/>
        </pc:sldMkLst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2521986180" sldId="266"/>
            <ac:spMk id="2" creationId="{00000000-0000-0000-0000-000000000000}"/>
          </ac:spMkLst>
        </pc:spChg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2521986180" sldId="266"/>
            <ac:spMk id="5" creationId="{00000000-0000-0000-0000-000000000000}"/>
          </ac:spMkLst>
        </pc:spChg>
        <pc:spChg chg="mod ord">
          <ac:chgData name="Hernandez, Elsy (hern1883@vandals.uidaho.edu)" userId="S::hern1883@vandals.uidaho.edu::67b8ef22-2178-4f86-8cca-e21441e32c53" providerId="AD" clId="Web-{6BE479C0-79B6-E51F-B78A-275EACB780FC}" dt="2025-01-20T18:11:40.991" v="33"/>
          <ac:spMkLst>
            <pc:docMk/>
            <pc:sldMk cId="2521986180" sldId="266"/>
            <ac:spMk id="6" creationId="{00000000-0000-0000-0000-000000000000}"/>
          </ac:spMkLst>
        </pc:spChg>
      </pc:sldChg>
      <pc:sldChg chg="new del">
        <pc:chgData name="Hernandez, Elsy (hern1883@vandals.uidaho.edu)" userId="S::hern1883@vandals.uidaho.edu::67b8ef22-2178-4f86-8cca-e21441e32c53" providerId="AD" clId="Web-{6BE479C0-79B6-E51F-B78A-275EACB780FC}" dt="2025-01-20T18:33:41.787" v="282"/>
        <pc:sldMkLst>
          <pc:docMk/>
          <pc:sldMk cId="3262026154" sldId="266"/>
        </pc:sldMkLst>
      </pc:sldChg>
      <pc:sldChg chg="modSp add del replId">
        <pc:chgData name="Hernandez, Elsy (hern1883@vandals.uidaho.edu)" userId="S::hern1883@vandals.uidaho.edu::67b8ef22-2178-4f86-8cca-e21441e32c53" providerId="AD" clId="Web-{6BE479C0-79B6-E51F-B78A-275EACB780FC}" dt="2025-01-20T20:50:52.147" v="1529"/>
        <pc:sldMkLst>
          <pc:docMk/>
          <pc:sldMk cId="672668167" sldId="267"/>
        </pc:sldMkLst>
        <pc:spChg chg="mod">
          <ac:chgData name="Hernandez, Elsy (hern1883@vandals.uidaho.edu)" userId="S::hern1883@vandals.uidaho.edu::67b8ef22-2178-4f86-8cca-e21441e32c53" providerId="AD" clId="Web-{6BE479C0-79B6-E51F-B78A-275EACB780FC}" dt="2025-01-20T20:11:48.940" v="1222" actId="20577"/>
          <ac:spMkLst>
            <pc:docMk/>
            <pc:sldMk cId="672668167" sldId="267"/>
            <ac:spMk id="2" creationId="{00000000-0000-0000-0000-000000000000}"/>
          </ac:spMkLst>
        </pc:spChg>
        <pc:spChg chg="mod">
          <ac:chgData name="Hernandez, Elsy (hern1883@vandals.uidaho.edu)" userId="S::hern1883@vandals.uidaho.edu::67b8ef22-2178-4f86-8cca-e21441e32c53" providerId="AD" clId="Web-{6BE479C0-79B6-E51F-B78A-275EACB780FC}" dt="2025-01-20T20:21:04.288" v="1261" actId="20577"/>
          <ac:spMkLst>
            <pc:docMk/>
            <pc:sldMk cId="672668167" sldId="267"/>
            <ac:spMk id="3" creationId="{00000000-0000-0000-0000-000000000000}"/>
          </ac:spMkLst>
        </pc:spChg>
      </pc:sldChg>
      <pc:sldChg chg="modSp add del replId">
        <pc:chgData name="Hernandez, Elsy (hern1883@vandals.uidaho.edu)" userId="S::hern1883@vandals.uidaho.edu::67b8ef22-2178-4f86-8cca-e21441e32c53" providerId="AD" clId="Web-{6BE479C0-79B6-E51F-B78A-275EACB780FC}" dt="2025-01-20T20:50:49.225" v="1528"/>
        <pc:sldMkLst>
          <pc:docMk/>
          <pc:sldMk cId="362248131" sldId="268"/>
        </pc:sldMkLst>
        <pc:spChg chg="mod">
          <ac:chgData name="Hernandez, Elsy (hern1883@vandals.uidaho.edu)" userId="S::hern1883@vandals.uidaho.edu::67b8ef22-2178-4f86-8cca-e21441e32c53" providerId="AD" clId="Web-{6BE479C0-79B6-E51F-B78A-275EACB780FC}" dt="2025-01-20T20:16:49.529" v="1252" actId="20577"/>
          <ac:spMkLst>
            <pc:docMk/>
            <pc:sldMk cId="362248131" sldId="268"/>
            <ac:spMk id="3" creationId="{00000000-0000-0000-0000-000000000000}"/>
          </ac:spMkLst>
        </pc:spChg>
      </pc:sldChg>
      <pc:sldChg chg="addSp delSp modSp add mod ord replId modClrScheme chgLayout">
        <pc:chgData name="Hernandez, Elsy (hern1883@vandals.uidaho.edu)" userId="S::hern1883@vandals.uidaho.edu::67b8ef22-2178-4f86-8cca-e21441e32c53" providerId="AD" clId="Web-{6BE479C0-79B6-E51F-B78A-275EACB780FC}" dt="2025-01-21T00:11:00.446" v="2449"/>
        <pc:sldMkLst>
          <pc:docMk/>
          <pc:sldMk cId="2543860303" sldId="269"/>
        </pc:sldMkLst>
        <pc:spChg chg="mod ord">
          <ac:chgData name="Hernandez, Elsy (hern1883@vandals.uidaho.edu)" userId="S::hern1883@vandals.uidaho.edu::67b8ef22-2178-4f86-8cca-e21441e32c53" providerId="AD" clId="Web-{6BE479C0-79B6-E51F-B78A-275EACB780FC}" dt="2025-01-20T23:58:18.532" v="2404"/>
          <ac:spMkLst>
            <pc:docMk/>
            <pc:sldMk cId="2543860303" sldId="269"/>
            <ac:spMk id="2" creationId="{00000000-0000-0000-0000-000000000000}"/>
          </ac:spMkLst>
        </pc:spChg>
        <pc:spChg chg="mod ord">
          <ac:chgData name="Hernandez, Elsy (hern1883@vandals.uidaho.edu)" userId="S::hern1883@vandals.uidaho.edu::67b8ef22-2178-4f86-8cca-e21441e32c53" providerId="AD" clId="Web-{6BE479C0-79B6-E51F-B78A-275EACB780FC}" dt="2025-01-21T00:01:25.499" v="2417" actId="20577"/>
          <ac:spMkLst>
            <pc:docMk/>
            <pc:sldMk cId="2543860303" sldId="269"/>
            <ac:spMk id="3" creationId="{00000000-0000-0000-0000-000000000000}"/>
          </ac:spMkLst>
        </pc:spChg>
        <pc:spChg chg="add del mod ord">
          <ac:chgData name="Hernandez, Elsy (hern1883@vandals.uidaho.edu)" userId="S::hern1883@vandals.uidaho.edu::67b8ef22-2178-4f86-8cca-e21441e32c53" providerId="AD" clId="Web-{6BE479C0-79B6-E51F-B78A-275EACB780FC}" dt="2025-01-20T23:58:07.016" v="2403"/>
          <ac:spMkLst>
            <pc:docMk/>
            <pc:sldMk cId="2543860303" sldId="269"/>
            <ac:spMk id="4" creationId="{A63F0CDE-3FE1-0461-637E-11C5247BD736}"/>
          </ac:spMkLst>
        </pc:spChg>
        <pc:spChg chg="add del mod">
          <ac:chgData name="Hernandez, Elsy (hern1883@vandals.uidaho.edu)" userId="S::hern1883@vandals.uidaho.edu::67b8ef22-2178-4f86-8cca-e21441e32c53" providerId="AD" clId="Web-{6BE479C0-79B6-E51F-B78A-275EACB780FC}" dt="2025-01-20T23:58:18.532" v="2404"/>
          <ac:spMkLst>
            <pc:docMk/>
            <pc:sldMk cId="2543860303" sldId="269"/>
            <ac:spMk id="6" creationId="{6D8D1A6F-FBEB-B092-470F-1F0068D5BBF2}"/>
          </ac:spMkLst>
        </pc:spChg>
      </pc:sldChg>
      <pc:sldChg chg="modSp new">
        <pc:chgData name="Hernandez, Elsy (hern1883@vandals.uidaho.edu)" userId="S::hern1883@vandals.uidaho.edu::67b8ef22-2178-4f86-8cca-e21441e32c53" providerId="AD" clId="Web-{6BE479C0-79B6-E51F-B78A-275EACB780FC}" dt="2025-01-21T02:39:53.727" v="2717" actId="20577"/>
        <pc:sldMkLst>
          <pc:docMk/>
          <pc:sldMk cId="3274912743" sldId="270"/>
        </pc:sldMkLst>
        <pc:spChg chg="mod">
          <ac:chgData name="Hernandez, Elsy (hern1883@vandals.uidaho.edu)" userId="S::hern1883@vandals.uidaho.edu::67b8ef22-2178-4f86-8cca-e21441e32c53" providerId="AD" clId="Web-{6BE479C0-79B6-E51F-B78A-275EACB780FC}" dt="2025-01-20T21:06:47.930" v="1643" actId="20577"/>
          <ac:spMkLst>
            <pc:docMk/>
            <pc:sldMk cId="3274912743" sldId="270"/>
            <ac:spMk id="2" creationId="{7E1BEEB6-8BCB-F943-DD06-C70B80238B98}"/>
          </ac:spMkLst>
        </pc:spChg>
        <pc:spChg chg="mod">
          <ac:chgData name="Hernandez, Elsy (hern1883@vandals.uidaho.edu)" userId="S::hern1883@vandals.uidaho.edu::67b8ef22-2178-4f86-8cca-e21441e32c53" providerId="AD" clId="Web-{6BE479C0-79B6-E51F-B78A-275EACB780FC}" dt="2025-01-21T02:39:53.727" v="2717" actId="20577"/>
          <ac:spMkLst>
            <pc:docMk/>
            <pc:sldMk cId="3274912743" sldId="270"/>
            <ac:spMk id="3" creationId="{B60A6578-5DFB-E408-9FED-91A830021B27}"/>
          </ac:spMkLst>
        </pc:spChg>
        <pc:spChg chg="mod">
          <ac:chgData name="Hernandez, Elsy (hern1883@vandals.uidaho.edu)" userId="S::hern1883@vandals.uidaho.edu::67b8ef22-2178-4f86-8cca-e21441e32c53" providerId="AD" clId="Web-{6BE479C0-79B6-E51F-B78A-275EACB780FC}" dt="2025-01-21T00:01:48.188" v="2422" actId="20577"/>
          <ac:spMkLst>
            <pc:docMk/>
            <pc:sldMk cId="3274912743" sldId="270"/>
            <ac:spMk id="4" creationId="{8C888035-9A24-14B3-DB10-7D60F2D06AD5}"/>
          </ac:spMkLst>
        </pc:spChg>
      </pc:sldChg>
      <pc:sldChg chg="addSp delSp modSp new mod ord modClrScheme chgLayout">
        <pc:chgData name="Hernandez, Elsy (hern1883@vandals.uidaho.edu)" userId="S::hern1883@vandals.uidaho.edu::67b8ef22-2178-4f86-8cca-e21441e32c53" providerId="AD" clId="Web-{6BE479C0-79B6-E51F-B78A-275EACB780FC}" dt="2025-01-20T22:14:37.659" v="2009" actId="20577"/>
        <pc:sldMkLst>
          <pc:docMk/>
          <pc:sldMk cId="743595400" sldId="271"/>
        </pc:sldMkLst>
        <pc:spChg chg="add del mod">
          <ac:chgData name="Hernandez, Elsy (hern1883@vandals.uidaho.edu)" userId="S::hern1883@vandals.uidaho.edu::67b8ef22-2178-4f86-8cca-e21441e32c53" providerId="AD" clId="Web-{6BE479C0-79B6-E51F-B78A-275EACB780FC}" dt="2025-01-20T21:06:17.023" v="1638" actId="20577"/>
          <ac:spMkLst>
            <pc:docMk/>
            <pc:sldMk cId="743595400" sldId="271"/>
            <ac:spMk id="2" creationId="{016C0DF2-8F66-1596-618A-F8327B685CCE}"/>
          </ac:spMkLst>
        </pc:spChg>
        <pc:spChg chg="add del mod">
          <ac:chgData name="Hernandez, Elsy (hern1883@vandals.uidaho.edu)" userId="S::hern1883@vandals.uidaho.edu::67b8ef22-2178-4f86-8cca-e21441e32c53" providerId="AD" clId="Web-{6BE479C0-79B6-E51F-B78A-275EACB780FC}" dt="2025-01-20T22:08:01.019" v="1998" actId="20577"/>
          <ac:spMkLst>
            <pc:docMk/>
            <pc:sldMk cId="743595400" sldId="271"/>
            <ac:spMk id="3" creationId="{EB834DA6-048B-19B2-93B7-A4037E93580A}"/>
          </ac:spMkLst>
        </pc:spChg>
        <pc:spChg chg="mod">
          <ac:chgData name="Hernandez, Elsy (hern1883@vandals.uidaho.edu)" userId="S::hern1883@vandals.uidaho.edu::67b8ef22-2178-4f86-8cca-e21441e32c53" providerId="AD" clId="Web-{6BE479C0-79B6-E51F-B78A-275EACB780FC}" dt="2025-01-20T22:14:37.659" v="2009" actId="20577"/>
          <ac:spMkLst>
            <pc:docMk/>
            <pc:sldMk cId="743595400" sldId="271"/>
            <ac:spMk id="4" creationId="{23FD57F2-FF8A-612F-0674-0CA1C812F2DB}"/>
          </ac:spMkLst>
        </pc:spChg>
        <pc:spChg chg="add del mod">
          <ac:chgData name="Hernandez, Elsy (hern1883@vandals.uidaho.edu)" userId="S::hern1883@vandals.uidaho.edu::67b8ef22-2178-4f86-8cca-e21441e32c53" providerId="AD" clId="Web-{6BE479C0-79B6-E51F-B78A-275EACB780FC}" dt="2025-01-20T20:44:09.305" v="1504"/>
          <ac:spMkLst>
            <pc:docMk/>
            <pc:sldMk cId="743595400" sldId="271"/>
            <ac:spMk id="9" creationId="{3C68D910-BEAD-F568-118C-B4700262AE70}"/>
          </ac:spMkLst>
        </pc:spChg>
        <pc:spChg chg="add del">
          <ac:chgData name="Hernandez, Elsy (hern1883@vandals.uidaho.edu)" userId="S::hern1883@vandals.uidaho.edu::67b8ef22-2178-4f86-8cca-e21441e32c53" providerId="AD" clId="Web-{6BE479C0-79B6-E51F-B78A-275EACB780FC}" dt="2025-01-20T20:44:03.461" v="1502"/>
          <ac:spMkLst>
            <pc:docMk/>
            <pc:sldMk cId="743595400" sldId="271"/>
            <ac:spMk id="10" creationId="{D7F686B4-4066-66F9-7111-DCE56BFCF123}"/>
          </ac:spMkLst>
        </pc:spChg>
        <pc:spChg chg="add del mod">
          <ac:chgData name="Hernandez, Elsy (hern1883@vandals.uidaho.edu)" userId="S::hern1883@vandals.uidaho.edu::67b8ef22-2178-4f86-8cca-e21441e32c53" providerId="AD" clId="Web-{6BE479C0-79B6-E51F-B78A-275EACB780FC}" dt="2025-01-20T20:44:09.305" v="1504"/>
          <ac:spMkLst>
            <pc:docMk/>
            <pc:sldMk cId="743595400" sldId="271"/>
            <ac:spMk id="11" creationId="{FDD72BEF-DBEB-F7D4-3B0D-7CD3C101EC10}"/>
          </ac:spMkLst>
        </pc:spChg>
        <pc:spChg chg="add del mod">
          <ac:chgData name="Hernandez, Elsy (hern1883@vandals.uidaho.edu)" userId="S::hern1883@vandals.uidaho.edu::67b8ef22-2178-4f86-8cca-e21441e32c53" providerId="AD" clId="Web-{6BE479C0-79B6-E51F-B78A-275EACB780FC}" dt="2025-01-20T20:44:09.305" v="1504"/>
          <ac:spMkLst>
            <pc:docMk/>
            <pc:sldMk cId="743595400" sldId="271"/>
            <ac:spMk id="12" creationId="{EB834DA6-048B-19B2-93B7-A4037E93580A}"/>
          </ac:spMkLst>
        </pc:spChg>
        <pc:spChg chg="add del mod">
          <ac:chgData name="Hernandez, Elsy (hern1883@vandals.uidaho.edu)" userId="S::hern1883@vandals.uidaho.edu::67b8ef22-2178-4f86-8cca-e21441e32c53" providerId="AD" clId="Web-{6BE479C0-79B6-E51F-B78A-275EACB780FC}" dt="2025-01-20T20:44:09.305" v="1504"/>
          <ac:spMkLst>
            <pc:docMk/>
            <pc:sldMk cId="743595400" sldId="271"/>
            <ac:spMk id="13" creationId="{F2A3230C-E070-E3D3-7B6C-6043DBB12E88}"/>
          </ac:spMkLst>
        </pc:spChg>
        <pc:graphicFrameChg chg="add del">
          <ac:chgData name="Hernandez, Elsy (hern1883@vandals.uidaho.edu)" userId="S::hern1883@vandals.uidaho.edu::67b8ef22-2178-4f86-8cca-e21441e32c53" providerId="AD" clId="Web-{6BE479C0-79B6-E51F-B78A-275EACB780FC}" dt="2025-01-20T20:44:03.461" v="1502"/>
          <ac:graphicFrameMkLst>
            <pc:docMk/>
            <pc:sldMk cId="743595400" sldId="271"/>
            <ac:graphicFrameMk id="6" creationId="{8A3F233D-F17D-5FEE-B1C3-EC756EC2F28E}"/>
          </ac:graphicFrameMkLst>
        </pc:graphicFrameChg>
      </pc:sldChg>
      <pc:sldChg chg="addSp delSp modSp add mod replId modClrScheme chgLayout">
        <pc:chgData name="Hernandez, Elsy (hern1883@vandals.uidaho.edu)" userId="S::hern1883@vandals.uidaho.edu::67b8ef22-2178-4f86-8cca-e21441e32c53" providerId="AD" clId="Web-{6BE479C0-79B6-E51F-B78A-275EACB780FC}" dt="2025-01-21T03:20:03.449" v="2732" actId="20577"/>
        <pc:sldMkLst>
          <pc:docMk/>
          <pc:sldMk cId="3115020261" sldId="272"/>
        </pc:sldMkLst>
        <pc:spChg chg="mod ord">
          <ac:chgData name="Hernandez, Elsy (hern1883@vandals.uidaho.edu)" userId="S::hern1883@vandals.uidaho.edu::67b8ef22-2178-4f86-8cca-e21441e32c53" providerId="AD" clId="Web-{6BE479C0-79B6-E51F-B78A-275EACB780FC}" dt="2025-01-21T02:40:41.465" v="2719" actId="20577"/>
          <ac:spMkLst>
            <pc:docMk/>
            <pc:sldMk cId="3115020261" sldId="272"/>
            <ac:spMk id="2" creationId="{00000000-0000-0000-0000-000000000000}"/>
          </ac:spMkLst>
        </pc:spChg>
        <pc:spChg chg="add del mod ord">
          <ac:chgData name="Hernandez, Elsy (hern1883@vandals.uidaho.edu)" userId="S::hern1883@vandals.uidaho.edu::67b8ef22-2178-4f86-8cca-e21441e32c53" providerId="AD" clId="Web-{6BE479C0-79B6-E51F-B78A-275EACB780FC}" dt="2025-01-21T03:20:03.449" v="2732" actId="20577"/>
          <ac:spMkLst>
            <pc:docMk/>
            <pc:sldMk cId="3115020261" sldId="272"/>
            <ac:spMk id="3" creationId="{00000000-0000-0000-0000-000000000000}"/>
          </ac:spMkLst>
        </pc:spChg>
        <pc:spChg chg="del mod ord">
          <ac:chgData name="Hernandez, Elsy (hern1883@vandals.uidaho.edu)" userId="S::hern1883@vandals.uidaho.edu::67b8ef22-2178-4f86-8cca-e21441e32c53" providerId="AD" clId="Web-{6BE479C0-79B6-E51F-B78A-275EACB780FC}" dt="2025-01-20T21:46:30.986" v="1972"/>
          <ac:spMkLst>
            <pc:docMk/>
            <pc:sldMk cId="3115020261" sldId="272"/>
            <ac:spMk id="4" creationId="{A63F0CDE-3FE1-0461-637E-11C5247BD736}"/>
          </ac:spMkLst>
        </pc:spChg>
        <pc:graphicFrameChg chg="add del">
          <ac:chgData name="Hernandez, Elsy (hern1883@vandals.uidaho.edu)" userId="S::hern1883@vandals.uidaho.edu::67b8ef22-2178-4f86-8cca-e21441e32c53" providerId="AD" clId="Web-{6BE479C0-79B6-E51F-B78A-275EACB780FC}" dt="2025-01-20T21:47:57.133" v="1983"/>
          <ac:graphicFrameMkLst>
            <pc:docMk/>
            <pc:sldMk cId="3115020261" sldId="272"/>
            <ac:graphicFrameMk id="5" creationId="{E069245B-3695-6D63-E818-9A1186600DD3}"/>
          </ac:graphicFrameMkLst>
        </pc:graphicFrameChg>
      </pc:sldChg>
      <pc:sldChg chg="modSp add ord replId">
        <pc:chgData name="Hernandez, Elsy (hern1883@vandals.uidaho.edu)" userId="S::hern1883@vandals.uidaho.edu::67b8ef22-2178-4f86-8cca-e21441e32c53" providerId="AD" clId="Web-{6BE479C0-79B6-E51F-B78A-275EACB780FC}" dt="2025-01-20T22:18:15.613" v="2039" actId="20577"/>
        <pc:sldMkLst>
          <pc:docMk/>
          <pc:sldMk cId="731559235" sldId="273"/>
        </pc:sldMkLst>
        <pc:spChg chg="mod">
          <ac:chgData name="Hernandez, Elsy (hern1883@vandals.uidaho.edu)" userId="S::hern1883@vandals.uidaho.edu::67b8ef22-2178-4f86-8cca-e21441e32c53" providerId="AD" clId="Web-{6BE479C0-79B6-E51F-B78A-275EACB780FC}" dt="2025-01-20T22:18:06.034" v="2029" actId="20577"/>
          <ac:spMkLst>
            <pc:docMk/>
            <pc:sldMk cId="731559235" sldId="273"/>
            <ac:spMk id="2" creationId="{00000000-0000-0000-0000-000000000000}"/>
          </ac:spMkLst>
        </pc:spChg>
        <pc:spChg chg="mod">
          <ac:chgData name="Hernandez, Elsy (hern1883@vandals.uidaho.edu)" userId="S::hern1883@vandals.uidaho.edu::67b8ef22-2178-4f86-8cca-e21441e32c53" providerId="AD" clId="Web-{6BE479C0-79B6-E51F-B78A-275EACB780FC}" dt="2025-01-20T22:18:15.613" v="2039" actId="20577"/>
          <ac:spMkLst>
            <pc:docMk/>
            <pc:sldMk cId="731559235" sldId="273"/>
            <ac:spMk id="3" creationId="{00000000-0000-0000-0000-000000000000}"/>
          </ac:spMkLst>
        </pc:spChg>
      </pc:sldChg>
      <pc:sldChg chg="addSp delSp modSp new mod ord modClrScheme chgLayout">
        <pc:chgData name="Hernandez, Elsy (hern1883@vandals.uidaho.edu)" userId="S::hern1883@vandals.uidaho.edu::67b8ef22-2178-4f86-8cca-e21441e32c53" providerId="AD" clId="Web-{6BE479C0-79B6-E51F-B78A-275EACB780FC}" dt="2025-01-21T01:05:37.269" v="2541"/>
        <pc:sldMkLst>
          <pc:docMk/>
          <pc:sldMk cId="4261213284" sldId="274"/>
        </pc:sldMkLst>
        <pc:spChg chg="mod ord">
          <ac:chgData name="Hernandez, Elsy (hern1883@vandals.uidaho.edu)" userId="S::hern1883@vandals.uidaho.edu::67b8ef22-2178-4f86-8cca-e21441e32c53" providerId="AD" clId="Web-{6BE479C0-79B6-E51F-B78A-275EACB780FC}" dt="2025-01-20T22:37:30.652" v="2098"/>
          <ac:spMkLst>
            <pc:docMk/>
            <pc:sldMk cId="4261213284" sldId="274"/>
            <ac:spMk id="2" creationId="{5E7763CD-13E5-9F5B-F9ED-7A5796EEFF0F}"/>
          </ac:spMkLst>
        </pc:spChg>
        <pc:spChg chg="add del mod ord">
          <ac:chgData name="Hernandez, Elsy (hern1883@vandals.uidaho.edu)" userId="S::hern1883@vandals.uidaho.edu::67b8ef22-2178-4f86-8cca-e21441e32c53" providerId="AD" clId="Web-{6BE479C0-79B6-E51F-B78A-275EACB780FC}" dt="2025-01-20T22:34:45.733" v="2071"/>
          <ac:spMkLst>
            <pc:docMk/>
            <pc:sldMk cId="4261213284" sldId="274"/>
            <ac:spMk id="7" creationId="{AF525A9E-8393-56F3-5EAC-2CF6B716DF96}"/>
          </ac:spMkLst>
        </pc:spChg>
        <pc:spChg chg="add del mod ord">
          <ac:chgData name="Hernandez, Elsy (hern1883@vandals.uidaho.edu)" userId="S::hern1883@vandals.uidaho.edu::67b8ef22-2178-4f86-8cca-e21441e32c53" providerId="AD" clId="Web-{6BE479C0-79B6-E51F-B78A-275EACB780FC}" dt="2025-01-20T22:34:45.733" v="2071"/>
          <ac:spMkLst>
            <pc:docMk/>
            <pc:sldMk cId="4261213284" sldId="274"/>
            <ac:spMk id="8" creationId="{0CCF6DB1-9D24-9665-0078-512DCF8963AA}"/>
          </ac:spMkLst>
        </pc:spChg>
        <pc:spChg chg="add del mod ord">
          <ac:chgData name="Hernandez, Elsy (hern1883@vandals.uidaho.edu)" userId="S::hern1883@vandals.uidaho.edu::67b8ef22-2178-4f86-8cca-e21441e32c53" providerId="AD" clId="Web-{6BE479C0-79B6-E51F-B78A-275EACB780FC}" dt="2025-01-20T22:35:37.299" v="2079"/>
          <ac:spMkLst>
            <pc:docMk/>
            <pc:sldMk cId="4261213284" sldId="274"/>
            <ac:spMk id="9" creationId="{55C7A80F-0041-5DAC-3E43-193E3D046115}"/>
          </ac:spMkLst>
        </pc:spChg>
        <pc:spChg chg="add del mod ord">
          <ac:chgData name="Hernandez, Elsy (hern1883@vandals.uidaho.edu)" userId="S::hern1883@vandals.uidaho.edu::67b8ef22-2178-4f86-8cca-e21441e32c53" providerId="AD" clId="Web-{6BE479C0-79B6-E51F-B78A-275EACB780FC}" dt="2025-01-20T22:35:37.299" v="2079"/>
          <ac:spMkLst>
            <pc:docMk/>
            <pc:sldMk cId="4261213284" sldId="274"/>
            <ac:spMk id="10" creationId="{86AC5816-36D7-1778-6E26-C6FE385C4D66}"/>
          </ac:spMkLst>
        </pc:spChg>
        <pc:spChg chg="add del mod ord">
          <ac:chgData name="Hernandez, Elsy (hern1883@vandals.uidaho.edu)" userId="S::hern1883@vandals.uidaho.edu::67b8ef22-2178-4f86-8cca-e21441e32c53" providerId="AD" clId="Web-{6BE479C0-79B6-E51F-B78A-275EACB780FC}" dt="2025-01-20T22:35:37.299" v="2079"/>
          <ac:spMkLst>
            <pc:docMk/>
            <pc:sldMk cId="4261213284" sldId="274"/>
            <ac:spMk id="11" creationId="{C0357750-E267-5361-3FF1-3AB436645AB8}"/>
          </ac:spMkLst>
        </pc:spChg>
        <pc:spChg chg="add del mod ord">
          <ac:chgData name="Hernandez, Elsy (hern1883@vandals.uidaho.edu)" userId="S::hern1883@vandals.uidaho.edu::67b8ef22-2178-4f86-8cca-e21441e32c53" providerId="AD" clId="Web-{6BE479C0-79B6-E51F-B78A-275EACB780FC}" dt="2025-01-20T22:35:37.299" v="2079"/>
          <ac:spMkLst>
            <pc:docMk/>
            <pc:sldMk cId="4261213284" sldId="274"/>
            <ac:spMk id="12" creationId="{C5D3BC39-5E3E-5075-B535-D10B67E59D0B}"/>
          </ac:spMkLst>
        </pc:spChg>
        <pc:spChg chg="add del mod ord">
          <ac:chgData name="Hernandez, Elsy (hern1883@vandals.uidaho.edu)" userId="S::hern1883@vandals.uidaho.edu::67b8ef22-2178-4f86-8cca-e21441e32c53" providerId="AD" clId="Web-{6BE479C0-79B6-E51F-B78A-275EACB780FC}" dt="2025-01-20T22:37:30.652" v="2098"/>
          <ac:spMkLst>
            <pc:docMk/>
            <pc:sldMk cId="4261213284" sldId="274"/>
            <ac:spMk id="14" creationId="{3B866C46-4E53-9635-5B88-9A3B821D47C7}"/>
          </ac:spMkLst>
        </pc:spChg>
        <pc:picChg chg="add del mod">
          <ac:chgData name="Hernandez, Elsy (hern1883@vandals.uidaho.edu)" userId="S::hern1883@vandals.uidaho.edu::67b8ef22-2178-4f86-8cca-e21441e32c53" providerId="AD" clId="Web-{6BE479C0-79B6-E51F-B78A-275EACB780FC}" dt="2025-01-20T22:30:16.198" v="2054"/>
          <ac:picMkLst>
            <pc:docMk/>
            <pc:sldMk cId="4261213284" sldId="274"/>
            <ac:picMk id="3" creationId="{FC483F73-3319-C7B1-D256-2944EE904B06}"/>
          </ac:picMkLst>
        </pc:picChg>
        <pc:picChg chg="add del mod">
          <ac:chgData name="Hernandez, Elsy (hern1883@vandals.uidaho.edu)" userId="S::hern1883@vandals.uidaho.edu::67b8ef22-2178-4f86-8cca-e21441e32c53" providerId="AD" clId="Web-{6BE479C0-79B6-E51F-B78A-275EACB780FC}" dt="2025-01-20T22:30:24.714" v="2056"/>
          <ac:picMkLst>
            <pc:docMk/>
            <pc:sldMk cId="4261213284" sldId="274"/>
            <ac:picMk id="4" creationId="{3E1ABEFE-0029-C8C8-A659-4A9A03260200}"/>
          </ac:picMkLst>
        </pc:picChg>
        <pc:picChg chg="add del mod">
          <ac:chgData name="Hernandez, Elsy (hern1883@vandals.uidaho.edu)" userId="S::hern1883@vandals.uidaho.edu::67b8ef22-2178-4f86-8cca-e21441e32c53" providerId="AD" clId="Web-{6BE479C0-79B6-E51F-B78A-275EACB780FC}" dt="2025-01-20T22:36:02.208" v="2084"/>
          <ac:picMkLst>
            <pc:docMk/>
            <pc:sldMk cId="4261213284" sldId="274"/>
            <ac:picMk id="5" creationId="{41297273-DDBA-2625-5E03-AD74F0AB1A26}"/>
          </ac:picMkLst>
        </pc:picChg>
        <pc:picChg chg="add mod">
          <ac:chgData name="Hernandez, Elsy (hern1883@vandals.uidaho.edu)" userId="S::hern1883@vandals.uidaho.edu::67b8ef22-2178-4f86-8cca-e21441e32c53" providerId="AD" clId="Web-{6BE479C0-79B6-E51F-B78A-275EACB780FC}" dt="2025-01-20T22:37:30.652" v="2098"/>
          <ac:picMkLst>
            <pc:docMk/>
            <pc:sldMk cId="4261213284" sldId="274"/>
            <ac:picMk id="6" creationId="{AB10FAE7-9832-2169-E08F-78A916144654}"/>
          </ac:picMkLst>
        </pc:picChg>
        <pc:picChg chg="add del">
          <ac:chgData name="Hernandez, Elsy (hern1883@vandals.uidaho.edu)" userId="S::hern1883@vandals.uidaho.edu::67b8ef22-2178-4f86-8cca-e21441e32c53" providerId="AD" clId="Web-{6BE479C0-79B6-E51F-B78A-275EACB780FC}" dt="2025-01-20T22:35:53.926" v="2082"/>
          <ac:picMkLst>
            <pc:docMk/>
            <pc:sldMk cId="4261213284" sldId="274"/>
            <ac:picMk id="13" creationId="{F811F058-5134-683E-4B62-73F9F08733EF}"/>
          </ac:picMkLst>
        </pc:picChg>
      </pc:sldChg>
      <pc:sldChg chg="addSp delSp modSp add ord replId">
        <pc:chgData name="Hernandez, Elsy (hern1883@vandals.uidaho.edu)" userId="S::hern1883@vandals.uidaho.edu::67b8ef22-2178-4f86-8cca-e21441e32c53" providerId="AD" clId="Web-{6BE479C0-79B6-E51F-B78A-275EACB780FC}" dt="2025-01-21T01:05:53.285" v="2543"/>
        <pc:sldMkLst>
          <pc:docMk/>
          <pc:sldMk cId="110476128" sldId="275"/>
        </pc:sldMkLst>
        <pc:spChg chg="mod">
          <ac:chgData name="Hernandez, Elsy (hern1883@vandals.uidaho.edu)" userId="S::hern1883@vandals.uidaho.edu::67b8ef22-2178-4f86-8cca-e21441e32c53" providerId="AD" clId="Web-{6BE479C0-79B6-E51F-B78A-275EACB780FC}" dt="2025-01-20T22:36:58.430" v="2096" actId="20577"/>
          <ac:spMkLst>
            <pc:docMk/>
            <pc:sldMk cId="110476128" sldId="275"/>
            <ac:spMk id="2" creationId="{5E7763CD-13E5-9F5B-F9ED-7A5796EEFF0F}"/>
          </ac:spMkLst>
        </pc:spChg>
        <pc:picChg chg="del">
          <ac:chgData name="Hernandez, Elsy (hern1883@vandals.uidaho.edu)" userId="S::hern1883@vandals.uidaho.edu::67b8ef22-2178-4f86-8cca-e21441e32c53" providerId="AD" clId="Web-{6BE479C0-79B6-E51F-B78A-275EACB780FC}" dt="2025-01-20T22:42:38.518" v="2104"/>
          <ac:picMkLst>
            <pc:docMk/>
            <pc:sldMk cId="110476128" sldId="275"/>
            <ac:picMk id="3" creationId="{FC483F73-3319-C7B1-D256-2944EE904B06}"/>
          </ac:picMkLst>
        </pc:picChg>
        <pc:picChg chg="add mod">
          <ac:chgData name="Hernandez, Elsy (hern1883@vandals.uidaho.edu)" userId="S::hern1883@vandals.uidaho.edu::67b8ef22-2178-4f86-8cca-e21441e32c53" providerId="AD" clId="Web-{6BE479C0-79B6-E51F-B78A-275EACB780FC}" dt="2025-01-20T22:45:57.580" v="2116" actId="1076"/>
          <ac:picMkLst>
            <pc:docMk/>
            <pc:sldMk cId="110476128" sldId="275"/>
            <ac:picMk id="4" creationId="{9BDD53D2-1A27-CEB7-1111-7EB16755A5FE}"/>
          </ac:picMkLst>
        </pc:picChg>
        <pc:picChg chg="add mod">
          <ac:chgData name="Hernandez, Elsy (hern1883@vandals.uidaho.edu)" userId="S::hern1883@vandals.uidaho.edu::67b8ef22-2178-4f86-8cca-e21441e32c53" providerId="AD" clId="Web-{6BE479C0-79B6-E51F-B78A-275EACB780FC}" dt="2025-01-20T22:46:10.127" v="2118" actId="1076"/>
          <ac:picMkLst>
            <pc:docMk/>
            <pc:sldMk cId="110476128" sldId="275"/>
            <ac:picMk id="5" creationId="{7820D71D-714C-D628-B173-CAD13C8EA5A6}"/>
          </ac:picMkLst>
        </pc:picChg>
      </pc:sldChg>
      <pc:sldChg chg="addSp delSp modSp add mod ord replId modClrScheme chgLayout">
        <pc:chgData name="Hernandez, Elsy (hern1883@vandals.uidaho.edu)" userId="S::hern1883@vandals.uidaho.edu::67b8ef22-2178-4f86-8cca-e21441e32c53" providerId="AD" clId="Web-{6BE479C0-79B6-E51F-B78A-275EACB780FC}" dt="2025-01-21T01:05:49.894" v="2542"/>
        <pc:sldMkLst>
          <pc:docMk/>
          <pc:sldMk cId="3878898137" sldId="276"/>
        </pc:sldMkLst>
        <pc:spChg chg="mod ord">
          <ac:chgData name="Hernandez, Elsy (hern1883@vandals.uidaho.edu)" userId="S::hern1883@vandals.uidaho.edu::67b8ef22-2178-4f86-8cca-e21441e32c53" providerId="AD" clId="Web-{6BE479C0-79B6-E51F-B78A-275EACB780FC}" dt="2025-01-20T22:38:41.141" v="2100"/>
          <ac:spMkLst>
            <pc:docMk/>
            <pc:sldMk cId="3878898137" sldId="276"/>
            <ac:spMk id="2" creationId="{5E7763CD-13E5-9F5B-F9ED-7A5796EEFF0F}"/>
          </ac:spMkLst>
        </pc:spChg>
        <pc:spChg chg="add del mod ord">
          <ac:chgData name="Hernandez, Elsy (hern1883@vandals.uidaho.edu)" userId="S::hern1883@vandals.uidaho.edu::67b8ef22-2178-4f86-8cca-e21441e32c53" providerId="AD" clId="Web-{6BE479C0-79B6-E51F-B78A-275EACB780FC}" dt="2025-01-20T22:38:41.141" v="2100"/>
          <ac:spMkLst>
            <pc:docMk/>
            <pc:sldMk cId="3878898137" sldId="276"/>
            <ac:spMk id="3" creationId="{92113C43-3863-C3F0-6603-4BC7D2C1827D}"/>
          </ac:spMkLst>
        </pc:spChg>
        <pc:picChg chg="add mod">
          <ac:chgData name="Hernandez, Elsy (hern1883@vandals.uidaho.edu)" userId="S::hern1883@vandals.uidaho.edu::67b8ef22-2178-4f86-8cca-e21441e32c53" providerId="AD" clId="Web-{6BE479C0-79B6-E51F-B78A-275EACB780FC}" dt="2025-01-20T22:40:27.352" v="2103"/>
          <ac:picMkLst>
            <pc:docMk/>
            <pc:sldMk cId="3878898137" sldId="276"/>
            <ac:picMk id="4" creationId="{A2396FF3-154B-2AE1-E806-07D507BE246A}"/>
          </ac:picMkLst>
        </pc:picChg>
        <pc:picChg chg="del mod">
          <ac:chgData name="Hernandez, Elsy (hern1883@vandals.uidaho.edu)" userId="S::hern1883@vandals.uidaho.edu::67b8ef22-2178-4f86-8cca-e21441e32c53" providerId="AD" clId="Web-{6BE479C0-79B6-E51F-B78A-275EACB780FC}" dt="2025-01-20T22:40:12.710" v="2101"/>
          <ac:picMkLst>
            <pc:docMk/>
            <pc:sldMk cId="3878898137" sldId="276"/>
            <ac:picMk id="5" creationId="{41297273-DDBA-2625-5E03-AD74F0AB1A26}"/>
          </ac:picMkLst>
        </pc:picChg>
        <pc:picChg chg="del">
          <ac:chgData name="Hernandez, Elsy (hern1883@vandals.uidaho.edu)" userId="S::hern1883@vandals.uidaho.edu::67b8ef22-2178-4f86-8cca-e21441e32c53" providerId="AD" clId="Web-{6BE479C0-79B6-E51F-B78A-275EACB780FC}" dt="2025-01-20T22:36:06.317" v="2085"/>
          <ac:picMkLst>
            <pc:docMk/>
            <pc:sldMk cId="3878898137" sldId="276"/>
            <ac:picMk id="6" creationId="{AB10FAE7-9832-2169-E08F-78A916144654}"/>
          </ac:picMkLst>
        </pc:picChg>
      </pc:sldChg>
      <pc:sldChg chg="addSp modSp new">
        <pc:chgData name="Hernandez, Elsy (hern1883@vandals.uidaho.edu)" userId="S::hern1883@vandals.uidaho.edu::67b8ef22-2178-4f86-8cca-e21441e32c53" providerId="AD" clId="Web-{6BE479C0-79B6-E51F-B78A-275EACB780FC}" dt="2025-01-21T00:03:06.865" v="2435" actId="1076"/>
        <pc:sldMkLst>
          <pc:docMk/>
          <pc:sldMk cId="3609731872" sldId="277"/>
        </pc:sldMkLst>
        <pc:picChg chg="add mod modCrop">
          <ac:chgData name="Hernandez, Elsy (hern1883@vandals.uidaho.edu)" userId="S::hern1883@vandals.uidaho.edu::67b8ef22-2178-4f86-8cca-e21441e32c53" providerId="AD" clId="Web-{6BE479C0-79B6-E51F-B78A-275EACB780FC}" dt="2025-01-21T00:02:47.927" v="2433" actId="1076"/>
          <ac:picMkLst>
            <pc:docMk/>
            <pc:sldMk cId="3609731872" sldId="277"/>
            <ac:picMk id="2" creationId="{08DDB7C2-3BC9-3A0E-25A8-EB36C3C53F11}"/>
          </ac:picMkLst>
        </pc:picChg>
        <pc:picChg chg="add mod">
          <ac:chgData name="Hernandez, Elsy (hern1883@vandals.uidaho.edu)" userId="S::hern1883@vandals.uidaho.edu::67b8ef22-2178-4f86-8cca-e21441e32c53" providerId="AD" clId="Web-{6BE479C0-79B6-E51F-B78A-275EACB780FC}" dt="2025-01-21T00:02:37.566" v="2432" actId="1076"/>
          <ac:picMkLst>
            <pc:docMk/>
            <pc:sldMk cId="3609731872" sldId="277"/>
            <ac:picMk id="3" creationId="{18AF927C-DFF0-9740-126B-E941B7D5D9B5}"/>
          </ac:picMkLst>
        </pc:picChg>
        <pc:picChg chg="add mod">
          <ac:chgData name="Hernandez, Elsy (hern1883@vandals.uidaho.edu)" userId="S::hern1883@vandals.uidaho.edu::67b8ef22-2178-4f86-8cca-e21441e32c53" providerId="AD" clId="Web-{6BE479C0-79B6-E51F-B78A-275EACB780FC}" dt="2025-01-21T00:03:06.865" v="2435" actId="1076"/>
          <ac:picMkLst>
            <pc:docMk/>
            <pc:sldMk cId="3609731872" sldId="277"/>
            <ac:picMk id="4" creationId="{FCA4C12D-E56B-F1B7-8AF4-842DA6EFBEAA}"/>
          </ac:picMkLst>
        </pc:picChg>
      </pc:sldChg>
      <pc:sldMasterChg chg="add del addSldLayout delSldLayout">
        <pc:chgData name="Hernandez, Elsy (hern1883@vandals.uidaho.edu)" userId="S::hern1883@vandals.uidaho.edu::67b8ef22-2178-4f86-8cca-e21441e32c53" providerId="AD" clId="Web-{6BE479C0-79B6-E51F-B78A-275EACB780FC}" dt="2025-01-20T18:11:40.991" v="33"/>
        <pc:sldMasterMkLst>
          <pc:docMk/>
          <pc:sldMasterMk cId="1155871656" sldId="2147483648"/>
        </pc:sldMasterMkLst>
        <pc:sldLayoutChg chg="add del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155871656" sldId="2147483648"/>
            <pc:sldLayoutMk cId="630729612" sldId="2147483649"/>
          </pc:sldLayoutMkLst>
        </pc:sldLayoutChg>
        <pc:sldLayoutChg chg="add del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155871656" sldId="2147483648"/>
            <pc:sldLayoutMk cId="3215576435" sldId="2147483650"/>
          </pc:sldLayoutMkLst>
        </pc:sldLayoutChg>
        <pc:sldLayoutChg chg="add del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155871656" sldId="2147483648"/>
            <pc:sldLayoutMk cId="1917355129" sldId="2147483651"/>
          </pc:sldLayoutMkLst>
        </pc:sldLayoutChg>
        <pc:sldLayoutChg chg="add del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155871656" sldId="2147483648"/>
            <pc:sldLayoutMk cId="3963172377" sldId="2147483652"/>
          </pc:sldLayoutMkLst>
        </pc:sldLayoutChg>
        <pc:sldLayoutChg chg="add del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155871656" sldId="2147483648"/>
            <pc:sldLayoutMk cId="1447994018" sldId="2147483653"/>
          </pc:sldLayoutMkLst>
        </pc:sldLayoutChg>
        <pc:sldLayoutChg chg="add del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155871656" sldId="2147483648"/>
            <pc:sldLayoutMk cId="3956345120" sldId="2147483654"/>
          </pc:sldLayoutMkLst>
        </pc:sldLayoutChg>
        <pc:sldLayoutChg chg="add del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155871656" sldId="2147483648"/>
            <pc:sldLayoutMk cId="3667301160" sldId="2147483655"/>
          </pc:sldLayoutMkLst>
        </pc:sldLayoutChg>
        <pc:sldLayoutChg chg="add del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155871656" sldId="2147483648"/>
            <pc:sldLayoutMk cId="978961171" sldId="2147483656"/>
          </pc:sldLayoutMkLst>
        </pc:sldLayoutChg>
        <pc:sldLayoutChg chg="add del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155871656" sldId="2147483648"/>
            <pc:sldLayoutMk cId="3225279163" sldId="2147483657"/>
          </pc:sldLayoutMkLst>
        </pc:sldLayoutChg>
        <pc:sldLayoutChg chg="add del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155871656" sldId="2147483648"/>
            <pc:sldLayoutMk cId="3787557672" sldId="2147483658"/>
          </pc:sldLayoutMkLst>
        </pc:sldLayoutChg>
        <pc:sldLayoutChg chg="add del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155871656" sldId="2147483648"/>
            <pc:sldLayoutMk cId="770254474" sldId="2147483659"/>
          </pc:sldLayoutMkLst>
        </pc:sldLayoutChg>
      </pc:sldMasterChg>
      <pc:sldMasterChg chg="add del modTransition addSldLayout delSldLayout modSldLayout">
        <pc:chgData name="Hernandez, Elsy (hern1883@vandals.uidaho.edu)" userId="S::hern1883@vandals.uidaho.edu::67b8ef22-2178-4f86-8cca-e21441e32c53" providerId="AD" clId="Web-{6BE479C0-79B6-E51F-B78A-275EACB780FC}" dt="2025-01-20T18:11:40.991" v="33"/>
        <pc:sldMasterMkLst>
          <pc:docMk/>
          <pc:sldMasterMk cId="1741695114" sldId="2147483660"/>
        </pc:sldMasterMkLst>
        <pc:sldLayoutChg chg="add del mod replId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741695114" sldId="2147483660"/>
            <pc:sldLayoutMk cId="1069535750" sldId="2147483661"/>
          </pc:sldLayoutMkLst>
        </pc:sldLayoutChg>
        <pc:sldLayoutChg chg="add del mod replId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741695114" sldId="2147483660"/>
            <pc:sldLayoutMk cId="4293000329" sldId="2147483662"/>
          </pc:sldLayoutMkLst>
        </pc:sldLayoutChg>
        <pc:sldLayoutChg chg="add del mod replId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741695114" sldId="2147483660"/>
            <pc:sldLayoutMk cId="1958923228" sldId="2147483663"/>
          </pc:sldLayoutMkLst>
        </pc:sldLayoutChg>
        <pc:sldLayoutChg chg="add del mod replId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741695114" sldId="2147483660"/>
            <pc:sldLayoutMk cId="2012688298" sldId="2147483664"/>
          </pc:sldLayoutMkLst>
        </pc:sldLayoutChg>
        <pc:sldLayoutChg chg="add del mod replId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741695114" sldId="2147483660"/>
            <pc:sldLayoutMk cId="1392012468" sldId="2147483665"/>
          </pc:sldLayoutMkLst>
        </pc:sldLayoutChg>
        <pc:sldLayoutChg chg="add del mod replId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741695114" sldId="2147483660"/>
            <pc:sldLayoutMk cId="4219687502" sldId="2147483666"/>
          </pc:sldLayoutMkLst>
        </pc:sldLayoutChg>
        <pc:sldLayoutChg chg="add del mod replId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741695114" sldId="2147483660"/>
            <pc:sldLayoutMk cId="2231340480" sldId="2147483667"/>
          </pc:sldLayoutMkLst>
        </pc:sldLayoutChg>
        <pc:sldLayoutChg chg="add del mod replId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741695114" sldId="2147483660"/>
            <pc:sldLayoutMk cId="1014079713" sldId="2147483668"/>
          </pc:sldLayoutMkLst>
        </pc:sldLayoutChg>
        <pc:sldLayoutChg chg="add del mod replId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741695114" sldId="2147483660"/>
            <pc:sldLayoutMk cId="575100175" sldId="2147483669"/>
          </pc:sldLayoutMkLst>
        </pc:sldLayoutChg>
        <pc:sldLayoutChg chg="add del mod replId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741695114" sldId="2147483660"/>
            <pc:sldLayoutMk cId="1578177000" sldId="2147483670"/>
          </pc:sldLayoutMkLst>
        </pc:sldLayoutChg>
        <pc:sldLayoutChg chg="add del mod replId">
          <pc:chgData name="Hernandez, Elsy (hern1883@vandals.uidaho.edu)" userId="S::hern1883@vandals.uidaho.edu::67b8ef22-2178-4f86-8cca-e21441e32c53" providerId="AD" clId="Web-{6BE479C0-79B6-E51F-B78A-275EACB780FC}" dt="2025-01-20T18:11:40.991" v="33"/>
          <pc:sldLayoutMkLst>
            <pc:docMk/>
            <pc:sldMasterMk cId="1741695114" sldId="2147483660"/>
            <pc:sldLayoutMk cId="3548310498" sldId="214748367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C5132-FFA3-4B02-9F09-22FCF40EFA74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C20D7-F8F1-4196-9585-26F31AFC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21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E42C9-243F-4DC5-AFF6-9D56B5FA9D63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EC444-603B-4F09-9A06-5917518DD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5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54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53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30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9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2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28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02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506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43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02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7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invGray">
          <a:xfrm>
            <a:off x="0" y="3936697"/>
            <a:ext cx="12192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1" y="4114800"/>
            <a:ext cx="10515598" cy="1158446"/>
          </a:xfrm>
        </p:spPr>
        <p:txBody>
          <a:bodyPr anchor="b">
            <a:normAutofit/>
          </a:bodyPr>
          <a:lstStyle>
            <a:lvl1pPr algn="l">
              <a:defRPr sz="5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5338170"/>
            <a:ext cx="10515598" cy="474836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3072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7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3276600"/>
            <a:ext cx="12192000" cy="27632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429000"/>
            <a:ext cx="9601200" cy="1838519"/>
          </a:xfrm>
        </p:spPr>
        <p:txBody>
          <a:bodyPr anchor="b">
            <a:normAutofit/>
          </a:bodyPr>
          <a:lstStyle>
            <a:lvl1pPr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5340096"/>
            <a:ext cx="9601200" cy="47548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735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029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5029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7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828800"/>
            <a:ext cx="50292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10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14600"/>
            <a:ext cx="5029200" cy="36750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6188" y="1828800"/>
            <a:ext cx="50292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10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6188" y="2514600"/>
            <a:ext cx="5029200" cy="36750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9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4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0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0" y="1524000"/>
            <a:ext cx="3429000" cy="19050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400800" cy="5257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0" y="3581400"/>
            <a:ext cx="3429000" cy="18288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6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0" y="1527048"/>
            <a:ext cx="3429000" cy="1901952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 title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838198" y="685800"/>
            <a:ext cx="6400800" cy="5257800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0" y="3581400"/>
            <a:ext cx="3428999" cy="18288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27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5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41693" y="365125"/>
            <a:ext cx="1600200" cy="5811838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5344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5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invGray">
          <a:xfrm>
            <a:off x="0" y="6492239"/>
            <a:ext cx="12188825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0" y="6549715"/>
            <a:ext cx="8442158" cy="229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85939" y="6549715"/>
            <a:ext cx="1667860" cy="229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40000"/>
                    <a:lumOff val="60000"/>
                  </a:schemeClr>
                </a:solidFill>
              </a:defRPr>
            </a:lvl1pPr>
          </a:lstStyle>
          <a:p>
            <a:fld id="{B0FE2824-C2A0-4931-BB32-60B24BDBB3CC}" type="datetimeFigureOut">
              <a:rPr lang="en-US" smtClean="0"/>
              <a:pPr/>
              <a:t>1/27/2025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799" y="6549715"/>
            <a:ext cx="446361" cy="229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40000"/>
                    <a:lumOff val="60000"/>
                  </a:schemeClr>
                </a:solidFill>
              </a:defRPr>
            </a:lvl1pPr>
          </a:lstStyle>
          <a:p>
            <a:fld id="{B13333A4-2EF1-4B79-B68C-AB20E66B482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8716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sha.gov/ergonomics/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www.cdc.gov/niosh/ergonomics/ergo-programs/index.html" TargetMode="External"/><Relationship Id="rId4" Type="http://schemas.openxmlformats.org/officeDocument/2006/relationships/hyperlink" Target="https://www.cdc.gov/niosh/ergonomics/about/RNLE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o.org/standards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hfes.org/publications/technical-standard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12.png"/><Relationship Id="rId5" Type="http://schemas.openxmlformats.org/officeDocument/2006/relationships/hyperlink" Target="https://www.faa.gov/data_research/library" TargetMode="External"/><Relationship Id="rId4" Type="http://schemas.openxmlformats.org/officeDocument/2006/relationships/hyperlink" Target="https://hf.tc.faa.gov/publications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 Standardization Standard?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/>
              <a:t>Elsy Hern</a:t>
            </a:r>
            <a:r>
              <a:rPr lang="en-US" dirty="0">
                <a:solidFill>
                  <a:srgbClr val="B2D0B4"/>
                </a:solidFill>
                <a:ea typeface="+mn-lt"/>
                <a:cs typeface="+mn-lt"/>
              </a:rPr>
              <a:t>á</a:t>
            </a:r>
            <a:r>
              <a:rPr lang="en-US" dirty="0"/>
              <a:t>ndez</a:t>
            </a:r>
          </a:p>
          <a:p>
            <a:r>
              <a:rPr lang="en-US" dirty="0"/>
              <a:t>University of Idaho</a:t>
            </a:r>
          </a:p>
        </p:txBody>
      </p:sp>
    </p:spTree>
    <p:extLst>
      <p:ext uri="{BB962C8B-B14F-4D97-AF65-F5344CB8AC3E}">
        <p14:creationId xmlns:p14="http://schemas.microsoft.com/office/powerpoint/2010/main" val="214272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0DF2-8F66-1596-618A-F8327B685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850"/>
            <a:ext cx="10515600" cy="1145224"/>
          </a:xfrm>
        </p:spPr>
        <p:txBody>
          <a:bodyPr/>
          <a:lstStyle/>
          <a:p>
            <a:r>
              <a:rPr lang="en-US" dirty="0"/>
              <a:t>Notable Construction Standards and Organizations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34DA6-048B-19B2-93B7-A4037E935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92075"/>
            <a:ext cx="5029200" cy="49950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1800" dirty="0"/>
              <a:t>Americans with Disabilities Act (ADA)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Occupational Safety and Health Administration (OSHA) Standards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American National Standards Institute (ANSI)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International Organization for Standardization (ISO)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American Society for Testing and Materials (ASTM) International Standards</a:t>
            </a:r>
            <a:endParaRPr lang="en-US"/>
          </a:p>
          <a:p>
            <a:pPr>
              <a:spcBef>
                <a:spcPts val="1000"/>
              </a:spcBef>
            </a:pPr>
            <a:r>
              <a:rPr lang="en-US" sz="1800" dirty="0"/>
              <a:t>American Society of Heating, Refrigerating and Air-Conditioning Engineers (ASHRAE)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American Society of Mechanical Engineers (ASME)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American Society of Civil Engineers (ASCE)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D57F2-FF8A-612F-0674-0CA1C812F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462" y="1405214"/>
            <a:ext cx="5029200" cy="498195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1000"/>
              </a:spcBef>
            </a:pPr>
            <a:r>
              <a:rPr lang="en-US" sz="1800" dirty="0"/>
              <a:t>Institute of Electrical and Electronics Engineers (IEEE)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National Fire Protection Association (NFPA)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National Electrical Code (NEC)</a:t>
            </a:r>
          </a:p>
          <a:p>
            <a:pPr>
              <a:spcBef>
                <a:spcPts val="1000"/>
              </a:spcBef>
            </a:pPr>
            <a:r>
              <a:rPr lang="en-US" sz="1800" dirty="0"/>
              <a:t>International Code Council (ICC)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International Building Code (IBC)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International Residential Code (IRC)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International Plumbing Code (IPC)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International Fire Code (IFC)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International Mechanical Code (IMC)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International Energy Conservation Code (IECC)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Performance Code for Buildings and Facilities (ICCPC)</a:t>
            </a:r>
          </a:p>
        </p:txBody>
      </p:sp>
    </p:spTree>
    <p:extLst>
      <p:ext uri="{BB962C8B-B14F-4D97-AF65-F5344CB8AC3E}">
        <p14:creationId xmlns:p14="http://schemas.microsoft.com/office/powerpoint/2010/main" val="74359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BEEB6-8BCB-F943-DD06-C70B80238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A6578-5DFB-E408-9FED-91A830021B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</a:pPr>
            <a:r>
              <a:rPr lang="en-US" dirty="0"/>
              <a:t>International Association of Plumbing and Mechanical Officials (IAPMO)</a:t>
            </a:r>
            <a:endParaRPr lang="en-US"/>
          </a:p>
          <a:p>
            <a:pPr lvl="1">
              <a:spcBef>
                <a:spcPts val="1000"/>
              </a:spcBef>
              <a:buFont typeface="Courier New" panose="020B0604020202020204" pitchFamily="34" charset="0"/>
              <a:buChar char="o"/>
            </a:pPr>
            <a:r>
              <a:rPr lang="en-US" sz="2000" dirty="0"/>
              <a:t>Uniform Plumbing Code (UPC)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Uniform Mechanical Code (UMC)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Uniform Swimming Pool, Spa and Hot Tub Code (USPSHTC)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Uniform Solar, Hydronics and Geothermal Code (USHGC)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88035-9A24-14B3-DB10-7D60F2D06A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</a:pPr>
            <a:r>
              <a:rPr lang="en-US" dirty="0"/>
              <a:t>National Environmental Policy Act (NEPA)</a:t>
            </a:r>
          </a:p>
          <a:p>
            <a:pPr>
              <a:spcBef>
                <a:spcPts val="1000"/>
              </a:spcBef>
            </a:pPr>
            <a:r>
              <a:rPr lang="en-US" dirty="0"/>
              <a:t>American Institute of Steel Construction (AISC) Standards</a:t>
            </a:r>
          </a:p>
          <a:p>
            <a:pPr>
              <a:spcBef>
                <a:spcPts val="1000"/>
              </a:spcBef>
            </a:pPr>
            <a:r>
              <a:rPr lang="en-US" dirty="0"/>
              <a:t>American Concrete Institute (ACI) Standards</a:t>
            </a:r>
            <a:endParaRPr lang="en-US"/>
          </a:p>
          <a:p>
            <a:pPr>
              <a:spcBef>
                <a:spcPts val="1000"/>
              </a:spcBef>
            </a:pPr>
            <a:r>
              <a:rPr lang="en-US" dirty="0"/>
              <a:t>The Masonry Society: Masonry Standards Online (MSO)</a:t>
            </a:r>
          </a:p>
          <a:p>
            <a:pPr>
              <a:spcBef>
                <a:spcPts val="1000"/>
              </a:spcBef>
            </a:pPr>
            <a:r>
              <a:rPr lang="en-US" dirty="0"/>
              <a:t>International Code Council (ICC): International Existing Building Code (IEBC)</a:t>
            </a:r>
          </a:p>
        </p:txBody>
      </p:sp>
    </p:spTree>
    <p:extLst>
      <p:ext uri="{BB962C8B-B14F-4D97-AF65-F5344CB8AC3E}">
        <p14:creationId xmlns:p14="http://schemas.microsoft.com/office/powerpoint/2010/main" val="327491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4 International Plumbing Code®">
            <a:extLst>
              <a:ext uri="{FF2B5EF4-FFF2-40B4-BE49-F238E27FC236}">
                <a16:creationId xmlns:a16="http://schemas.microsoft.com/office/drawing/2014/main" id="{08DDB7C2-3BC9-3A0E-25A8-EB36C3C53F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876" b="218"/>
          <a:stretch/>
        </p:blipFill>
        <p:spPr>
          <a:xfrm>
            <a:off x="612227" y="1991711"/>
            <a:ext cx="3308733" cy="4214658"/>
          </a:xfrm>
          <a:prstGeom prst="rect">
            <a:avLst/>
          </a:prstGeom>
        </p:spPr>
      </p:pic>
      <p:pic>
        <p:nvPicPr>
          <p:cNvPr id="3" name="Picture 2" descr="2020 National Electrical Code - Elevator Books">
            <a:extLst>
              <a:ext uri="{FF2B5EF4-FFF2-40B4-BE49-F238E27FC236}">
                <a16:creationId xmlns:a16="http://schemas.microsoft.com/office/drawing/2014/main" id="{18AF927C-DFF0-9740-126B-E941B7D5D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367" y="651723"/>
            <a:ext cx="3334405" cy="4464104"/>
          </a:xfrm>
          <a:prstGeom prst="rect">
            <a:avLst/>
          </a:prstGeom>
        </p:spPr>
      </p:pic>
      <p:pic>
        <p:nvPicPr>
          <p:cNvPr id="4" name="Picture 3" descr="Cast Stone Standards 2023 Cover">
            <a:extLst>
              <a:ext uri="{FF2B5EF4-FFF2-40B4-BE49-F238E27FC236}">
                <a16:creationId xmlns:a16="http://schemas.microsoft.com/office/drawing/2014/main" id="{FCA4C12D-E56B-F1B7-8AF4-842DA6EFB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091" y="1987860"/>
            <a:ext cx="3169286" cy="420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3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63CD-13E5-9F5B-F9ED-7A5796EEF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</p:spPr>
        <p:txBody>
          <a:bodyPr anchor="b">
            <a:normAutofit/>
          </a:bodyPr>
          <a:lstStyle/>
          <a:p>
            <a:r>
              <a:rPr lang="en-US" dirty="0"/>
              <a:t>International Code Council: Idaho</a:t>
            </a: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AB10FAE7-9832-2169-E08F-78A916144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07976"/>
            <a:ext cx="10515600" cy="27866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61213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63CD-13E5-9F5B-F9ED-7A5796EEF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</p:spPr>
        <p:txBody>
          <a:bodyPr anchor="b">
            <a:normAutofit/>
          </a:bodyPr>
          <a:lstStyle/>
          <a:p>
            <a:r>
              <a:rPr lang="en-US" dirty="0"/>
              <a:t>International Code Council: Washington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396FF3-154B-2AE1-E806-07D507BE2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03330"/>
            <a:ext cx="10515600" cy="39959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8898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63CD-13E5-9F5B-F9ED-7A5796EEF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International Code Council: Texas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DD53D2-1A27-CEB7-1111-7EB16755A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27" y="1507616"/>
            <a:ext cx="7685690" cy="2936248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7820D71D-714C-D628-B173-CAD13C8EA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413" y="3986047"/>
            <a:ext cx="6660932" cy="249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6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OSHA/NIOSH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</a:pPr>
            <a:r>
              <a:rPr lang="en-US" dirty="0">
                <a:hlinkClick r:id="rId3"/>
              </a:rPr>
              <a:t>Occupational Safety and Health Administration (OSHA)</a:t>
            </a:r>
            <a:endParaRPr lang="en-US" dirty="0"/>
          </a:p>
          <a:p>
            <a:pPr lvl="1">
              <a:spcBef>
                <a:spcPts val="1000"/>
              </a:spcBef>
              <a:buFont typeface="Courier New,monospace" panose="020B0604020202020204" pitchFamily="34" charset="0"/>
              <a:buChar char="o"/>
            </a:pPr>
            <a:r>
              <a:rPr lang="en-US" sz="2000" dirty="0"/>
              <a:t>National Institute for Occupational Safety and Health (NIOSH)</a:t>
            </a:r>
          </a:p>
          <a:p>
            <a:pPr lvl="2">
              <a:spcBef>
                <a:spcPts val="1000"/>
              </a:spcBef>
              <a:buFont typeface="Wingdings,Sans-Serif" panose="020B0604020202020204" pitchFamily="34" charset="0"/>
              <a:buChar char="§"/>
            </a:pPr>
            <a:r>
              <a:rPr lang="en-US" sz="1800" dirty="0"/>
              <a:t>Manuals and Guidelines</a:t>
            </a:r>
          </a:p>
          <a:p>
            <a:pPr lvl="2">
              <a:spcBef>
                <a:spcPts val="1000"/>
              </a:spcBef>
              <a:buFont typeface="Wingdings,Sans-Serif" panose="020B0604020202020204" pitchFamily="34" charset="0"/>
              <a:buChar char="§"/>
            </a:pPr>
            <a:r>
              <a:rPr lang="en-US" sz="1800" dirty="0">
                <a:hlinkClick r:id="rId4"/>
              </a:rPr>
              <a:t>Revised NIOSH Lifting Equation</a:t>
            </a:r>
            <a:endParaRPr lang="en-US" dirty="0"/>
          </a:p>
          <a:p>
            <a:pPr lvl="2">
              <a:spcBef>
                <a:spcPts val="1000"/>
              </a:spcBef>
              <a:buFont typeface="Wingdings,Sans-Serif" panose="020B0604020202020204" pitchFamily="34" charset="0"/>
              <a:buChar char="§"/>
            </a:pPr>
            <a:r>
              <a:rPr lang="en-US" sz="1800" dirty="0">
                <a:hlinkClick r:id="rId5"/>
              </a:rPr>
              <a:t>Elements of Ergonomics Programs</a:t>
            </a:r>
          </a:p>
        </p:txBody>
      </p:sp>
      <p:pic>
        <p:nvPicPr>
          <p:cNvPr id="4" name="Picture 3" descr="A screenshot of a computer work stations&#10;&#10;AI-generated content may be incorrect.">
            <a:extLst>
              <a:ext uri="{FF2B5EF4-FFF2-40B4-BE49-F238E27FC236}">
                <a16:creationId xmlns:a16="http://schemas.microsoft.com/office/drawing/2014/main" id="{AAD6EF8D-2677-D4C8-94DC-76CDAD2102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1826" y="3711948"/>
            <a:ext cx="4677106" cy="2784266"/>
          </a:xfrm>
          <a:prstGeom prst="rect">
            <a:avLst/>
          </a:prstGeom>
        </p:spPr>
      </p:pic>
      <p:pic>
        <p:nvPicPr>
          <p:cNvPr id="6" name="Picture 5" descr="A screenshot of a website&#10;&#10;AI-generated content may be incorrect.">
            <a:extLst>
              <a:ext uri="{FF2B5EF4-FFF2-40B4-BE49-F238E27FC236}">
                <a16:creationId xmlns:a16="http://schemas.microsoft.com/office/drawing/2014/main" id="{1C501D87-9C3A-419E-E597-E5B3790C9D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4198" y="3183319"/>
            <a:ext cx="4940190" cy="300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2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Collaborations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</a:pPr>
            <a:r>
              <a:rPr lang="en-US" dirty="0">
                <a:ea typeface="+mn-lt"/>
                <a:cs typeface="+mn-lt"/>
              </a:rPr>
              <a:t>American National Standards Institute (ANSI)/Association for the Advancement of Medical Instrumentation (AAMI): Human Factors Engineering-Design of Medical Devices</a:t>
            </a:r>
          </a:p>
          <a:p>
            <a:pPr>
              <a:spcBef>
                <a:spcPts val="1000"/>
              </a:spcBef>
            </a:pPr>
            <a:r>
              <a:rPr lang="en-US" dirty="0">
                <a:ea typeface="+mn-lt"/>
                <a:cs typeface="+mn-lt"/>
              </a:rPr>
              <a:t>American National Standards Institute (ANSI)/Human Factors and Ergonomics Society (HFES): Human Factors Engineering of Software User Interfaces</a:t>
            </a:r>
          </a:p>
          <a:p>
            <a:pPr>
              <a:spcBef>
                <a:spcPts val="1000"/>
              </a:spcBef>
            </a:pPr>
            <a:r>
              <a:rPr lang="en-US" dirty="0">
                <a:ea typeface="+mn-lt"/>
                <a:cs typeface="+mn-lt"/>
                <a:hlinkClick r:id="rId3"/>
              </a:rPr>
              <a:t>International Organization for Standardization (ISO)</a:t>
            </a:r>
            <a:endParaRPr lang="en-US" dirty="0">
              <a:ea typeface="+mn-lt"/>
              <a:cs typeface="+mn-lt"/>
            </a:endParaRPr>
          </a:p>
          <a:p>
            <a:pPr>
              <a:spcBef>
                <a:spcPts val="1000"/>
              </a:spcBef>
            </a:pPr>
            <a:r>
              <a:rPr lang="en-US" dirty="0">
                <a:ea typeface="+mn-lt"/>
                <a:cs typeface="+mn-lt"/>
              </a:rPr>
              <a:t>International Ergonomics Association (IEA)</a:t>
            </a:r>
          </a:p>
          <a:p>
            <a:pPr>
              <a:spcBef>
                <a:spcPts val="1000"/>
              </a:spcBef>
            </a:pPr>
            <a:r>
              <a:rPr lang="en-US" dirty="0">
                <a:ea typeface="+mn-lt"/>
                <a:cs typeface="+mn-lt"/>
                <a:hlinkClick r:id="rId4"/>
              </a:rPr>
              <a:t>Human Factors and Ergonomics Society (HFES)</a:t>
            </a:r>
          </a:p>
        </p:txBody>
      </p:sp>
    </p:spTree>
    <p:extLst>
      <p:ext uri="{BB962C8B-B14F-4D97-AF65-F5344CB8AC3E}">
        <p14:creationId xmlns:p14="http://schemas.microsoft.com/office/powerpoint/2010/main" val="284515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C6E2E-8DCC-6F9A-6001-33751C8C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Federal Aviation Administration (FAA)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FC628-1BF8-D961-D3DE-6895C3FAC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hlinkClick r:id="rId4"/>
              </a:rPr>
              <a:t>Publications</a:t>
            </a:r>
            <a:endParaRPr lang="en-US" dirty="0"/>
          </a:p>
          <a:p>
            <a:r>
              <a:rPr lang="en-US" dirty="0">
                <a:hlinkClick r:id="rId5"/>
              </a:rPr>
              <a:t>Technical Library</a:t>
            </a:r>
          </a:p>
        </p:txBody>
      </p:sp>
      <p:pic>
        <p:nvPicPr>
          <p:cNvPr id="5" name="Picture 4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42E6D2BD-987B-3855-46E1-A7B299741E6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9504" b="-413"/>
          <a:stretch/>
        </p:blipFill>
        <p:spPr>
          <a:xfrm>
            <a:off x="1260161" y="4509877"/>
            <a:ext cx="9672965" cy="1668934"/>
          </a:xfrm>
          <a:prstGeom prst="rect">
            <a:avLst/>
          </a:prstGeom>
        </p:spPr>
      </p:pic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4D4EF31-0B10-FEAB-A200-24C6430BE20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1" t="32" r="-251" b="79826"/>
          <a:stretch/>
        </p:blipFill>
        <p:spPr>
          <a:xfrm>
            <a:off x="1037009" y="3007635"/>
            <a:ext cx="10128411" cy="1115935"/>
          </a:xfrm>
          <a:prstGeom prst="rect">
            <a:avLst/>
          </a:prstGeom>
        </p:spPr>
      </p:pic>
      <p:pic>
        <p:nvPicPr>
          <p:cNvPr id="9" name="Picture 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6F07BAF-A22D-03AF-7ABD-5749BE53E1A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3368" b="45075"/>
          <a:stretch/>
        </p:blipFill>
        <p:spPr>
          <a:xfrm>
            <a:off x="1177674" y="3619160"/>
            <a:ext cx="9864219" cy="1770038"/>
          </a:xfrm>
          <a:prstGeom prst="rect">
            <a:avLst/>
          </a:prstGeom>
        </p:spPr>
      </p:pic>
      <p:pic>
        <p:nvPicPr>
          <p:cNvPr id="16" name="Picture 15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B436D654-FA0D-FE09-C581-83C26FE7E0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348" b="46281"/>
          <a:stretch/>
        </p:blipFill>
        <p:spPr>
          <a:xfrm>
            <a:off x="831994" y="3546744"/>
            <a:ext cx="10514224" cy="1917254"/>
          </a:xfrm>
          <a:prstGeom prst="rect">
            <a:avLst/>
          </a:prstGeom>
        </p:spPr>
      </p:pic>
      <p:pic>
        <p:nvPicPr>
          <p:cNvPr id="18" name="Picture 17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C86BC1CF-03EB-21E2-8DBC-6F23EFAEF6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7738" r="152" b="-299"/>
          <a:stretch/>
        </p:blipFill>
        <p:spPr>
          <a:xfrm>
            <a:off x="839965" y="3346770"/>
            <a:ext cx="10539659" cy="23178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2432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E5344-B628-2F9F-8805-411F070F9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953" y="3429000"/>
            <a:ext cx="9601200" cy="1838519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4E1ED-F69B-65E5-C719-2D18F9472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03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spcBef>
                <a:spcPts val="1000"/>
              </a:spcBef>
            </a:pPr>
            <a:r>
              <a:rPr lang="en-US" dirty="0">
                <a:ea typeface="+mn-lt"/>
                <a:cs typeface="+mn-lt"/>
              </a:rPr>
              <a:t>ANSI, &amp; AAMI. (2018). Human Factors Engineering-Design of Medical Devices.</a:t>
            </a:r>
          </a:p>
          <a:p>
            <a:pPr>
              <a:spcBef>
                <a:spcPts val="1000"/>
              </a:spcBef>
            </a:pPr>
            <a:r>
              <a:rPr lang="en-US" dirty="0">
                <a:effectLst/>
              </a:rPr>
              <a:t>ANSI, &amp; HFES. (2008). Human Factors Engineering of Software User Interfaces.</a:t>
            </a:r>
          </a:p>
          <a:p>
            <a:pPr>
              <a:spcBef>
                <a:spcPts val="1000"/>
              </a:spcBef>
            </a:pPr>
            <a:r>
              <a:rPr lang="en-US" dirty="0">
                <a:effectLst/>
              </a:rPr>
              <a:t>Federal Aviation Administration. (2024, April). </a:t>
            </a:r>
            <a:r>
              <a:rPr lang="en-US" i="1" dirty="0">
                <a:effectLst/>
              </a:rPr>
              <a:t>FAA Technical Library Catalog</a:t>
            </a:r>
            <a:r>
              <a:rPr lang="en-US" dirty="0">
                <a:effectLst/>
              </a:rPr>
              <a:t>.	OPAC Discovery. https://f10011.eos-intl.net/F10011/OPAC/TileStart.aspx</a:t>
            </a:r>
          </a:p>
          <a:p>
            <a:pPr>
              <a:spcBef>
                <a:spcPts val="1000"/>
              </a:spcBef>
            </a:pPr>
            <a:r>
              <a:rPr lang="en-US" dirty="0">
                <a:effectLst/>
              </a:rPr>
              <a:t>Federal Aviation Administration. (n.d.). </a:t>
            </a:r>
            <a:r>
              <a:rPr lang="en-US" i="1" dirty="0">
                <a:effectLst/>
              </a:rPr>
              <a:t>Browse Publications</a:t>
            </a:r>
            <a:r>
              <a:rPr lang="en-US" dirty="0">
                <a:effectLst/>
              </a:rPr>
              <a:t>. FAA Human Factors 	(ANG-E25) Publications. https://hf.tc.faa.gov/publications/</a:t>
            </a:r>
          </a:p>
          <a:p>
            <a:pPr>
              <a:spcBef>
                <a:spcPts val="1000"/>
              </a:spcBef>
            </a:pPr>
            <a:r>
              <a:rPr lang="en-US" dirty="0">
                <a:effectLst/>
              </a:rPr>
              <a:t>Human Factors and Ergonomics Society. (2025). </a:t>
            </a:r>
            <a:r>
              <a:rPr lang="en-US" i="1" dirty="0">
                <a:effectLst/>
              </a:rPr>
              <a:t>Technical Standards</a:t>
            </a:r>
            <a:r>
              <a:rPr lang="en-US" dirty="0">
                <a:effectLst/>
              </a:rPr>
              <a:t>.	https://www.hfes.org/publications/technical-standards</a:t>
            </a:r>
          </a:p>
          <a:p>
            <a:pPr>
              <a:spcBef>
                <a:spcPts val="1000"/>
              </a:spcBef>
            </a:pPr>
            <a:r>
              <a:rPr lang="en-US" dirty="0">
                <a:effectLst/>
              </a:rPr>
              <a:t>International Code Council. (2025). </a:t>
            </a:r>
            <a:r>
              <a:rPr lang="en-US" i="1" dirty="0">
                <a:effectLst/>
              </a:rPr>
              <a:t>Standards</a:t>
            </a:r>
            <a:r>
              <a:rPr lang="en-US" dirty="0">
                <a:effectLst/>
              </a:rPr>
              <a:t>.	https://codes.iccsafe.org/codes/standards</a:t>
            </a:r>
          </a:p>
          <a:p>
            <a:pPr>
              <a:spcBef>
                <a:spcPts val="1000"/>
              </a:spcBef>
            </a:pPr>
            <a:r>
              <a:rPr lang="en-US" dirty="0">
                <a:effectLst/>
              </a:rPr>
              <a:t>International Ergonomics &amp; Human Factors Association. (n.d.). International 	Ergonomics Association | Global Federation of Human Factors/ergonomics 	societies. https://iea.cc/</a:t>
            </a:r>
          </a:p>
        </p:txBody>
      </p:sp>
    </p:spTree>
    <p:extLst>
      <p:ext uri="{BB962C8B-B14F-4D97-AF65-F5344CB8AC3E}">
        <p14:creationId xmlns:p14="http://schemas.microsoft.com/office/powerpoint/2010/main" val="73155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E868-D96F-4F95-CBF9-9A8DFEB74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F3158-1FB9-1ADA-25BD-E9E07031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15908-770F-DF29-5515-55E341672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spcBef>
                <a:spcPts val="1000"/>
              </a:spcBef>
            </a:pPr>
            <a:r>
              <a:rPr lang="en-US" dirty="0">
                <a:effectLst/>
              </a:rPr>
              <a:t>International Organization for Standardization. (2025). Standards. 	https://www.iso.org/standards.html</a:t>
            </a:r>
          </a:p>
          <a:p>
            <a:pPr>
              <a:spcBef>
                <a:spcPts val="1000"/>
              </a:spcBef>
            </a:pPr>
            <a:r>
              <a:rPr lang="en-US" dirty="0">
                <a:effectLst/>
              </a:rPr>
              <a:t>National Institute for Occupational Safety and Health. (2024a, February 21). </a:t>
            </a:r>
            <a:r>
              <a:rPr lang="en-US" i="1" dirty="0">
                <a:effectLst/>
              </a:rPr>
              <a:t>Revised 	NIOSH Lifting Equation</a:t>
            </a:r>
            <a:r>
              <a:rPr lang="en-US" dirty="0">
                <a:effectLst/>
              </a:rPr>
              <a:t>. Centers for Disease Control and Prevention 	https://www.cdc.gov/niosh/ergonomics/about/RNLE.html</a:t>
            </a:r>
          </a:p>
          <a:p>
            <a:pPr>
              <a:spcBef>
                <a:spcPts val="1000"/>
              </a:spcBef>
            </a:pPr>
            <a:r>
              <a:rPr lang="en-US" dirty="0">
                <a:effectLst/>
              </a:rPr>
              <a:t>National Institute for Occupational Safety and Health. (2024b, February 26). </a:t>
            </a:r>
            <a:r>
              <a:rPr lang="en-US" i="1" dirty="0">
                <a:effectLst/>
              </a:rPr>
              <a:t>Elements of 	Ergonomics Programs</a:t>
            </a:r>
            <a:r>
              <a:rPr lang="en-US" dirty="0">
                <a:effectLst/>
              </a:rPr>
              <a:t>. Centers for Disease Control and Prevention. 	https://www.cdc.gov/niosh/ergonomics/ergo-programs/index.html</a:t>
            </a:r>
          </a:p>
          <a:p>
            <a:pPr>
              <a:spcBef>
                <a:spcPts val="1000"/>
              </a:spcBef>
            </a:pPr>
            <a:r>
              <a:rPr lang="en-US" dirty="0">
                <a:effectLst/>
              </a:rPr>
              <a:t>Occupational Safety and Health Administration. (n.d.-a). </a:t>
            </a:r>
            <a:r>
              <a:rPr lang="en-US" i="1" dirty="0">
                <a:effectLst/>
              </a:rPr>
              <a:t>Computer workstations </a:t>
            </a:r>
            <a:r>
              <a:rPr lang="en-US" i="1" dirty="0" err="1">
                <a:effectLst/>
              </a:rPr>
              <a:t>eTool</a:t>
            </a:r>
            <a:r>
              <a:rPr lang="en-US" dirty="0">
                <a:effectLst/>
              </a:rPr>
              <a:t>. 	https://www.osha.gov/etools/computer-workstations</a:t>
            </a:r>
          </a:p>
          <a:p>
            <a:pPr>
              <a:spcBef>
                <a:spcPts val="1000"/>
              </a:spcBef>
            </a:pPr>
            <a:r>
              <a:rPr lang="en-US" dirty="0">
                <a:effectLst/>
              </a:rPr>
              <a:t>Occupational Safety and Health Administration. (n.d.-b). </a:t>
            </a:r>
            <a:r>
              <a:rPr lang="en-US" i="1" dirty="0">
                <a:effectLst/>
              </a:rPr>
              <a:t>Ergonomics</a:t>
            </a:r>
            <a:r>
              <a:rPr lang="en-US" dirty="0">
                <a:effectLst/>
              </a:rPr>
              <a:t>. 	https://www.osha.gov/ergonomics/</a:t>
            </a:r>
          </a:p>
          <a:p>
            <a:pPr>
              <a:spcBef>
                <a:spcPts val="1000"/>
              </a:spcBef>
            </a:pPr>
            <a:r>
              <a:rPr lang="en-US" dirty="0">
                <a:effectLst/>
              </a:rPr>
              <a:t>Occupational Safety and Health Administration. (n.d.-c). </a:t>
            </a:r>
            <a:r>
              <a:rPr lang="en-US" i="1" dirty="0">
                <a:effectLst/>
              </a:rPr>
              <a:t>Solutions for Electrical 	Contractors </a:t>
            </a:r>
            <a:r>
              <a:rPr lang="en-US" i="1" dirty="0" err="1">
                <a:effectLst/>
              </a:rPr>
              <a:t>eTool</a:t>
            </a:r>
            <a:r>
              <a:rPr lang="en-US" dirty="0">
                <a:effectLst/>
              </a:rPr>
              <a:t>. https://www.osha.gov/etools/electrical-contractors/supplemental-	information/solutions/tasks-hand</a:t>
            </a:r>
          </a:p>
        </p:txBody>
      </p:sp>
    </p:spTree>
    <p:extLst>
      <p:ext uri="{BB962C8B-B14F-4D97-AF65-F5344CB8AC3E}">
        <p14:creationId xmlns:p14="http://schemas.microsoft.com/office/powerpoint/2010/main" val="2798702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6|47.9|25.1"/>
</p:tagLst>
</file>

<file path=ppt/theme/theme1.xml><?xml version="1.0" encoding="utf-8"?>
<a:theme xmlns:a="http://schemas.openxmlformats.org/drawingml/2006/main" name="CITY SKETCH 16X9">
  <a:themeElements>
    <a:clrScheme name="Custom 4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C9A057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</TotalTime>
  <Words>770</Words>
  <Application>Microsoft Office PowerPoint</Application>
  <PresentationFormat>Widescreen</PresentationFormat>
  <Paragraphs>79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Century Schoolbook</vt:lpstr>
      <vt:lpstr>Courier New</vt:lpstr>
      <vt:lpstr>Courier New,monospace</vt:lpstr>
      <vt:lpstr>Wingdings,Sans-Serif</vt:lpstr>
      <vt:lpstr>CITY SKETCH 16X9</vt:lpstr>
      <vt:lpstr>Is Standardization Standard?</vt:lpstr>
      <vt:lpstr>Notable Construction Standards and Organizations</vt:lpstr>
      <vt:lpstr>More...</vt:lpstr>
      <vt:lpstr>PowerPoint Presentation</vt:lpstr>
      <vt:lpstr>International Code Council: Idaho</vt:lpstr>
      <vt:lpstr>International Code Council: Washington</vt:lpstr>
      <vt:lpstr>International Code Council: Texas</vt:lpstr>
      <vt:lpstr>OSHA/NIOSH</vt:lpstr>
      <vt:lpstr>More Collaborations</vt:lpstr>
      <vt:lpstr>Federal Aviation Administration (FAA)</vt:lpstr>
      <vt:lpstr>Thank You!</vt:lpstr>
      <vt:lpstr>References</vt:lpstr>
      <vt:lpstr>References Continued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Elsy</dc:creator>
  <cp:lastModifiedBy>Hernandez, Elsy (hern1883@vandals.uidaho.edu)</cp:lastModifiedBy>
  <cp:revision>2257</cp:revision>
  <dcterms:created xsi:type="dcterms:W3CDTF">2025-01-20T17:25:10Z</dcterms:created>
  <dcterms:modified xsi:type="dcterms:W3CDTF">2025-01-28T02:57:50Z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