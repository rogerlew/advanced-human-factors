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handoutMasterIdLst>
    <p:handoutMasterId r:id="rId32"/>
  </p:handoutMasterIdLst>
  <p:sldIdLst>
    <p:sldId id="1536" r:id="rId5"/>
    <p:sldId id="257" r:id="rId6"/>
    <p:sldId id="260" r:id="rId7"/>
    <p:sldId id="1580" r:id="rId8"/>
    <p:sldId id="1581" r:id="rId9"/>
    <p:sldId id="269" r:id="rId10"/>
    <p:sldId id="1599" r:id="rId11"/>
    <p:sldId id="1600" r:id="rId12"/>
    <p:sldId id="1601" r:id="rId13"/>
    <p:sldId id="1602" r:id="rId14"/>
    <p:sldId id="1598" r:id="rId15"/>
    <p:sldId id="1604" r:id="rId16"/>
    <p:sldId id="1605" r:id="rId17"/>
    <p:sldId id="1606" r:id="rId18"/>
    <p:sldId id="261" r:id="rId19"/>
    <p:sldId id="1584" r:id="rId20"/>
    <p:sldId id="1603" r:id="rId21"/>
    <p:sldId id="1597" r:id="rId22"/>
    <p:sldId id="1609" r:id="rId23"/>
    <p:sldId id="1610" r:id="rId24"/>
    <p:sldId id="1611" r:id="rId25"/>
    <p:sldId id="1612" r:id="rId26"/>
    <p:sldId id="1613" r:id="rId27"/>
    <p:sldId id="1614" r:id="rId28"/>
    <p:sldId id="270" r:id="rId29"/>
    <p:sldId id="26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C16F"/>
    <a:srgbClr val="60C0C3"/>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53" autoAdjust="0"/>
    <p:restoredTop sz="81992" autoAdjust="0"/>
  </p:normalViewPr>
  <p:slideViewPr>
    <p:cSldViewPr snapToGrid="0">
      <p:cViewPr varScale="1">
        <p:scale>
          <a:sx n="111" d="100"/>
          <a:sy n="111" d="100"/>
        </p:scale>
        <p:origin x="1616" y="200"/>
      </p:cViewPr>
      <p:guideLst/>
    </p:cSldViewPr>
  </p:slideViewPr>
  <p:notesTextViewPr>
    <p:cViewPr>
      <p:scale>
        <a:sx n="3" d="2"/>
        <a:sy n="3" d="2"/>
      </p:scale>
      <p:origin x="0" y="0"/>
    </p:cViewPr>
  </p:notesTextViewPr>
  <p:sorterViewPr>
    <p:cViewPr>
      <p:scale>
        <a:sx n="100" d="100"/>
        <a:sy n="100" d="100"/>
      </p:scale>
      <p:origin x="0" y="-2286"/>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4/16/25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4/16/25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youtu.be/b2jjpyALC7Q?si=cNVxo1LoLFVxTehZ"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t>
            </a:r>
          </a:p>
          <a:p>
            <a:endParaRPr lang="en-US" dirty="0"/>
          </a:p>
          <a:p>
            <a:r>
              <a:rPr lang="en-US" dirty="0"/>
              <a:t>Today, I'll be talking about the ergonomics of workplace robotics. </a:t>
            </a:r>
          </a:p>
          <a:p>
            <a:endParaRPr lang="en-US" dirty="0"/>
          </a:p>
          <a:p>
            <a:r>
              <a:rPr lang="en-US" dirty="0"/>
              <a:t>While there will be some similar principles to my discussion on exoskeletons, this topic will cover a more specific set of robots, mainly based on their use in manufacturing instead of a specific type of machine.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223474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a:t>
            </a:r>
          </a:p>
          <a:p>
            <a:endParaRPr lang="en-US" dirty="0"/>
          </a:p>
          <a:p>
            <a:r>
              <a:rPr lang="en-US" dirty="0"/>
              <a:t>Much of the content and research I'll be discussing came from a literature review on "ergonomic human-robot collaboration in industry" from 2023.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578222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manufacturing jobs suffer from </a:t>
            </a:r>
            <a:r>
              <a:rPr lang="en-US" dirty="0" err="1"/>
              <a:t>repetive</a:t>
            </a:r>
            <a:r>
              <a:rPr lang="en-US" dirty="0"/>
              <a:t> tasks, heavy loads, bad postures, poor environmental conditions, and significant stress. Over time, these can lead to musculoskeletal disorders, or "MSDs."</a:t>
            </a:r>
          </a:p>
          <a:p>
            <a:endParaRPr lang="en-US" dirty="0"/>
          </a:p>
          <a:p>
            <a:r>
              <a:rPr lang="en-US" dirty="0"/>
              <a:t>The article states that...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4196756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solutions being researched in the field include effective design of workstations, development of intuitive feedback interfaces that warn about risks and hazards, and the creation of advanced human-robot shared workstations for fruitful and ergonomic collaboration in hybrid environments. </a:t>
            </a:r>
          </a:p>
          <a:p>
            <a:endParaRPr lang="en-US" dirty="0"/>
          </a:p>
          <a:p>
            <a:r>
              <a:rPr lang="en-US" dirty="0"/>
              <a:t>This diagram from the article shows a worker in poor working conditions on the left, and then in a hypothetical improved workstation in collaboration with a robot on the right. The middle section shows the research tools that could be equipped to perform the ergonomic intervention.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681512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 me cover some key terms before we jump in. Is everyone familiar with micro- and macro-ergonomics?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Environmental factors include things like lighting, noise, temperature, air quality, etc.</a:t>
            </a:r>
          </a:p>
          <a:p>
            <a:endParaRPr lang="en-US" dirty="0"/>
          </a:p>
          <a:p>
            <a:r>
              <a:rPr lang="en-US" dirty="0"/>
              <a:t>Mechanical exposure refers to ergonomic factors that do not include the environment. This primarily includes physical forces, movements, and postures. </a:t>
            </a:r>
          </a:p>
          <a:p>
            <a:endParaRPr lang="en-US" dirty="0"/>
          </a:p>
          <a:p>
            <a:r>
              <a:rPr lang="en-US" dirty="0"/>
              <a:t>Mechanical exposure can be further broken down into external exposure (which refers to methods, postures, and movements that the workers perform) and internal exposure (which refers to the corresponding moments and forces that occur within the human body as a result of the external exposure).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61308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article made a distinction between human-robot interaction, which it defined as any interaction between a human and a robot, and human-robot collaboration, which it defined as being more about a team-based collaboration between a human and a robot with the same goals. </a:t>
            </a:r>
          </a:p>
          <a:p>
            <a:endParaRPr lang="en-US" dirty="0"/>
          </a:p>
          <a:p>
            <a:r>
              <a:rPr lang="en-US" dirty="0"/>
              <a:t>The key principle here is that humans and machines have different strengths, but these can complement each other if implemented effectively. </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787251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96600-77B5-9F42-C195-53E6FC30C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309EE-6282-FED7-0235-E6DABCB33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6C78F-31A8-4835-7E57-94C4AC65B50C}"/>
              </a:ext>
            </a:extLst>
          </p:cNvPr>
          <p:cNvSpPr>
            <a:spLocks noGrp="1"/>
          </p:cNvSpPr>
          <p:nvPr>
            <p:ph type="body" idx="1"/>
          </p:nvPr>
        </p:nvSpPr>
        <p:spPr/>
        <p:txBody>
          <a:bodyPr/>
          <a:lstStyle/>
          <a:p>
            <a:r>
              <a:rPr lang="en-US" dirty="0"/>
              <a:t>CoBots. </a:t>
            </a:r>
          </a:p>
          <a:p>
            <a:endParaRPr lang="en-US" dirty="0"/>
          </a:p>
          <a:p>
            <a:r>
              <a:rPr lang="en-US" dirty="0"/>
              <a:t>Now I'll talk more specifically about these collaborative robots, which are given the nickname of CoBots. </a:t>
            </a:r>
          </a:p>
          <a:p>
            <a:endParaRPr lang="en-US" dirty="0"/>
          </a:p>
          <a:p>
            <a:r>
              <a:rPr lang="en-US" dirty="0"/>
              <a:t>Engineers seem to really like giving their various industries a lot of nicknames. </a:t>
            </a:r>
          </a:p>
        </p:txBody>
      </p:sp>
      <p:sp>
        <p:nvSpPr>
          <p:cNvPr id="4" name="Slide Number Placeholder 3">
            <a:extLst>
              <a:ext uri="{FF2B5EF4-FFF2-40B4-BE49-F238E27FC236}">
                <a16:creationId xmlns:a16="http://schemas.microsoft.com/office/drawing/2014/main" id="{EEDC1A1A-B691-F076-05BC-3A0D3CC98DA6}"/>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100362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637D8-315B-2223-C064-C2A68DA225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55FA2-D110-0E48-5390-BC80D5316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E900A-2A1F-AAB0-A8CE-CDD797676E05}"/>
              </a:ext>
            </a:extLst>
          </p:cNvPr>
          <p:cNvSpPr>
            <a:spLocks noGrp="1"/>
          </p:cNvSpPr>
          <p:nvPr>
            <p:ph type="body" idx="1"/>
          </p:nvPr>
        </p:nvSpPr>
        <p:spPr/>
        <p:txBody>
          <a:bodyPr/>
          <a:lstStyle/>
          <a:p>
            <a:r>
              <a:rPr lang="en-US" dirty="0"/>
              <a:t>According to the article, CoBots are built to support humans' physical operations (by handling and lifting heavy loads into more helpful positions), cognitive operations (by visualizing alternative behaviors to reduce operators' mental stress), and hazardous operations (by handling chemical or heated materials so the humans don't have to). </a:t>
            </a:r>
          </a:p>
          <a:p>
            <a:endParaRPr lang="en-US" dirty="0"/>
          </a:p>
          <a:p>
            <a:r>
              <a:rPr lang="en-US" dirty="0"/>
              <a:t>The article stated that "this relationship positively impacts productivity, flexibility, and the creation of new jobs instead of replacing workers." They didn't expand on this much, but I think this is a more human-friendly and effective approach. </a:t>
            </a:r>
          </a:p>
          <a:p>
            <a:endParaRPr lang="en-US" dirty="0"/>
          </a:p>
          <a:p>
            <a:r>
              <a:rPr lang="en-US" dirty="0"/>
              <a:t>The article also covered frameworks in which a </a:t>
            </a:r>
            <a:r>
              <a:rPr lang="en-US" dirty="0" err="1"/>
              <a:t>CoBot</a:t>
            </a:r>
            <a:r>
              <a:rPr lang="en-US" dirty="0"/>
              <a:t> interacts with the human to accomplish shared tasks by adapting its behavior in real-time to the human counterpart's demands.  </a:t>
            </a:r>
          </a:p>
        </p:txBody>
      </p:sp>
      <p:sp>
        <p:nvSpPr>
          <p:cNvPr id="4" name="Slide Number Placeholder 3">
            <a:extLst>
              <a:ext uri="{FF2B5EF4-FFF2-40B4-BE49-F238E27FC236}">
                <a16:creationId xmlns:a16="http://schemas.microsoft.com/office/drawing/2014/main" id="{192FE3A4-057A-A605-3853-23639B7CC7F9}"/>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905537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3B52-F2A1-39A9-D783-68B4945E4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C5AE-B5DA-00FB-CBC3-37790E2C2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ED83E-0AED-DD09-A079-AD9C9594C9B2}"/>
              </a:ext>
            </a:extLst>
          </p:cNvPr>
          <p:cNvSpPr>
            <a:spLocks noGrp="1"/>
          </p:cNvSpPr>
          <p:nvPr>
            <p:ph type="body" idx="1"/>
          </p:nvPr>
        </p:nvSpPr>
        <p:spPr/>
        <p:txBody>
          <a:bodyPr/>
          <a:lstStyle/>
          <a:p>
            <a:r>
              <a:rPr lang="en-US" dirty="0"/>
              <a:t>This ability to adapt to the human in real-time is called adaptive automation. </a:t>
            </a:r>
          </a:p>
          <a:p>
            <a:endParaRPr lang="en-US" dirty="0"/>
          </a:p>
          <a:p>
            <a:r>
              <a:rPr lang="en-US" dirty="0"/>
              <a:t>The article stated that CoBots should be able to assess their human collaborators' physical and cognitive ergonomic state in real-time. </a:t>
            </a:r>
          </a:p>
          <a:p>
            <a:endParaRPr lang="en-US" dirty="0"/>
          </a:p>
          <a:p>
            <a:r>
              <a:rPr lang="en-US" dirty="0"/>
              <a:t>"Thanks to the introduction of... "</a:t>
            </a:r>
          </a:p>
          <a:p>
            <a:endParaRPr lang="en-US" dirty="0"/>
          </a:p>
          <a:p>
            <a:r>
              <a:rPr lang="en-US" dirty="0"/>
              <a:t>One of the many things I find really cool about this is the possibility of adapting to different people. This can level the playing field for a lot of people, especially when many industrial jobs have physical strength requirements. </a:t>
            </a:r>
          </a:p>
        </p:txBody>
      </p:sp>
      <p:sp>
        <p:nvSpPr>
          <p:cNvPr id="4" name="Slide Number Placeholder 3">
            <a:extLst>
              <a:ext uri="{FF2B5EF4-FFF2-40B4-BE49-F238E27FC236}">
                <a16:creationId xmlns:a16="http://schemas.microsoft.com/office/drawing/2014/main" id="{1D8B8145-712B-3C7C-995F-286FA5A6F094}"/>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468978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This video is a good example of the potential CoBots have to improve workers’ tasks.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After video: Disappointing: they only had the robot do one of the tasks. The worker still had to do most of the work; the robot just slowly took care of the task that required a lot of force.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16104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Thoughts?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This video has some more advanced applications.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Details: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effectLst/>
                <a:latin typeface="Calibri" panose="020F0502020204030204" pitchFamily="34" charset="0"/>
              </a:rPr>
              <a:t>"In a </a:t>
            </a:r>
            <a:r>
              <a:rPr lang="en-US" sz="1800" b="0" i="0" dirty="0">
                <a:effectLst/>
                <a:latin typeface="Calibri" panose="020F0502020204030204" pitchFamily="34" charset="0"/>
                <a:hlinkClick r:id="rId3"/>
              </a:rPr>
              <a:t>video </a:t>
            </a:r>
            <a:r>
              <a:rPr lang="en-US" sz="1800" b="0" i="0" dirty="0">
                <a:effectLst/>
                <a:latin typeface="Calibri" panose="020F0502020204030204" pitchFamily="34" charset="0"/>
              </a:rPr>
              <a:t>, researchers show some examples of the use of SOPHIA technologies. In the industrial shopfloor at </a:t>
            </a:r>
            <a:r>
              <a:rPr lang="en-US" sz="1800" b="0" i="0" dirty="0" err="1">
                <a:effectLst/>
                <a:latin typeface="Calibri" panose="020F0502020204030204" pitchFamily="34" charset="0"/>
              </a:rPr>
              <a:t>Hankamp</a:t>
            </a:r>
            <a:r>
              <a:rPr lang="en-US" sz="1800" b="0" i="0" dirty="0">
                <a:effectLst/>
                <a:latin typeface="Calibri" panose="020F0502020204030204" pitchFamily="34" charset="0"/>
              </a:rPr>
              <a:t> premises, the </a:t>
            </a:r>
            <a:r>
              <a:rPr lang="en-US" sz="1800" b="0" i="0" dirty="0" err="1">
                <a:effectLst/>
                <a:latin typeface="Calibri" panose="020F0502020204030204" pitchFamily="34" charset="0"/>
              </a:rPr>
              <a:t>CoBot</a:t>
            </a:r>
            <a:r>
              <a:rPr lang="en-US" sz="1800" b="0" i="0" dirty="0">
                <a:effectLst/>
                <a:latin typeface="Calibri" panose="020F0502020204030204" pitchFamily="34" charset="0"/>
              </a:rPr>
              <a:t> carries heavy loads while the human moves it through a user-friendly interface, without any need of pre-programming. In HIDRIA, the </a:t>
            </a:r>
            <a:r>
              <a:rPr lang="en-US" sz="1800" b="0" i="0" dirty="0" err="1">
                <a:effectLst/>
                <a:latin typeface="Calibri" panose="020F0502020204030204" pitchFamily="34" charset="0"/>
              </a:rPr>
              <a:t>CoBot</a:t>
            </a:r>
            <a:r>
              <a:rPr lang="en-US" sz="1800" b="0" i="0" dirty="0">
                <a:effectLst/>
                <a:latin typeface="Calibri" panose="020F0502020204030204" pitchFamily="34" charset="0"/>
              </a:rPr>
              <a:t> helps the operator to carry some mechanical components, replanning the trajectory based on the operator level of attention and their psycho-physical stress. At the University of Twente (one of project partners) the exoskeleton supports the operator to carry heavy loads. In IIT in Genova, the operator teaches the robot the trajectories to be executed and the forces to be exerted on the table; then the operator manually guides the </a:t>
            </a:r>
            <a:r>
              <a:rPr lang="en-US" sz="1800" b="0" i="0" dirty="0" err="1">
                <a:effectLst/>
                <a:latin typeface="Calibri" panose="020F0502020204030204" pitchFamily="34" charset="0"/>
              </a:rPr>
              <a:t>CoBot</a:t>
            </a:r>
            <a:r>
              <a:rPr lang="en-US" sz="1800" b="0" i="0" dirty="0">
                <a:effectLst/>
                <a:latin typeface="Calibri" panose="020F0502020204030204" pitchFamily="34" charset="0"/>
              </a:rPr>
              <a:t> to perform overhead tasks such as drilling, relieving the human from carrying up to 16 kg of payload. In IIT, the operator also uses an Augmented Reality interface to get instructed about the task carried out alongside the </a:t>
            </a:r>
            <a:r>
              <a:rPr lang="en-US" sz="1800" b="0" i="0" dirty="0" err="1">
                <a:effectLst/>
                <a:latin typeface="Calibri" panose="020F0502020204030204" pitchFamily="34" charset="0"/>
              </a:rPr>
              <a:t>CoBot</a:t>
            </a:r>
            <a:r>
              <a:rPr lang="en-US" sz="1800" b="0" i="0" dirty="0">
                <a:effectLst/>
                <a:latin typeface="Calibri" panose="020F0502020204030204" pitchFamily="34" charset="0"/>
              </a:rPr>
              <a:t>; the robot responds to the flexibility needs of common industrial tasks such as box-filling and item sorting."</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429263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seen those examples, let's go more in-depth on the ergonomic factors involved in HRC. </a:t>
            </a:r>
          </a:p>
          <a:p>
            <a:endParaRPr lang="en-US" dirty="0"/>
          </a:p>
          <a:p>
            <a:r>
              <a:rPr lang="en-US" dirty="0"/>
              <a:t>First, we'll talk about...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3066733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EA26-CCC9-DFB3-F734-F774B184D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3A924-CFD3-C661-9AD7-617E9F4E8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3A47B-8B71-6D4C-8D16-41D8B870B942}"/>
              </a:ext>
            </a:extLst>
          </p:cNvPr>
          <p:cNvSpPr>
            <a:spLocks noGrp="1"/>
          </p:cNvSpPr>
          <p:nvPr>
            <p:ph type="body" idx="1"/>
          </p:nvPr>
        </p:nvSpPr>
        <p:spPr/>
        <p:txBody>
          <a:bodyPr/>
          <a:lstStyle/>
          <a:p>
            <a:pPr marL="171450" indent="-171450">
              <a:spcBef>
                <a:spcPts val="0"/>
              </a:spcBef>
              <a:spcAft>
                <a:spcPts val="1000"/>
              </a:spcAft>
              <a:buFont typeface="Arial" panose="020B0604020202020204" pitchFamily="34" charset="0"/>
              <a:buChar char="•"/>
            </a:pPr>
            <a:r>
              <a:rPr lang="en-US" sz="1200" dirty="0"/>
              <a:t>Here's where a lot of the adaptive automation comes in. </a:t>
            </a:r>
          </a:p>
          <a:p>
            <a:pPr marL="171450" indent="-171450">
              <a:spcBef>
                <a:spcPts val="0"/>
              </a:spcBef>
              <a:spcAft>
                <a:spcPts val="1000"/>
              </a:spcAft>
              <a:buFont typeface="Arial" panose="020B0604020202020204" pitchFamily="34" charset="0"/>
              <a:buChar char="•"/>
            </a:pPr>
            <a:r>
              <a:rPr lang="en-US" sz="1200" dirty="0"/>
              <a:t>Tools like REBA and RULA allow collaborative robots to assess the human worker and adjust according to their most healthy postures. Did you guys learn about the REBA and RULA in your Ergonomics class? </a:t>
            </a:r>
          </a:p>
          <a:p>
            <a:pPr marL="171450" indent="-171450">
              <a:spcBef>
                <a:spcPts val="0"/>
              </a:spcBef>
              <a:spcAft>
                <a:spcPts val="1000"/>
              </a:spcAft>
              <a:buFont typeface="Arial" panose="020B0604020202020204" pitchFamily="34" charset="0"/>
              <a:buChar char="•"/>
            </a:pPr>
            <a:r>
              <a:rPr lang="en-US" sz="1200" dirty="0"/>
              <a:t>These have also been used to change the robot's motion to become more human-like, appearing safer and more interpretable to the human operators. </a:t>
            </a:r>
          </a:p>
          <a:p>
            <a:pPr marL="171450" indent="-171450">
              <a:spcBef>
                <a:spcPts val="0"/>
              </a:spcBef>
              <a:spcAft>
                <a:spcPts val="1000"/>
              </a:spcAft>
              <a:buFont typeface="Arial" panose="020B0604020202020204" pitchFamily="34" charset="0"/>
              <a:buChar char="•"/>
            </a:pPr>
            <a:r>
              <a:rPr lang="en-US" sz="1200" dirty="0"/>
              <a:t>The WISHA index, OWAS, and Task Analyses are used to identify ergonomic costs and risks, which are then used to determine which tasks should be performed by which party (human/robot).</a:t>
            </a:r>
          </a:p>
          <a:p>
            <a:pPr marL="171450" indent="-171450">
              <a:spcBef>
                <a:spcPts val="0"/>
              </a:spcBef>
              <a:spcAft>
                <a:spcPts val="1000"/>
              </a:spcAft>
              <a:buFont typeface="Arial" panose="020B0604020202020204" pitchFamily="34" charset="0"/>
              <a:buChar char="•"/>
            </a:pPr>
            <a:r>
              <a:rPr lang="en-US" sz="1400" b="0" i="0" dirty="0">
                <a:effectLst/>
                <a:latin typeface="Calibri" panose="020F0502020204030204" pitchFamily="34" charset="0"/>
              </a:rPr>
              <a:t>The "medium joint angle index" and "joint torque model" can be used to model arm comfort, which could be used to generate ergonomic robot paths toward the object transfer point (OTP) for handover.</a:t>
            </a:r>
          </a:p>
          <a:p>
            <a:pPr marL="171450" indent="-171450">
              <a:spcBef>
                <a:spcPts val="0"/>
              </a:spcBef>
              <a:spcAft>
                <a:spcPts val="1000"/>
              </a:spcAft>
              <a:buFont typeface="Arial" panose="020B0604020202020204" pitchFamily="34" charset="0"/>
              <a:buChar char="•"/>
            </a:pPr>
            <a:r>
              <a:rPr lang="en-US" sz="1400" b="0" i="0" dirty="0">
                <a:effectLst/>
                <a:latin typeface="Calibri" panose="020F0502020204030204" pitchFamily="34" charset="0"/>
              </a:rPr>
              <a:t>The NIOSH Index, quality, and productivity measures were used to assess methods and collaboration techniques.</a:t>
            </a:r>
          </a:p>
          <a:p>
            <a:pPr marL="171450" indent="-171450">
              <a:spcBef>
                <a:spcPts val="0"/>
              </a:spcBef>
              <a:spcAft>
                <a:spcPts val="1000"/>
              </a:spcAft>
              <a:buFont typeface="Arial" panose="020B0604020202020204" pitchFamily="34" charset="0"/>
              <a:buChar char="•"/>
            </a:pPr>
            <a:r>
              <a:rPr lang="en-US" sz="1400" b="0" i="0" dirty="0">
                <a:effectLst/>
                <a:latin typeface="Calibri" panose="020F0502020204030204" pitchFamily="34" charset="0"/>
              </a:rPr>
              <a:t>Additionally, simulations can be used for these assessments.</a:t>
            </a:r>
          </a:p>
          <a:p>
            <a:pPr marL="171450" indent="-171450">
              <a:spcBef>
                <a:spcPts val="0"/>
              </a:spcBef>
              <a:spcAft>
                <a:spcPts val="1000"/>
              </a:spcAft>
              <a:buFont typeface="Arial" panose="020B0604020202020204" pitchFamily="34" charset="0"/>
              <a:buChar char="•"/>
            </a:pPr>
            <a:r>
              <a:rPr lang="en-US" sz="1400" b="0" i="0" dirty="0">
                <a:effectLst/>
                <a:latin typeface="Calibri" panose="020F0502020204030204" pitchFamily="34" charset="0"/>
              </a:rPr>
              <a:t>Safety protocols include: </a:t>
            </a:r>
          </a:p>
          <a:p>
            <a:pPr marL="742950" lvl="1" indent="-285750" rtl="0" fontAlgn="ctr">
              <a:spcBef>
                <a:spcPts val="0"/>
              </a:spcBef>
              <a:spcAft>
                <a:spcPts val="0"/>
              </a:spcAft>
              <a:buFont typeface="+mj-lt"/>
              <a:buAutoNum type="arabicPeriod"/>
            </a:pPr>
            <a:r>
              <a:rPr lang="en-US" sz="1400" b="0" i="0" dirty="0">
                <a:effectLst/>
                <a:latin typeface="Calibri" panose="020F0502020204030204" pitchFamily="34" charset="0"/>
              </a:rPr>
              <a:t>Hazard identification and mitigation</a:t>
            </a:r>
          </a:p>
          <a:p>
            <a:pPr marL="742950" lvl="1" indent="-285750" rtl="0" fontAlgn="ctr">
              <a:spcBef>
                <a:spcPts val="0"/>
              </a:spcBef>
              <a:spcAft>
                <a:spcPts val="0"/>
              </a:spcAft>
              <a:buFont typeface="+mj-lt"/>
              <a:buAutoNum type="arabicPeriod"/>
            </a:pPr>
            <a:r>
              <a:rPr lang="en-US" sz="1400" b="0" i="0" dirty="0">
                <a:effectLst/>
                <a:latin typeface="Calibri" panose="020F0502020204030204" pitchFamily="34" charset="0"/>
              </a:rPr>
              <a:t>Fail-safe mechanisms</a:t>
            </a:r>
          </a:p>
          <a:p>
            <a:pPr marL="742950" lvl="1" indent="-285750" rtl="0" fontAlgn="ctr">
              <a:spcBef>
                <a:spcPts val="0"/>
              </a:spcBef>
              <a:spcAft>
                <a:spcPts val="0"/>
              </a:spcAft>
              <a:buFont typeface="+mj-lt"/>
              <a:buAutoNum type="arabicPeriod"/>
            </a:pPr>
            <a:r>
              <a:rPr lang="en-US" sz="1400" b="0" i="0" dirty="0">
                <a:effectLst/>
                <a:latin typeface="Calibri" panose="020F0502020204030204" pitchFamily="34" charset="0"/>
              </a:rPr>
              <a:t>Safety standards (ISO 10218, ANSI/RIA R15.06)</a:t>
            </a:r>
          </a:p>
          <a:p>
            <a:pPr marL="171450" indent="-171450">
              <a:spcBef>
                <a:spcPts val="0"/>
              </a:spcBef>
              <a:spcAft>
                <a:spcPts val="1000"/>
              </a:spcAft>
              <a:buFont typeface="Arial" panose="020B0604020202020204" pitchFamily="34" charset="0"/>
              <a:buChar char="•"/>
            </a:pPr>
            <a:endParaRPr lang="en-US" sz="1200" dirty="0"/>
          </a:p>
        </p:txBody>
      </p:sp>
      <p:sp>
        <p:nvSpPr>
          <p:cNvPr id="4" name="Slide Number Placeholder 3">
            <a:extLst>
              <a:ext uri="{FF2B5EF4-FFF2-40B4-BE49-F238E27FC236}">
                <a16:creationId xmlns:a16="http://schemas.microsoft.com/office/drawing/2014/main" id="{082BA2A0-D1BE-897A-C480-F7E3374A2A26}"/>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041074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lang="en-US" dirty="0"/>
              <a:t>"Cognitive resources demand and mental stress induced by the close interaction with a </a:t>
            </a:r>
            <a:r>
              <a:rPr lang="en-US" dirty="0" err="1"/>
              <a:t>CoBot</a:t>
            </a:r>
            <a:r>
              <a:rPr lang="en-US" dirty="0"/>
              <a:t> should not be overlooked."</a:t>
            </a:r>
          </a:p>
          <a:p>
            <a:pPr marL="0" indent="0">
              <a:spcBef>
                <a:spcPts val="0"/>
              </a:spcBef>
              <a:spcAft>
                <a:spcPts val="400"/>
              </a:spcAft>
              <a:buNone/>
            </a:pPr>
            <a:endParaRPr lang="en-US" b="1" dirty="0">
              <a:latin typeface="Aptos Light"/>
              <a:ea typeface="Calibri"/>
              <a:cs typeface="Calibri"/>
            </a:endParaRPr>
          </a:p>
          <a:p>
            <a:pPr marL="0" indent="0">
              <a:spcBef>
                <a:spcPts val="0"/>
              </a:spcBef>
              <a:spcAft>
                <a:spcPts val="400"/>
              </a:spcAft>
              <a:buNone/>
            </a:pPr>
            <a:r>
              <a:rPr lang="en-US" b="1" dirty="0">
                <a:latin typeface="Aptos Light"/>
                <a:ea typeface="Calibri"/>
                <a:cs typeface="Calibri"/>
              </a:rPr>
              <a:t>Cognitive Load Theory (CLT)</a:t>
            </a:r>
          </a:p>
          <a:p>
            <a:pPr marL="171450" indent="-171450">
              <a:spcBef>
                <a:spcPts val="0"/>
              </a:spcBef>
              <a:buFont typeface="Arial" panose="020B0604020202020204" pitchFamily="34" charset="0"/>
              <a:buChar char="•"/>
            </a:pPr>
            <a:r>
              <a:rPr lang="en-US" dirty="0">
                <a:latin typeface="Aptos Light"/>
                <a:ea typeface="Calibri"/>
                <a:cs typeface="Calibri"/>
              </a:rPr>
              <a:t>Includes factors such as instantaneous load, peak load, accumulated load, average load, and overall load</a:t>
            </a:r>
          </a:p>
          <a:p>
            <a:pPr marL="171450" indent="-171450">
              <a:spcBef>
                <a:spcPts val="0"/>
              </a:spcBef>
              <a:buFont typeface="Arial" panose="020B0604020202020204" pitchFamily="34" charset="0"/>
              <a:buChar char="•"/>
            </a:pPr>
            <a:r>
              <a:rPr lang="en-US" dirty="0">
                <a:latin typeface="Aptos Light"/>
                <a:ea typeface="Calibri"/>
                <a:cs typeface="Calibri"/>
              </a:rPr>
              <a:t>Investigates how cognitive load changes over time</a:t>
            </a:r>
          </a:p>
          <a:p>
            <a:pPr marL="171450" indent="-171450">
              <a:spcBef>
                <a:spcPts val="0"/>
              </a:spcBef>
              <a:spcAft>
                <a:spcPts val="1000"/>
              </a:spcAft>
              <a:buFont typeface="Arial" panose="020B0604020202020204" pitchFamily="34" charset="0"/>
              <a:buChar char="•"/>
            </a:pPr>
            <a:r>
              <a:rPr lang="en-US" dirty="0">
                <a:latin typeface="Aptos Light"/>
                <a:ea typeface="Calibri"/>
                <a:cs typeface="Calibri"/>
              </a:rPr>
              <a:t>Investigates what loads are imposed on the subject from activities and/or environmental conditions </a:t>
            </a:r>
          </a:p>
          <a:p>
            <a:pPr marL="0" indent="0">
              <a:spcBef>
                <a:spcPts val="0"/>
              </a:spcBef>
              <a:spcAft>
                <a:spcPts val="1000"/>
              </a:spcAft>
              <a:buNone/>
            </a:pPr>
            <a:r>
              <a:rPr lang="en-US" b="1" dirty="0">
                <a:latin typeface="Aptos Light"/>
                <a:ea typeface="Calibri"/>
                <a:cs typeface="Calibri"/>
              </a:rPr>
              <a:t>Cognitive Performance</a:t>
            </a:r>
          </a:p>
          <a:p>
            <a:pPr marL="171450" indent="-171450">
              <a:spcBef>
                <a:spcPts val="0"/>
              </a:spcBef>
              <a:spcAft>
                <a:spcPts val="1000"/>
              </a:spcAft>
              <a:buFont typeface="Arial" panose="020B0604020202020204" pitchFamily="34" charset="0"/>
              <a:buChar char="•"/>
            </a:pPr>
            <a:r>
              <a:rPr lang="en-US" dirty="0">
                <a:latin typeface="Aptos Light"/>
                <a:ea typeface="Calibri"/>
                <a:cs typeface="Calibri"/>
              </a:rPr>
              <a:t>Based on questionnaires and secondary-task performance measures, "when a more significant percentage of primary task time was automated, operator perceptual resources were freed up and monitoring performance on the secondary task improved.” </a:t>
            </a:r>
          </a:p>
          <a:p>
            <a:pPr marL="628650" lvl="1" indent="-171450">
              <a:spcBef>
                <a:spcPts val="0"/>
              </a:spcBef>
              <a:spcAft>
                <a:spcPts val="1000"/>
              </a:spcAft>
              <a:buFont typeface="Arial" panose="020B0604020202020204" pitchFamily="34" charset="0"/>
              <a:buChar char="•"/>
            </a:pPr>
            <a:r>
              <a:rPr lang="en-US" dirty="0">
                <a:latin typeface="Aptos Light"/>
                <a:ea typeface="Calibri"/>
                <a:cs typeface="Calibri"/>
              </a:rPr>
              <a:t>This seems like a no-brainer to me, but still interesting – especially when we talk about automation bias later. </a:t>
            </a:r>
          </a:p>
          <a:p>
            <a:pPr marL="171450" indent="-171450">
              <a:spcBef>
                <a:spcPts val="0"/>
              </a:spcBef>
              <a:spcAft>
                <a:spcPts val="400"/>
              </a:spcAft>
              <a:buFont typeface="Arial" panose="020B0604020202020204" pitchFamily="34" charset="0"/>
              <a:buChar char="•"/>
            </a:pPr>
            <a:r>
              <a:rPr lang="en-US" dirty="0">
                <a:latin typeface="Aptos Light"/>
                <a:ea typeface="Calibri"/>
                <a:cs typeface="Calibri"/>
              </a:rPr>
              <a:t>The article also stated that "The degree of robot’s transparency and observability provided to the human worker had an influence on the development of cognitive workload. Moreover, changes in experienced mental effort between human and automated assistance were mainly correlated to the operator’s familiarity with the technology."</a:t>
            </a:r>
          </a:p>
          <a:p>
            <a:pPr marL="171450" indent="-171450">
              <a:spcBef>
                <a:spcPts val="0"/>
              </a:spcBef>
              <a:buFont typeface="Arial" panose="020B0604020202020204" pitchFamily="34" charset="0"/>
              <a:buChar char="•"/>
            </a:pPr>
            <a:r>
              <a:rPr lang="en-US" dirty="0">
                <a:latin typeface="Aptos Light"/>
                <a:ea typeface="Calibri"/>
                <a:cs typeface="Calibri"/>
              </a:rPr>
              <a:t>Research following this principle of monitoring the human state and adapting accordingly is often referred to as "affective robotics." Most applications of this are devoted to social or service robots. </a:t>
            </a:r>
          </a:p>
          <a:p>
            <a:pPr marL="171450" indent="-171450">
              <a:spcBef>
                <a:spcPts val="0"/>
              </a:spcBef>
              <a:spcAft>
                <a:spcPts val="1000"/>
              </a:spcAft>
              <a:buFont typeface="Arial" panose="020B0604020202020204" pitchFamily="34" charset="0"/>
              <a:buChar char="•"/>
            </a:pPr>
            <a:r>
              <a:rPr lang="en-US" dirty="0">
                <a:latin typeface="Aptos Light"/>
                <a:ea typeface="Calibri"/>
                <a:cs typeface="Calibri"/>
              </a:rPr>
              <a:t>"Researchers are encountering difficulties due to the multidimensional construct and high subjectivity of cognitive processing and the typical human attitude of being ashamed and concealing about psychological state."</a:t>
            </a:r>
          </a:p>
          <a:p>
            <a:pPr marL="171450" indent="-171450">
              <a:spcBef>
                <a:spcPts val="0"/>
              </a:spcBef>
              <a:spcAft>
                <a:spcPts val="1000"/>
              </a:spcAft>
              <a:buFont typeface="Arial" panose="020B0604020202020204" pitchFamily="34" charset="0"/>
              <a:buChar char="•"/>
            </a:pPr>
            <a:r>
              <a:rPr lang="en-US" dirty="0">
                <a:latin typeface="Aptos Light"/>
                <a:ea typeface="Calibri"/>
                <a:cs typeface="Calibri"/>
              </a:rPr>
              <a:t>Machine learning techniques, especially the Support Vector Machine (SVM) can be fairly accurate in classifying cognitive ergonomic risk. </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887082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our discussion on exoskeletons, user acceptance is a big factor here. </a:t>
            </a:r>
          </a:p>
          <a:p>
            <a:endParaRPr lang="en-US" dirty="0"/>
          </a:p>
          <a:p>
            <a:r>
              <a:rPr lang="en-US" dirty="0"/>
              <a:t>"early interviews..."</a:t>
            </a:r>
          </a:p>
          <a:p>
            <a:endParaRPr lang="en-US" dirty="0"/>
          </a:p>
          <a:p>
            <a:endParaRPr lang="en-US" dirty="0"/>
          </a:p>
          <a:p>
            <a:r>
              <a:rPr lang="en-US" dirty="0"/>
              <a:t>...</a:t>
            </a:r>
          </a:p>
          <a:p>
            <a:endParaRPr lang="en-US" dirty="0"/>
          </a:p>
          <a:p>
            <a:endParaRPr lang="en-US" dirty="0"/>
          </a:p>
          <a:p>
            <a:r>
              <a:rPr lang="en-US" dirty="0"/>
              <a:t>Are there other factors you think should be considered here? </a:t>
            </a:r>
          </a:p>
          <a:p>
            <a:r>
              <a:rPr lang="en-US" dirty="0"/>
              <a:t>What about management mandates? Could these pose a threat and some internal conflict? </a:t>
            </a:r>
          </a:p>
          <a:p>
            <a:r>
              <a:rPr lang="en-US" dirty="0"/>
              <a:t>Management will need to be informed clearly that these robots are not meant to replace their workers, but support them. </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637117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bias wasn't covered by the article at all, but I think it's an important factor for us to consider. As a refresher, here's a definition of automation bias from Microsoft's CoPilot: "..."</a:t>
            </a:r>
          </a:p>
          <a:p>
            <a:endParaRPr lang="en-US" dirty="0"/>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3481671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covers the most common assessment tools used for evaluating CoBots and their interactions with people. Most of these are performed by researchers, but some can be performed by the CoBots to support their human counterparts. </a:t>
            </a:r>
          </a:p>
        </p:txBody>
      </p:sp>
      <p:sp>
        <p:nvSpPr>
          <p:cNvPr id="4" name="Slide Number Placeholder 3"/>
          <p:cNvSpPr>
            <a:spLocks noGrp="1"/>
          </p:cNvSpPr>
          <p:nvPr>
            <p:ph type="sldNum" sz="quarter" idx="5"/>
          </p:nvPr>
        </p:nvSpPr>
        <p:spPr/>
        <p:txBody>
          <a:bodyPr/>
          <a:lstStyle/>
          <a:p>
            <a:fld id="{BFDD6F49-EBB7-4CCF-97A8-E526BB28BB69}" type="slidenum">
              <a:rPr lang="en-US" smtClean="0"/>
              <a:t>19</a:t>
            </a:fld>
            <a:endParaRPr lang="en-US" dirty="0"/>
          </a:p>
        </p:txBody>
      </p:sp>
    </p:spTree>
    <p:extLst>
      <p:ext uri="{BB962C8B-B14F-4D97-AF65-F5344CB8AC3E}">
        <p14:creationId xmlns:p14="http://schemas.microsoft.com/office/powerpoint/2010/main" val="1562234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technologies can be used to assess both the person’s physical and cognitive states. </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20</a:t>
            </a:fld>
            <a:endParaRPr lang="en-US" dirty="0"/>
          </a:p>
        </p:txBody>
      </p:sp>
    </p:spTree>
    <p:extLst>
      <p:ext uri="{BB962C8B-B14F-4D97-AF65-F5344CB8AC3E}">
        <p14:creationId xmlns:p14="http://schemas.microsoft.com/office/powerpoint/2010/main" val="3469972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mj-lt"/>
              <a:buAutoNum type="arabicPeriod"/>
            </a:pPr>
            <a:r>
              <a:rPr lang="en-US" sz="1200" b="0" i="0" dirty="0">
                <a:effectLst/>
                <a:latin typeface="+mn-lt"/>
              </a:rPr>
              <a:t>There’s a lot here, but I want to highlight a few things. </a:t>
            </a:r>
          </a:p>
          <a:p>
            <a:pPr rtl="0" fontAlgn="ctr">
              <a:spcBef>
                <a:spcPts val="0"/>
              </a:spcBef>
              <a:spcAft>
                <a:spcPts val="0"/>
              </a:spcAft>
              <a:buFont typeface="+mj-lt"/>
              <a:buAutoNum type="arabicPeriod"/>
            </a:pPr>
            <a:r>
              <a:rPr lang="en-US" sz="1200" b="0" i="0" dirty="0">
                <a:effectLst/>
                <a:latin typeface="+mn-lt"/>
              </a:rPr>
              <a:t>RULA, REBA</a:t>
            </a:r>
          </a:p>
          <a:p>
            <a:pPr rtl="0" fontAlgn="ctr">
              <a:spcBef>
                <a:spcPts val="0"/>
              </a:spcBef>
              <a:spcAft>
                <a:spcPts val="0"/>
              </a:spcAft>
              <a:buFont typeface="+mj-lt"/>
              <a:buAutoNum type="arabicPeriod"/>
            </a:pPr>
            <a:r>
              <a:rPr lang="en-US" sz="1200" b="0" i="0" dirty="0">
                <a:effectLst/>
                <a:latin typeface="+mn-lt"/>
              </a:rPr>
              <a:t>Biosensors</a:t>
            </a:r>
          </a:p>
          <a:p>
            <a:pPr rtl="0" fontAlgn="ctr">
              <a:spcBef>
                <a:spcPts val="0"/>
              </a:spcBef>
              <a:spcAft>
                <a:spcPts val="0"/>
              </a:spcAft>
              <a:buFont typeface="+mj-lt"/>
              <a:buAutoNum type="arabicPeriod"/>
            </a:pPr>
            <a:r>
              <a:rPr lang="en-US" sz="1200" b="0" i="0" dirty="0">
                <a:effectLst/>
                <a:latin typeface="+mn-lt"/>
              </a:rPr>
              <a:t>Cognitive, systematic: </a:t>
            </a:r>
          </a:p>
          <a:p>
            <a:pPr lvl="1" rtl="0" fontAlgn="ctr">
              <a:spcBef>
                <a:spcPts val="0"/>
              </a:spcBef>
              <a:spcAft>
                <a:spcPts val="0"/>
              </a:spcAft>
              <a:buFont typeface="+mj-lt"/>
              <a:buAutoNum type="alphaLcPeriod"/>
            </a:pPr>
            <a:r>
              <a:rPr lang="en-US" sz="1400" b="0" i="0" dirty="0">
                <a:effectLst/>
                <a:latin typeface="Calibri" panose="020F0502020204030204" pitchFamily="34" charset="0"/>
              </a:rPr>
              <a:t>Cameras and emotion-recognition software</a:t>
            </a:r>
          </a:p>
          <a:p>
            <a:pPr marL="742950" lvl="1" indent="-285750" rtl="0" fontAlgn="ctr">
              <a:spcBef>
                <a:spcPts val="0"/>
              </a:spcBef>
              <a:spcAft>
                <a:spcPts val="0"/>
              </a:spcAft>
              <a:buFont typeface="+mj-lt"/>
              <a:buAutoNum type="alphaLcPeriod"/>
            </a:pPr>
            <a:r>
              <a:rPr lang="en-US" sz="1400" b="0" i="0" dirty="0">
                <a:effectLst/>
                <a:latin typeface="Calibri" panose="020F0502020204030204" pitchFamily="34" charset="0"/>
              </a:rPr>
              <a:t>Can assess attentional distribution, decision making, mental overload, frustration, stress, and errors. </a:t>
            </a:r>
          </a:p>
          <a:p>
            <a:pPr marL="742950" lvl="1" indent="-285750" rtl="0" fontAlgn="ctr">
              <a:spcBef>
                <a:spcPts val="0"/>
              </a:spcBef>
              <a:spcAft>
                <a:spcPts val="0"/>
              </a:spcAft>
              <a:buFont typeface="+mj-lt"/>
              <a:buAutoNum type="alphaLcPeriod"/>
            </a:pPr>
            <a:r>
              <a:rPr lang="en-US" sz="1400" b="0" i="0" dirty="0">
                <a:effectLst/>
                <a:latin typeface="Calibri" panose="020F0502020204030204" pitchFamily="34" charset="0"/>
              </a:rPr>
              <a:t>Relatively new, but promising; especially for assessing actual shop floors, not just workers in a lab. </a:t>
            </a:r>
          </a:p>
          <a:p>
            <a:endParaRPr lang="en-US" dirty="0"/>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2689043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factors the article discussed was making it easier for companies and researchers to use CoBots. </a:t>
            </a:r>
          </a:p>
          <a:p>
            <a:endParaRPr lang="en-US" dirty="0"/>
          </a:p>
          <a:p>
            <a:r>
              <a:rPr lang="en-US" dirty="0"/>
              <a:t>“...”</a:t>
            </a:r>
          </a:p>
        </p:txBody>
      </p:sp>
      <p:sp>
        <p:nvSpPr>
          <p:cNvPr id="4" name="Slide Number Placeholder 3"/>
          <p:cNvSpPr>
            <a:spLocks noGrp="1"/>
          </p:cNvSpPr>
          <p:nvPr>
            <p:ph type="sldNum" sz="quarter" idx="5"/>
          </p:nvPr>
        </p:nvSpPr>
        <p:spPr/>
        <p:txBody>
          <a:bodyPr/>
          <a:lstStyle/>
          <a:p>
            <a:fld id="{BFDD6F49-EBB7-4CCF-97A8-E526BB28BB69}" type="slidenum">
              <a:rPr lang="en-US" smtClean="0"/>
              <a:t>23</a:t>
            </a:fld>
            <a:endParaRPr lang="en-US" dirty="0"/>
          </a:p>
        </p:txBody>
      </p:sp>
    </p:spTree>
    <p:extLst>
      <p:ext uri="{BB962C8B-B14F-4D97-AF65-F5344CB8AC3E}">
        <p14:creationId xmlns:p14="http://schemas.microsoft.com/office/powerpoint/2010/main" val="2426494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anchor="b" anchorCtr="0">
            <a:normAutofit/>
          </a:bodyPr>
          <a:lstStyle>
            <a:lvl1pPr algn="ctr">
              <a:defRPr sz="4000">
                <a:gradFill>
                  <a:gsLst>
                    <a:gs pos="0">
                      <a:schemeClr val="accent5"/>
                    </a:gs>
                    <a:gs pos="100000">
                      <a:schemeClr val="accent2"/>
                    </a:gs>
                  </a:gsLst>
                  <a:lin ang="60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4D9C50A-1E29-A828-83A2-F81A0DEB3531}"/>
              </a:ext>
            </a:extLst>
          </p:cNvPr>
          <p:cNvSpPr>
            <a:spLocks noGrp="1"/>
          </p:cNvSpPr>
          <p:nvPr>
            <p:ph type="dt" sz="half" idx="10"/>
          </p:nvPr>
        </p:nvSpPr>
        <p:spPr/>
        <p:txBody>
          <a:bodyPr/>
          <a:lstStyle/>
          <a:p>
            <a:fld id="{05EBC196-262D-4F39-8890-3AC3446557F7}" type="datetime1">
              <a:rPr lang="en-US" smtClean="0"/>
              <a:t>4/16/25</a:t>
            </a:fld>
            <a:endParaRPr lang="en-US" dirty="0"/>
          </a:p>
        </p:txBody>
      </p:sp>
      <p:sp>
        <p:nvSpPr>
          <p:cNvPr id="5" name="Footer Placeholder 4">
            <a:extLst>
              <a:ext uri="{FF2B5EF4-FFF2-40B4-BE49-F238E27FC236}">
                <a16:creationId xmlns:a16="http://schemas.microsoft.com/office/drawing/2014/main" id="{93A91671-9C6D-E750-F7E8-AE44B515423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6E8D322A-78C3-879A-7B37-7CD08CEAA2C9}"/>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010808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FABB9A-1B5B-9306-B7B9-58E4E5E4EE0D}"/>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F155489-796B-CDF9-06C2-583941E589F7}"/>
              </a:ext>
            </a:extLst>
          </p:cNvPr>
          <p:cNvGrpSpPr/>
          <p:nvPr userDrawn="1"/>
        </p:nvGrpSpPr>
        <p:grpSpPr>
          <a:xfrm>
            <a:off x="0" y="0"/>
            <a:ext cx="12192000" cy="6867144"/>
            <a:chOff x="0" y="-7622"/>
            <a:chExt cx="12192000" cy="6894986"/>
          </a:xfrm>
        </p:grpSpPr>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6FE184C5-789F-C980-F425-AF26045C8F03}"/>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88000"/>
                  </a:schemeClr>
                </a:gs>
                <a:gs pos="56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anchor="b" anchorCtr="0">
            <a:normAutofit/>
          </a:bodyPr>
          <a:lstStyle>
            <a:lvl1pPr algn="ctr">
              <a:defRPr sz="4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p:txBody>
          <a:bodyPr/>
          <a:lstStyle/>
          <a:p>
            <a:fld id="{6253A549-ED82-4E4F-ADAD-08AACE545DDC}" type="datetime1">
              <a:rPr lang="en-US" smtClean="0"/>
              <a:t>4/16/25</a:t>
            </a:fld>
            <a:endParaRPr lang="en-US" dirty="0"/>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112964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anchor="t">
            <a:normAutofit/>
          </a:bodyPr>
          <a:lstStyle>
            <a:lvl1pPr algn="l">
              <a:defRPr sz="8000">
                <a:gradFill>
                  <a:gsLst>
                    <a:gs pos="0">
                      <a:schemeClr val="accent5"/>
                    </a:gs>
                    <a:gs pos="100000">
                      <a:schemeClr val="accent2"/>
                    </a:gs>
                  </a:gsLst>
                  <a:lin ang="60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03E73F61-A26C-41D8-B94B-A445EA8C9A20}" type="datetime1">
              <a:rPr lang="en-US" smtClean="0"/>
              <a:t>4/16/25</a:t>
            </a:fld>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42992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4">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FFB07-15C3-5030-73A7-6D0EBC2FB180}"/>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FFC67F9-A48C-BB0E-03C5-9C32A6BB8C5D}"/>
              </a:ext>
            </a:extLst>
          </p:cNvPr>
          <p:cNvSpPr/>
          <p:nvPr userDrawn="1"/>
        </p:nvSpPr>
        <p:spPr>
          <a:xfrm rot="16200000" flipH="1">
            <a:off x="2655863" y="-2678137"/>
            <a:ext cx="6857999" cy="12214275"/>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userDrawn="1"/>
        </p:nvSpPr>
        <p:spPr>
          <a:xfrm rot="5400000" flipH="1">
            <a:off x="2704549" y="-1552503"/>
            <a:ext cx="5669226" cy="11139273"/>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userDrawn="1"/>
        </p:nvSpPr>
        <p:spPr>
          <a:xfrm rot="16200000" flipH="1">
            <a:off x="-670580"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anchor="t">
            <a:normAutofit/>
          </a:bodyPr>
          <a:lstStyle>
            <a:lvl1pPr algn="l">
              <a:defRPr sz="8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anchor="ctr">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p>
            <a:fld id="{8B513315-78C9-4BBB-B5DF-F3008BC85564}" type="datetime1">
              <a:rPr lang="en-US" smtClean="0"/>
              <a:t>4/16/25</a:t>
            </a:fld>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p>
            <a:pPr algn="l"/>
            <a:r>
              <a:rPr lang="en-US" dirty="0"/>
              <a:t>Sample Footer Text</a:t>
            </a:r>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429655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731520"/>
            <a:ext cx="6903720" cy="3044952"/>
          </a:xfrm>
        </p:spPr>
        <p:txBody>
          <a:bodyPr anchor="t">
            <a:normAutofit/>
          </a:bodyPr>
          <a:lstStyle>
            <a:lvl1pPr algn="l">
              <a:defRPr sz="4800">
                <a:gradFill>
                  <a:gsLst>
                    <a:gs pos="0">
                      <a:schemeClr val="accent5"/>
                    </a:gs>
                    <a:gs pos="100000">
                      <a:schemeClr val="accent2"/>
                    </a:gs>
                  </a:gsLst>
                  <a:lin ang="60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a:extLst>
              <a:ext uri="{FF2B5EF4-FFF2-40B4-BE49-F238E27FC236}">
                <a16:creationId xmlns:a16="http://schemas.microsoft.com/office/drawing/2014/main" id="{B421C16C-FC44-5BB1-67FE-2E46B19B59BD}"/>
              </a:ext>
            </a:extLst>
          </p:cNvPr>
          <p:cNvSpPr>
            <a:spLocks noGrp="1"/>
          </p:cNvSpPr>
          <p:nvPr>
            <p:ph type="dt" sz="half" idx="10"/>
          </p:nvPr>
        </p:nvSpPr>
        <p:spPr/>
        <p:txBody>
          <a:bodyPr/>
          <a:lstStyle/>
          <a:p>
            <a:fld id="{68FE0A30-FDE0-4FEE-A676-538F683BB14E}" type="datetime1">
              <a:rPr lang="en-US" smtClean="0"/>
              <a:t>4/16/25</a:t>
            </a:fld>
            <a:endParaRPr lang="en-US" dirty="0"/>
          </a:p>
        </p:txBody>
      </p:sp>
      <p:sp>
        <p:nvSpPr>
          <p:cNvPr id="8" name="Footer Placeholder 7">
            <a:extLst>
              <a:ext uri="{FF2B5EF4-FFF2-40B4-BE49-F238E27FC236}">
                <a16:creationId xmlns:a16="http://schemas.microsoft.com/office/drawing/2014/main" id="{E969E962-2EE4-E3D1-7786-964F1D8037EA}"/>
              </a:ext>
            </a:extLst>
          </p:cNvPr>
          <p:cNvSpPr>
            <a:spLocks noGrp="1"/>
          </p:cNvSpPr>
          <p:nvPr>
            <p:ph type="ftr" sz="quarter" idx="11"/>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CFD68BA6-BE45-49DE-D0A8-EFAA259FD8E1}"/>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168761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6">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FFB07-15C3-5030-73A7-6D0EBC2FB180}"/>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FFC67F9-A48C-BB0E-03C5-9C32A6BB8C5D}"/>
              </a:ext>
            </a:extLst>
          </p:cNvPr>
          <p:cNvSpPr/>
          <p:nvPr userDrawn="1"/>
        </p:nvSpPr>
        <p:spPr>
          <a:xfrm rot="16200000" flipH="1">
            <a:off x="2655863" y="-2678137"/>
            <a:ext cx="6857999" cy="12214275"/>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userDrawn="1"/>
        </p:nvSpPr>
        <p:spPr>
          <a:xfrm rot="5400000" flipH="1">
            <a:off x="2704549" y="-1552503"/>
            <a:ext cx="5669226" cy="11139273"/>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userDrawn="1"/>
        </p:nvSpPr>
        <p:spPr>
          <a:xfrm rot="16200000" flipH="1">
            <a:off x="-670580"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731520"/>
            <a:ext cx="6903720" cy="3044952"/>
          </a:xfrm>
        </p:spPr>
        <p:txBody>
          <a:bodyPr anchor="t">
            <a:normAutofit/>
          </a:bodyPr>
          <a:lstStyle>
            <a:lvl1pPr algn="l">
              <a:defRPr sz="48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anchor="ctr">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p>
            <a:fld id="{F33C5C21-A53D-4BFE-ABB4-B3854BA3473E}" type="datetime1">
              <a:rPr lang="en-US" smtClean="0"/>
              <a:t>4/16/25</a:t>
            </a:fld>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p>
            <a:pPr algn="l"/>
            <a:r>
              <a:rPr lang="en-US" dirty="0"/>
              <a:t>Sample Footer Text</a:t>
            </a:r>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385534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4000">
                <a:gradFill>
                  <a:gsLst>
                    <a:gs pos="0">
                      <a:schemeClr val="accent2"/>
                    </a:gs>
                    <a:gs pos="100000">
                      <a:schemeClr val="accent5"/>
                    </a:gs>
                  </a:gsLst>
                  <a:lin ang="48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12188952" cy="4608576"/>
          </a:xfrm>
          <a:noFill/>
        </p:spPr>
        <p:txBody>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AA45ACC4-E893-074F-A086-F3C5EE6DB8B5}"/>
              </a:ext>
            </a:extLst>
          </p:cNvPr>
          <p:cNvSpPr>
            <a:spLocks noGrp="1"/>
          </p:cNvSpPr>
          <p:nvPr>
            <p:ph type="dt" sz="half" idx="14"/>
          </p:nvPr>
        </p:nvSpPr>
        <p:spPr/>
        <p:txBody>
          <a:bodyPr/>
          <a:lstStyle/>
          <a:p>
            <a:fld id="{EA7AAEDD-33D5-4C71-A2A9-BD0BD02A990D}" type="datetime1">
              <a:rPr lang="en-US" smtClean="0"/>
              <a:t>4/16/25</a:t>
            </a:fld>
            <a:endParaRPr lang="en-US" dirty="0"/>
          </a:p>
        </p:txBody>
      </p:sp>
      <p:sp>
        <p:nvSpPr>
          <p:cNvPr id="5" name="Footer Placeholder 4">
            <a:extLst>
              <a:ext uri="{FF2B5EF4-FFF2-40B4-BE49-F238E27FC236}">
                <a16:creationId xmlns:a16="http://schemas.microsoft.com/office/drawing/2014/main" id="{8793744C-74E1-2578-CFE3-9607A1E8E78B}"/>
              </a:ext>
            </a:extLst>
          </p:cNvPr>
          <p:cNvSpPr>
            <a:spLocks noGrp="1"/>
          </p:cNvSpPr>
          <p:nvPr>
            <p:ph type="ftr" sz="quarter" idx="15"/>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01DF715-EAAA-F343-7DF0-B2A06F36820D}"/>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17685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D5ECA3-0963-E730-D099-22F05C4A3E76}"/>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F5154881-2AE9-22B6-8673-15787178E648}"/>
              </a:ext>
              <a:ext uri="{C183D7F6-B498-43B3-948B-1728B52AA6E4}">
                <adec:decorative xmlns:adec="http://schemas.microsoft.com/office/drawing/2017/decorative" val="1"/>
              </a:ext>
            </a:extLst>
          </p:cNvPr>
          <p:cNvGrpSpPr/>
          <p:nvPr userDrawn="1"/>
        </p:nvGrpSpPr>
        <p:grpSpPr>
          <a:xfrm>
            <a:off x="0" y="4605681"/>
            <a:ext cx="12202174" cy="2265904"/>
            <a:chOff x="0" y="-29768"/>
            <a:chExt cx="12202174" cy="1519356"/>
          </a:xfrm>
        </p:grpSpPr>
        <p:sp>
          <p:nvSpPr>
            <p:cNvPr id="5" name="Rectangle 4">
              <a:extLst>
                <a:ext uri="{FF2B5EF4-FFF2-40B4-BE49-F238E27FC236}">
                  <a16:creationId xmlns:a16="http://schemas.microsoft.com/office/drawing/2014/main" id="{93CAE982-93F7-4C74-3CC9-33ED95851716}"/>
                </a:ext>
              </a:extLst>
            </p:cNvPr>
            <p:cNvSpPr/>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ED71F9F-0A24-17CB-A4C2-7A44C07BB69F}"/>
                </a:ext>
              </a:extLst>
            </p:cNvPr>
            <p:cNvSpPr/>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B0FD491-2EF0-BCB3-DD1C-76D61F1835A1}"/>
                </a:ext>
              </a:extLst>
            </p:cNvPr>
            <p:cNvSpPr/>
            <p:nvPr/>
          </p:nvSpPr>
          <p:spPr>
            <a:xfrm rot="5400000">
              <a:off x="4981251" y="-5011019"/>
              <a:ext cx="1519356" cy="11481857"/>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4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12188952" cy="4608576"/>
          </a:xfrm>
          <a:noFill/>
        </p:spPr>
        <p:txBody>
          <a:bodyPr/>
          <a:lstStyle>
            <a:lvl1pPr marL="0" indent="0">
              <a:buNone/>
              <a:defRPr>
                <a:solidFill>
                  <a:schemeClr val="bg1"/>
                </a:solidFill>
              </a:defRPr>
            </a:lvl1pPr>
          </a:lstStyle>
          <a:p>
            <a:endParaRPr lang="en-US" dirty="0"/>
          </a:p>
        </p:txBody>
      </p:sp>
      <p:sp>
        <p:nvSpPr>
          <p:cNvPr id="13" name="Date Placeholder 12">
            <a:extLst>
              <a:ext uri="{FF2B5EF4-FFF2-40B4-BE49-F238E27FC236}">
                <a16:creationId xmlns:a16="http://schemas.microsoft.com/office/drawing/2014/main" id="{537280E2-EACC-6630-399E-3A403A181AA6}"/>
              </a:ext>
            </a:extLst>
          </p:cNvPr>
          <p:cNvSpPr>
            <a:spLocks noGrp="1"/>
          </p:cNvSpPr>
          <p:nvPr>
            <p:ph type="dt" sz="half" idx="14"/>
          </p:nvPr>
        </p:nvSpPr>
        <p:spPr/>
        <p:txBody>
          <a:bodyPr/>
          <a:lstStyle/>
          <a:p>
            <a:fld id="{13AC11FC-F97A-4B81-A1A4-C0675DB25670}" type="datetime1">
              <a:rPr lang="en-US" smtClean="0"/>
              <a:t>4/16/25</a:t>
            </a:fld>
            <a:endParaRPr lang="en-US" dirty="0"/>
          </a:p>
        </p:txBody>
      </p:sp>
      <p:sp>
        <p:nvSpPr>
          <p:cNvPr id="14" name="Footer Placeholder 13">
            <a:extLst>
              <a:ext uri="{FF2B5EF4-FFF2-40B4-BE49-F238E27FC236}">
                <a16:creationId xmlns:a16="http://schemas.microsoft.com/office/drawing/2014/main" id="{4C536050-8DD0-5D54-681B-A3810EFA0A96}"/>
              </a:ext>
            </a:extLst>
          </p:cNvPr>
          <p:cNvSpPr>
            <a:spLocks noGrp="1"/>
          </p:cNvSpPr>
          <p:nvPr>
            <p:ph type="ftr" sz="quarter" idx="15"/>
          </p:nvPr>
        </p:nvSpPr>
        <p:spPr/>
        <p:txBody>
          <a:bodyPr/>
          <a:lstStyle/>
          <a:p>
            <a:r>
              <a:rPr lang="en-US" dirty="0"/>
              <a:t>Sample Footer Text</a:t>
            </a:r>
          </a:p>
        </p:txBody>
      </p:sp>
      <p:sp>
        <p:nvSpPr>
          <p:cNvPr id="15" name="Slide Number Placeholder 14">
            <a:extLst>
              <a:ext uri="{FF2B5EF4-FFF2-40B4-BE49-F238E27FC236}">
                <a16:creationId xmlns:a16="http://schemas.microsoft.com/office/drawing/2014/main" id="{831BF9AC-6D93-2C62-4DCA-DBD48765BAC5}"/>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087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12188952" cy="4492679"/>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userDrawn="1"/>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C1D94DF0-746F-4885-8BFF-A9539AD6B79F}" type="datetime1">
              <a:rPr lang="en-US" smtClean="0"/>
              <a:t>4/16/25</a:t>
            </a:fld>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2471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anchor="t">
            <a:normAutofit/>
          </a:bodyPr>
          <a:lstStyle>
            <a:lvl1pPr algn="l">
              <a:defRPr sz="4000">
                <a:gradFill>
                  <a:gsLst>
                    <a:gs pos="0">
                      <a:schemeClr val="accent2"/>
                    </a:gs>
                    <a:gs pos="100000">
                      <a:schemeClr val="accent5"/>
                    </a:gs>
                  </a:gsLst>
                  <a:lin ang="156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4981651"/>
            <a:ext cx="3200400" cy="1163117"/>
          </a:xfrm>
        </p:spPr>
        <p:txBody>
          <a:bodyPr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612648" y="713232"/>
            <a:ext cx="7141464" cy="5431536"/>
          </a:xfrm>
          <a:noFill/>
        </p:spPr>
        <p:txBody>
          <a:bodyPr/>
          <a:lstStyle>
            <a:lvl1pPr marL="0" indent="0">
              <a:buNone/>
              <a:defRPr/>
            </a:lvl1pPr>
          </a:lstStyle>
          <a:p>
            <a:endParaRPr lang="en-US" dirty="0"/>
          </a:p>
        </p:txBody>
      </p:sp>
      <p:sp>
        <p:nvSpPr>
          <p:cNvPr id="7" name="Date Placeholder 6">
            <a:extLst>
              <a:ext uri="{FF2B5EF4-FFF2-40B4-BE49-F238E27FC236}">
                <a16:creationId xmlns:a16="http://schemas.microsoft.com/office/drawing/2014/main" id="{E38593D0-E26E-9163-7495-E2CF2EB8EAFF}"/>
              </a:ext>
            </a:extLst>
          </p:cNvPr>
          <p:cNvSpPr>
            <a:spLocks noGrp="1"/>
          </p:cNvSpPr>
          <p:nvPr>
            <p:ph type="dt" sz="half" idx="14"/>
          </p:nvPr>
        </p:nvSpPr>
        <p:spPr/>
        <p:txBody>
          <a:bodyPr/>
          <a:lstStyle/>
          <a:p>
            <a:fld id="{DB164C5D-9B48-44BA-A344-0073B49D7F88}" type="datetime1">
              <a:rPr lang="en-US" smtClean="0"/>
              <a:t>4/16/25</a:t>
            </a:fld>
            <a:endParaRPr lang="en-US" dirty="0"/>
          </a:p>
        </p:txBody>
      </p:sp>
      <p:sp>
        <p:nvSpPr>
          <p:cNvPr id="8" name="Footer Placeholder 7">
            <a:extLst>
              <a:ext uri="{FF2B5EF4-FFF2-40B4-BE49-F238E27FC236}">
                <a16:creationId xmlns:a16="http://schemas.microsoft.com/office/drawing/2014/main" id="{EBBE3590-F6F7-478E-7072-9BCB01CD9643}"/>
              </a:ext>
            </a:extLst>
          </p:cNvPr>
          <p:cNvSpPr>
            <a:spLocks noGrp="1"/>
          </p:cNvSpPr>
          <p:nvPr>
            <p:ph type="ftr" sz="quarter" idx="15"/>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DD9CD61B-36AB-0D81-D61A-B18FA305D31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470162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hoto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anchor="t">
            <a:normAutofit/>
          </a:bodyPr>
          <a:lstStyle>
            <a:lvl1pPr algn="l">
              <a:defRPr sz="4000">
                <a:gradFill>
                  <a:gsLst>
                    <a:gs pos="0">
                      <a:schemeClr val="accent2"/>
                    </a:gs>
                    <a:gs pos="100000">
                      <a:schemeClr val="accent5"/>
                    </a:gs>
                  </a:gsLst>
                  <a:lin ang="156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7653528" cy="6858000"/>
          </a:xfrm>
          <a:noFill/>
        </p:spPr>
        <p:txBody>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C139A420-CE3C-4200-8C12-93D1D0592160}" type="datetime1">
              <a:rPr lang="en-US" smtClean="0"/>
              <a:t>4/16/25</a:t>
            </a:fld>
            <a:endParaRPr lang="en-US" dirty="0"/>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r>
              <a:rPr lang="en-US" dirty="0"/>
              <a:t>Sample Footer Text</a:t>
            </a:r>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85037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hoto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EDC7D9D-1283-6B64-54B5-FD89101615C8}"/>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AEF997C6-45BA-9D70-4F2B-18646ED18BF4}"/>
              </a:ext>
            </a:extLst>
          </p:cNvPr>
          <p:cNvGrpSpPr/>
          <p:nvPr userDrawn="1"/>
        </p:nvGrpSpPr>
        <p:grpSpPr>
          <a:xfrm>
            <a:off x="7653528" y="0"/>
            <a:ext cx="4545541" cy="6864720"/>
            <a:chOff x="7760503" y="-18309"/>
            <a:chExt cx="4438566" cy="6883029"/>
          </a:xfrm>
        </p:grpSpPr>
        <p:sp>
          <p:nvSpPr>
            <p:cNvPr id="5" name="Rectangle 4">
              <a:extLst>
                <a:ext uri="{FF2B5EF4-FFF2-40B4-BE49-F238E27FC236}">
                  <a16:creationId xmlns:a16="http://schemas.microsoft.com/office/drawing/2014/main" id="{7361B878-507A-54F4-353D-8A4564709093}"/>
                </a:ext>
                <a:ext uri="{C183D7F6-B498-43B3-948B-1728B52AA6E4}">
                  <adec:decorative xmlns:adec="http://schemas.microsoft.com/office/drawing/2017/decorative" val="1"/>
                </a:ext>
              </a:extLst>
            </p:cNvPr>
            <p:cNvSpPr/>
            <p:nvPr/>
          </p:nvSpPr>
          <p:spPr>
            <a:xfrm>
              <a:off x="7760512" y="-11580"/>
              <a:ext cx="4431490" cy="6876300"/>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ED6592B-585B-C9BE-BC0A-69D474FE39A8}"/>
                </a:ext>
                <a:ext uri="{C183D7F6-B498-43B3-948B-1728B52AA6E4}">
                  <adec:decorative xmlns:adec="http://schemas.microsoft.com/office/drawing/2017/decorative" val="1"/>
                </a:ext>
              </a:extLst>
            </p:cNvPr>
            <p:cNvSpPr/>
            <p:nvPr/>
          </p:nvSpPr>
          <p:spPr>
            <a:xfrm rot="10800000">
              <a:off x="7760503" y="1713600"/>
              <a:ext cx="4431496"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7" name="Rectangle 6">
              <a:extLst>
                <a:ext uri="{FF2B5EF4-FFF2-40B4-BE49-F238E27FC236}">
                  <a16:creationId xmlns:a16="http://schemas.microsoft.com/office/drawing/2014/main" id="{AFD94B36-1055-422B-E015-DA352D193200}"/>
                </a:ext>
                <a:ext uri="{C183D7F6-B498-43B3-948B-1728B52AA6E4}">
                  <adec:decorative xmlns:adec="http://schemas.microsoft.com/office/drawing/2017/decorative" val="1"/>
                </a:ext>
              </a:extLst>
            </p:cNvPr>
            <p:cNvSpPr/>
            <p:nvPr/>
          </p:nvSpPr>
          <p:spPr>
            <a:xfrm>
              <a:off x="7760509" y="-11586"/>
              <a:ext cx="3264743"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708E015-EBC5-FF3D-8329-E06867263AE5}"/>
                </a:ext>
                <a:ext uri="{C183D7F6-B498-43B3-948B-1728B52AA6E4}">
                  <adec:decorative xmlns:adec="http://schemas.microsoft.com/office/drawing/2017/decorative" val="1"/>
                </a:ext>
              </a:extLst>
            </p:cNvPr>
            <p:cNvSpPr/>
            <p:nvPr/>
          </p:nvSpPr>
          <p:spPr>
            <a:xfrm rot="16200000">
              <a:off x="6547151" y="1202115"/>
              <a:ext cx="6872341" cy="4431494"/>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02168" y="1371600"/>
            <a:ext cx="3456430" cy="2386584"/>
          </a:xfrm>
        </p:spPr>
        <p:txBody>
          <a:bodyPr anchor="b">
            <a:normAutofit/>
          </a:bodyPr>
          <a:lstStyle>
            <a:lvl1pPr algn="ctr">
              <a:defRPr sz="32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02167" y="3877056"/>
            <a:ext cx="3456431" cy="1655064"/>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7653528" cy="6858000"/>
          </a:xfrm>
          <a:noFill/>
        </p:spPr>
        <p:txBody>
          <a:bodyPr/>
          <a:lstStyle>
            <a:lvl1pPr marL="0" indent="0">
              <a:buNone/>
              <a:defRPr>
                <a:solidFill>
                  <a:schemeClr val="bg1"/>
                </a:solidFill>
              </a:defRPr>
            </a:lvl1pPr>
          </a:lstStyle>
          <a:p>
            <a:endParaRPr lang="en-US" dirty="0"/>
          </a:p>
        </p:txBody>
      </p:sp>
      <p:sp>
        <p:nvSpPr>
          <p:cNvPr id="10" name="Date Placeholder 9">
            <a:extLst>
              <a:ext uri="{FF2B5EF4-FFF2-40B4-BE49-F238E27FC236}">
                <a16:creationId xmlns:a16="http://schemas.microsoft.com/office/drawing/2014/main" id="{65ABF53E-9405-749D-F125-6047BB041301}"/>
              </a:ext>
            </a:extLst>
          </p:cNvPr>
          <p:cNvSpPr>
            <a:spLocks noGrp="1"/>
          </p:cNvSpPr>
          <p:nvPr>
            <p:ph type="dt" sz="half" idx="14"/>
          </p:nvPr>
        </p:nvSpPr>
        <p:spPr>
          <a:xfrm>
            <a:off x="10661902" y="6318504"/>
            <a:ext cx="905257" cy="365760"/>
          </a:xfrm>
        </p:spPr>
        <p:txBody>
          <a:bodyPr/>
          <a:lstStyle/>
          <a:p>
            <a:fld id="{0867F805-6554-4B19-947C-032F0BC7FFEF}" type="datetime1">
              <a:rPr lang="en-US" smtClean="0"/>
              <a:t>4/16/25</a:t>
            </a:fld>
            <a:endParaRPr lang="en-US" dirty="0"/>
          </a:p>
        </p:txBody>
      </p:sp>
      <p:sp>
        <p:nvSpPr>
          <p:cNvPr id="11" name="Footer Placeholder 10">
            <a:extLst>
              <a:ext uri="{FF2B5EF4-FFF2-40B4-BE49-F238E27FC236}">
                <a16:creationId xmlns:a16="http://schemas.microsoft.com/office/drawing/2014/main" id="{A6A16C3B-5387-BF4E-27AA-EA2DEBADE986}"/>
              </a:ext>
            </a:extLst>
          </p:cNvPr>
          <p:cNvSpPr>
            <a:spLocks noGrp="1"/>
          </p:cNvSpPr>
          <p:nvPr>
            <p:ph type="ftr" sz="quarter" idx="15"/>
          </p:nvPr>
        </p:nvSpPr>
        <p:spPr>
          <a:xfrm>
            <a:off x="8202167" y="6318504"/>
            <a:ext cx="2459736" cy="365760"/>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B2506ED1-C024-3620-1DD8-5C1E151E64B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172993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hoto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713232"/>
            <a:ext cx="4828032" cy="2953512"/>
          </a:xfrm>
        </p:spPr>
        <p:txBody>
          <a:bodyPr anchor="t">
            <a:normAutofit/>
          </a:bodyPr>
          <a:lstStyle>
            <a:lvl1pPr algn="l">
              <a:defRPr sz="4400">
                <a:gradFill>
                  <a:gsLst>
                    <a:gs pos="0">
                      <a:schemeClr val="accent2"/>
                    </a:gs>
                    <a:gs pos="100000">
                      <a:schemeClr val="accent5"/>
                    </a:gs>
                  </a:gsLst>
                  <a:lin ang="48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noFill/>
        </p:spPr>
        <p:txBody>
          <a:bodyPr/>
          <a:lstStyle>
            <a:lvl1pPr marL="0" indent="0">
              <a:buNone/>
              <a:defRPr/>
            </a:lvl1pPr>
          </a:lstStyle>
          <a:p>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B179717B-F8EC-4BA3-8160-AE4E76EE0CE6}" type="datetime1">
              <a:rPr lang="en-US" smtClean="0"/>
              <a:t>4/16/25</a:t>
            </a:fld>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94035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anchor="t">
            <a:normAutofit/>
          </a:bodyPr>
          <a:lstStyle>
            <a:lvl1pPr algn="l">
              <a:defRPr sz="5400">
                <a:gradFill>
                  <a:gsLst>
                    <a:gs pos="0">
                      <a:schemeClr val="accent2"/>
                    </a:gs>
                    <a:gs pos="100000">
                      <a:schemeClr val="accent5"/>
                    </a:gs>
                  </a:gsLst>
                  <a:lin ang="4800000" scaled="0"/>
                </a:gra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noFill/>
        </p:spPr>
        <p:txBody>
          <a:bodyPr/>
          <a:lstStyle>
            <a:lvl1pPr marL="0" indent="0">
              <a:buNone/>
              <a:defRPr>
                <a:solidFill>
                  <a:schemeClr val="tx1"/>
                </a:solidFill>
              </a:defRPr>
            </a:lvl1pPr>
          </a:lstStyle>
          <a:p>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B97CBF45-FAE0-4C53-B04C-7DF1B51449DB}" type="datetime1">
              <a:rPr lang="en-US" smtClean="0"/>
              <a:t>4/16/25</a:t>
            </a:fld>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691789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hoto 9">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1F71E75-F7A2-7C1F-EF86-C5186E904883}"/>
              </a:ext>
            </a:extLst>
          </p:cNvPr>
          <p:cNvSpPr/>
          <p:nvPr userDrawn="1"/>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AB4E0A7-C9D3-8408-2EE0-E46AF38E815F}"/>
              </a:ext>
            </a:extLst>
          </p:cNvPr>
          <p:cNvSpPr/>
          <p:nvPr userDrawn="1"/>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373CB42-010B-9ABE-75EF-F502B4A9F42C}"/>
              </a:ext>
            </a:extLst>
          </p:cNvPr>
          <p:cNvSpPr/>
          <p:nvPr userDrawn="1"/>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713232"/>
            <a:ext cx="4828032" cy="2953512"/>
          </a:xfrm>
        </p:spPr>
        <p:txBody>
          <a:bodyPr anchor="t">
            <a:normAutofit/>
          </a:bodyPr>
          <a:lstStyle>
            <a:lvl1pPr algn="l">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anchor="ct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noFill/>
        </p:spPr>
        <p:txBody>
          <a:bodyPr/>
          <a:lstStyle>
            <a:lvl1pPr marL="0" indent="0">
              <a:buNone/>
              <a:defRPr>
                <a:solidFill>
                  <a:schemeClr val="bg1"/>
                </a:solidFill>
              </a:defRPr>
            </a:lvl1pPr>
          </a:lstStyle>
          <a:p>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CD5645A2-ECAE-40B8-8DE1-E5D730275A56}" type="datetime1">
              <a:rPr lang="en-US" smtClean="0"/>
              <a:t>4/16/25</a:t>
            </a:fld>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22067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hoto 10">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1F71E75-F7A2-7C1F-EF86-C5186E904883}"/>
              </a:ext>
            </a:extLst>
          </p:cNvPr>
          <p:cNvSpPr/>
          <p:nvPr userDrawn="1"/>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AB4E0A7-C9D3-8408-2EE0-E46AF38E815F}"/>
              </a:ext>
            </a:extLst>
          </p:cNvPr>
          <p:cNvSpPr/>
          <p:nvPr userDrawn="1"/>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373CB42-010B-9ABE-75EF-F502B4A9F42C}"/>
              </a:ext>
            </a:extLst>
          </p:cNvPr>
          <p:cNvSpPr/>
          <p:nvPr userDrawn="1"/>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anchor="t">
            <a:normAutofit/>
          </a:bodyPr>
          <a:lstStyle>
            <a:lvl1pPr algn="l">
              <a:defRPr sz="5400" b="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anchor="ct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7534656" y="0"/>
            <a:ext cx="4654296" cy="6858000"/>
          </a:xfrm>
          <a:noFill/>
        </p:spPr>
        <p:txBody>
          <a:bodyPr/>
          <a:lstStyle>
            <a:lvl1pPr marL="0" indent="0">
              <a:buNone/>
              <a:defRPr>
                <a:solidFill>
                  <a:schemeClr val="bg1"/>
                </a:solidFill>
              </a:defRPr>
            </a:lvl1pPr>
          </a:lstStyle>
          <a:p>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2C4A0A-74BB-48D3-82E0-B117A022E853}" type="datetime1">
              <a:rPr lang="en-US" smtClean="0"/>
              <a:t>4/16/25</a:t>
            </a:fld>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50422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hoto 1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CC69B239-8070-DF64-FE04-ACD9197C1ADA}"/>
              </a:ext>
              <a:ext uri="{C183D7F6-B498-43B3-948B-1728B52AA6E4}">
                <adec:decorative xmlns:adec="http://schemas.microsoft.com/office/drawing/2017/decorative" val="1"/>
              </a:ext>
            </a:extLst>
          </p:cNvPr>
          <p:cNvGrpSpPr/>
          <p:nvPr userDrawn="1"/>
        </p:nvGrpSpPr>
        <p:grpSpPr>
          <a:xfrm>
            <a:off x="-123" y="-4329"/>
            <a:ext cx="8129869" cy="6858000"/>
            <a:chOff x="5171844" y="-11586"/>
            <a:chExt cx="7020159" cy="6869586"/>
          </a:xfrm>
        </p:grpSpPr>
        <p:sp>
          <p:nvSpPr>
            <p:cNvPr id="13" name="Rectangle 12">
              <a:extLst>
                <a:ext uri="{FF2B5EF4-FFF2-40B4-BE49-F238E27FC236}">
                  <a16:creationId xmlns:a16="http://schemas.microsoft.com/office/drawing/2014/main" id="{44EDEE76-C142-D245-C6A2-18A09A688352}"/>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D2F671C-CDF6-D829-32B5-4D80E6DFBA64}"/>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5" name="Rectangle 14">
              <a:extLst>
                <a:ext uri="{FF2B5EF4-FFF2-40B4-BE49-F238E27FC236}">
                  <a16:creationId xmlns:a16="http://schemas.microsoft.com/office/drawing/2014/main" id="{E55058B4-CE97-648C-8EB8-E7B1A44E1965}"/>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119DCF0-5715-75D4-82C8-0925E2F5D3D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07008" y="1371600"/>
            <a:ext cx="5724144" cy="2386584"/>
          </a:xfrm>
        </p:spPr>
        <p:txBody>
          <a:bodyPr anchor="b">
            <a:normAutofit/>
          </a:bodyPr>
          <a:lstStyle>
            <a:lvl1pPr algn="ctr">
              <a:defRPr sz="4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3896" y="3877056"/>
            <a:ext cx="5221224" cy="1655064"/>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8129743" y="0"/>
            <a:ext cx="4062257" cy="6858000"/>
          </a:xfrm>
          <a:noFill/>
        </p:spPr>
        <p:txBody>
          <a:bodyPr vert="horz" lIns="91440" tIns="45720" rIns="91440" bIns="45720" rtlCol="0">
            <a:normAutofit/>
          </a:bodyPr>
          <a:lstStyle>
            <a:lvl1pPr>
              <a:defRPr lang="en-US" dirty="0">
                <a:solidFill>
                  <a:schemeClr val="bg1"/>
                </a:solidFill>
              </a:defRPr>
            </a:lvl1pPr>
          </a:lstStyle>
          <a:p>
            <a:pPr marL="0" lvl="0" indent="0">
              <a:buNone/>
            </a:pPr>
            <a:endParaRPr lang="en-US" dirty="0"/>
          </a:p>
        </p:txBody>
      </p:sp>
      <p:sp>
        <p:nvSpPr>
          <p:cNvPr id="5" name="Date Placeholder 4">
            <a:extLst>
              <a:ext uri="{FF2B5EF4-FFF2-40B4-BE49-F238E27FC236}">
                <a16:creationId xmlns:a16="http://schemas.microsoft.com/office/drawing/2014/main" id="{C818B6DE-6BDC-E548-E682-454500FF3909}"/>
              </a:ext>
            </a:extLst>
          </p:cNvPr>
          <p:cNvSpPr>
            <a:spLocks noGrp="1"/>
          </p:cNvSpPr>
          <p:nvPr>
            <p:ph type="dt" sz="half" idx="14"/>
          </p:nvPr>
        </p:nvSpPr>
        <p:spPr>
          <a:xfrm>
            <a:off x="4922575" y="6318504"/>
            <a:ext cx="2429146" cy="365760"/>
          </a:xfrm>
        </p:spPr>
        <p:txBody>
          <a:bodyPr/>
          <a:lstStyle/>
          <a:p>
            <a:fld id="{EBA9E0FA-5E3B-456C-B190-1C5D6B2D3B56}" type="datetime1">
              <a:rPr lang="en-US" smtClean="0"/>
              <a:t>4/16/25</a:t>
            </a:fld>
            <a:endParaRPr lang="en-US" dirty="0"/>
          </a:p>
        </p:txBody>
      </p:sp>
      <p:sp>
        <p:nvSpPr>
          <p:cNvPr id="6" name="Footer Placeholder 5">
            <a:extLst>
              <a:ext uri="{FF2B5EF4-FFF2-40B4-BE49-F238E27FC236}">
                <a16:creationId xmlns:a16="http://schemas.microsoft.com/office/drawing/2014/main" id="{76DD31AD-85B3-91B6-9D78-2DCF5F950D8D}"/>
              </a:ext>
            </a:extLst>
          </p:cNvPr>
          <p:cNvSpPr>
            <a:spLocks noGrp="1"/>
          </p:cNvSpPr>
          <p:nvPr>
            <p:ph type="ftr" sz="quarter" idx="15"/>
          </p:nvPr>
        </p:nvSpPr>
        <p:spPr/>
        <p:txBody>
          <a:bodyPr/>
          <a:lstStyle/>
          <a:p>
            <a:r>
              <a:rPr lang="en-US" dirty="0"/>
              <a:t>Sample Footer Text</a:t>
            </a:r>
          </a:p>
        </p:txBody>
      </p:sp>
      <p:sp>
        <p:nvSpPr>
          <p:cNvPr id="17" name="Slide Number Placeholder 16">
            <a:extLst>
              <a:ext uri="{FF2B5EF4-FFF2-40B4-BE49-F238E27FC236}">
                <a16:creationId xmlns:a16="http://schemas.microsoft.com/office/drawing/2014/main" id="{B86FA7BF-70D2-F141-E2D9-909CA33B7244}"/>
              </a:ext>
            </a:extLst>
          </p:cNvPr>
          <p:cNvSpPr>
            <a:spLocks noGrp="1"/>
          </p:cNvSpPr>
          <p:nvPr>
            <p:ph type="sldNum" sz="quarter" idx="16"/>
          </p:nvPr>
        </p:nvSpPr>
        <p:spPr>
          <a:xfrm>
            <a:off x="7269426"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26980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hoto 1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userDrawn="1"/>
        </p:nvSpPr>
        <p:spPr>
          <a:xfrm>
            <a:off x="-1" y="0"/>
            <a:ext cx="1219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480067FF-8FC0-5FF9-DC0B-F73EEF801BFA}"/>
              </a:ext>
              <a:ext uri="{C183D7F6-B498-43B3-948B-1728B52AA6E4}">
                <adec:decorative xmlns:adec="http://schemas.microsoft.com/office/drawing/2017/decorative" val="1"/>
              </a:ext>
            </a:extLst>
          </p:cNvPr>
          <p:cNvGrpSpPr/>
          <p:nvPr userDrawn="1"/>
        </p:nvGrpSpPr>
        <p:grpSpPr>
          <a:xfrm>
            <a:off x="4441200" y="-4329"/>
            <a:ext cx="7750804" cy="6869586"/>
            <a:chOff x="5171844" y="-11586"/>
            <a:chExt cx="7020159" cy="6869586"/>
          </a:xfrm>
        </p:grpSpPr>
        <p:sp>
          <p:nvSpPr>
            <p:cNvPr id="5" name="Rectangle 4">
              <a:extLst>
                <a:ext uri="{FF2B5EF4-FFF2-40B4-BE49-F238E27FC236}">
                  <a16:creationId xmlns:a16="http://schemas.microsoft.com/office/drawing/2014/main" id="{F8C4B40F-7B3C-BBFF-36BD-59C859AE7A8E}"/>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38855EC-485E-B4A6-3323-4A3F78E46444}"/>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7" name="Rectangle 16">
              <a:extLst>
                <a:ext uri="{FF2B5EF4-FFF2-40B4-BE49-F238E27FC236}">
                  <a16:creationId xmlns:a16="http://schemas.microsoft.com/office/drawing/2014/main" id="{56394338-785F-15E7-EFAA-ECEDFC5E2476}"/>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92A66C2-03D0-73D4-E8EE-985427867816}"/>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577840" y="1371600"/>
            <a:ext cx="5477256" cy="2386584"/>
          </a:xfrm>
        </p:spPr>
        <p:txBody>
          <a:bodyPr anchor="b">
            <a:normAutofit/>
          </a:bodyPr>
          <a:lstStyle>
            <a:lvl1pPr algn="ctr">
              <a:defRPr sz="4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3877056"/>
            <a:ext cx="5001768" cy="1655064"/>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p:nvPr>
        </p:nvSpPr>
        <p:spPr>
          <a:xfrm>
            <a:off x="0" y="0"/>
            <a:ext cx="4443984" cy="6858000"/>
          </a:xfrm>
          <a:noFill/>
        </p:spPr>
        <p:txBody>
          <a:bodyPr vert="horz" lIns="91440" tIns="45720" rIns="91440" bIns="45720" rtlCol="0">
            <a:normAutofit/>
          </a:bodyPr>
          <a:lstStyle>
            <a:lvl1pPr>
              <a:defRPr lang="en-US" dirty="0">
                <a:solidFill>
                  <a:schemeClr val="bg1"/>
                </a:solidFill>
              </a:defRPr>
            </a:lvl1pPr>
          </a:lstStyle>
          <a:p>
            <a:pPr marL="0" lvl="0" indent="0">
              <a:buNone/>
            </a:pPr>
            <a:endParaRPr lang="en-US" dirty="0"/>
          </a:p>
        </p:txBody>
      </p:sp>
      <p:sp>
        <p:nvSpPr>
          <p:cNvPr id="12" name="Date Placeholder 11">
            <a:extLst>
              <a:ext uri="{FF2B5EF4-FFF2-40B4-BE49-F238E27FC236}">
                <a16:creationId xmlns:a16="http://schemas.microsoft.com/office/drawing/2014/main" id="{D115C9FF-BC61-B8E9-7257-80B103C5BDE1}"/>
              </a:ext>
            </a:extLst>
          </p:cNvPr>
          <p:cNvSpPr>
            <a:spLocks noGrp="1"/>
          </p:cNvSpPr>
          <p:nvPr>
            <p:ph type="dt" sz="half" idx="14"/>
          </p:nvPr>
        </p:nvSpPr>
        <p:spPr/>
        <p:txBody>
          <a:bodyPr/>
          <a:lstStyle/>
          <a:p>
            <a:fld id="{FB37448F-3F25-4489-8753-7EA5C022F9A2}" type="datetime1">
              <a:rPr lang="en-US" smtClean="0"/>
              <a:t>4/16/25</a:t>
            </a:fld>
            <a:endParaRPr lang="en-US" dirty="0"/>
          </a:p>
        </p:txBody>
      </p:sp>
      <p:sp>
        <p:nvSpPr>
          <p:cNvPr id="13" name="Footer Placeholder 12">
            <a:extLst>
              <a:ext uri="{FF2B5EF4-FFF2-40B4-BE49-F238E27FC236}">
                <a16:creationId xmlns:a16="http://schemas.microsoft.com/office/drawing/2014/main" id="{9F86D9F8-6602-271B-FE2D-652EC64047CA}"/>
              </a:ext>
            </a:extLst>
          </p:cNvPr>
          <p:cNvSpPr>
            <a:spLocks noGrp="1"/>
          </p:cNvSpPr>
          <p:nvPr>
            <p:ph type="ftr" sz="quarter" idx="15"/>
          </p:nvPr>
        </p:nvSpPr>
        <p:spPr>
          <a:xfrm>
            <a:off x="4800600" y="6318504"/>
            <a:ext cx="4096512" cy="365760"/>
          </a:xfrm>
        </p:spPr>
        <p:txBody>
          <a:bodyPr/>
          <a:lstStyle/>
          <a:p>
            <a:r>
              <a:rPr lang="en-US" dirty="0"/>
              <a:t>Sample Footer Text</a:t>
            </a:r>
          </a:p>
        </p:txBody>
      </p:sp>
      <p:sp>
        <p:nvSpPr>
          <p:cNvPr id="14" name="Slide Number Placeholder 13">
            <a:extLst>
              <a:ext uri="{FF2B5EF4-FFF2-40B4-BE49-F238E27FC236}">
                <a16:creationId xmlns:a16="http://schemas.microsoft.com/office/drawing/2014/main" id="{AD8982DA-3270-78D6-CF26-D0BE324627AF}"/>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835148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6A8AF3-9C41-BBE0-28EC-0967476ECFDF}"/>
              </a:ext>
            </a:extLst>
          </p:cNvPr>
          <p:cNvSpPr/>
          <p:nvPr userDrawn="1"/>
        </p:nvSpPr>
        <p:spPr>
          <a:xfrm rot="5400000">
            <a:off x="7143745" y="1809750"/>
            <a:ext cx="6857999" cy="3238502"/>
          </a:xfrm>
          <a:prstGeom prst="rect">
            <a:avLst/>
          </a:prstGeom>
          <a:gradFill>
            <a:gsLst>
              <a:gs pos="13000">
                <a:schemeClr val="accent2"/>
              </a:gs>
              <a:gs pos="89000">
                <a:schemeClr val="accent5"/>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4B5494F-44E1-934B-42F4-366544A10888}"/>
              </a:ext>
              <a:ext uri="{C183D7F6-B498-43B3-948B-1728B52AA6E4}">
                <adec:decorative xmlns:adec="http://schemas.microsoft.com/office/drawing/2017/decorative" val="1"/>
              </a:ext>
            </a:extLst>
          </p:cNvPr>
          <p:cNvSpPr/>
          <p:nvPr userDrawn="1"/>
        </p:nvSpPr>
        <p:spPr>
          <a:xfrm rot="16200000" flipH="1">
            <a:off x="8452414" y="3120964"/>
            <a:ext cx="4235570" cy="3238501"/>
          </a:xfrm>
          <a:prstGeom prst="rect">
            <a:avLst/>
          </a:prstGeom>
          <a:gradFill>
            <a:gsLst>
              <a:gs pos="0">
                <a:schemeClr val="accent2">
                  <a:lumMod val="75000"/>
                </a:schemeClr>
              </a:gs>
              <a:gs pos="58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anchor="b">
            <a:normAutofit/>
          </a:bodyPr>
          <a:lstStyle>
            <a:lvl1pPr>
              <a:defRPr sz="6600">
                <a:solidFill>
                  <a:schemeClr val="tx2"/>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612648" y="557784"/>
            <a:ext cx="6391656" cy="1143000"/>
          </a:xfrm>
        </p:spPr>
        <p:txBody>
          <a:bodyPr>
            <a:normAutofit/>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A9D0B7FB-87C0-3079-19C7-6CED6267076D}"/>
              </a:ext>
            </a:extLst>
          </p:cNvPr>
          <p:cNvSpPr>
            <a:spLocks noGrp="1"/>
          </p:cNvSpPr>
          <p:nvPr>
            <p:ph type="dt" sz="half" idx="10"/>
          </p:nvPr>
        </p:nvSpPr>
        <p:spPr>
          <a:xfrm>
            <a:off x="8948402" y="6318504"/>
            <a:ext cx="2618758" cy="365760"/>
          </a:xfrm>
        </p:spPr>
        <p:txBody>
          <a:bodyPr/>
          <a:lstStyle>
            <a:lvl1pPr>
              <a:defRPr>
                <a:solidFill>
                  <a:schemeClr val="bg1"/>
                </a:solidFill>
              </a:defRPr>
            </a:lvl1pPr>
          </a:lstStyle>
          <a:p>
            <a:fld id="{873707AF-9529-47F7-B62D-6915739C4D1C}" type="datetime1">
              <a:rPr lang="en-US" smtClean="0"/>
              <a:t>4/16/25</a:t>
            </a:fld>
            <a:endParaRPr lang="en-US" dirty="0"/>
          </a:p>
        </p:txBody>
      </p:sp>
      <p:sp>
        <p:nvSpPr>
          <p:cNvPr id="5" name="Footer Placeholder 4">
            <a:extLst>
              <a:ext uri="{FF2B5EF4-FFF2-40B4-BE49-F238E27FC236}">
                <a16:creationId xmlns:a16="http://schemas.microsoft.com/office/drawing/2014/main" id="{C1399D9E-BE0F-5E13-5AB3-CAABD58908C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63C498B2-725B-65BA-9E95-1CC3CE008DD7}"/>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7459441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anchor="b">
            <a:normAutofit/>
          </a:bodyPr>
          <a:lstStyle>
            <a:lvl1pPr>
              <a:defRPr sz="6600">
                <a:gradFill>
                  <a:gsLst>
                    <a:gs pos="0">
                      <a:schemeClr val="accent2"/>
                    </a:gs>
                    <a:gs pos="100000">
                      <a:schemeClr val="accent5"/>
                    </a:gs>
                  </a:gsLst>
                  <a:lin ang="2700000" scaled="0"/>
                </a:gra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612648" y="557784"/>
            <a:ext cx="6391656" cy="1143000"/>
          </a:xfrm>
        </p:spPr>
        <p:txBody>
          <a:bodyPr>
            <a:normAutofit/>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EE495D7A-1922-450E-8872-62F5AF426944}" type="datetime1">
              <a:rPr lang="en-US" smtClean="0"/>
              <a:t>4/16/25</a:t>
            </a:fld>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pPr algn="l"/>
            <a:r>
              <a:rPr lang="en-US" dirty="0"/>
              <a:t>Sample Footer Text</a:t>
            </a:r>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6645676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3D93006-CD9A-ACB8-4DFF-755585BD51C6}"/>
              </a:ext>
            </a:extLst>
          </p:cNvPr>
          <p:cNvSpPr/>
          <p:nvPr userDrawn="1"/>
        </p:nvSpPr>
        <p:spPr>
          <a:xfrm rot="5400000" flipH="1" flipV="1">
            <a:off x="2662822" y="-2671180"/>
            <a:ext cx="6866356"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userDrawn="1"/>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userDrawn="1"/>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userDrawn="1"/>
        </p:nvSpPr>
        <p:spPr>
          <a:xfrm rot="5400000" flipH="1" flipV="1">
            <a:off x="1233479" y="361145"/>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anchor="b">
            <a:normAutofit/>
          </a:bodyPr>
          <a:lstStyle>
            <a:lvl1pPr>
              <a:defRPr sz="6600">
                <a:solidFill>
                  <a:schemeClr val="tx2"/>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612648" y="557784"/>
            <a:ext cx="6391656" cy="1143000"/>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p>
            <a:fld id="{260B61AD-546C-4AAE-A736-53670D5C542A}" type="datetime1">
              <a:rPr lang="en-US" smtClean="0"/>
              <a:t>4/16/25</a:t>
            </a:fld>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p>
            <a:pPr algn="l"/>
            <a:r>
              <a:rPr lang="en-US" dirty="0"/>
              <a:t>Sample Footer Text</a:t>
            </a:r>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3841457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B93086-0808-B114-0740-521B359C1A96}"/>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3E08038D-9EFE-3356-C148-EC8143338DF0}"/>
              </a:ext>
            </a:extLst>
          </p:cNvPr>
          <p:cNvGrpSpPr/>
          <p:nvPr userDrawn="1"/>
        </p:nvGrpSpPr>
        <p:grpSpPr>
          <a:xfrm>
            <a:off x="0" y="-14248"/>
            <a:ext cx="12192000" cy="6894986"/>
            <a:chOff x="0" y="-7622"/>
            <a:chExt cx="12192000" cy="6894986"/>
          </a:xfrm>
        </p:grpSpPr>
        <p:sp>
          <p:nvSpPr>
            <p:cNvPr id="12" name="Rectangle 11">
              <a:extLst>
                <a:ext uri="{FF2B5EF4-FFF2-40B4-BE49-F238E27FC236}">
                  <a16:creationId xmlns:a16="http://schemas.microsoft.com/office/drawing/2014/main" id="{79F9C2B1-B11B-9A2B-67A4-122E2DA3276B}"/>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24AA54FE-841B-0347-5AD3-562968E98936}"/>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FD25D360-3248-FA35-87B0-2A8DBEDCD06C}"/>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42A1D086-3B99-A3A2-B648-280F1AB4B37A}"/>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8" y="484632"/>
            <a:ext cx="10085832" cy="1161288"/>
          </a:xfrm>
        </p:spPr>
        <p:txBody>
          <a:bodyPr anchor="t">
            <a:normAutofit/>
          </a:bodyPr>
          <a:lstStyle>
            <a:lvl1pPr>
              <a:defRPr sz="6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13832" y="2432304"/>
            <a:ext cx="6053328" cy="3858768"/>
          </a:xfrm>
        </p:spPr>
        <p:txBody>
          <a:bodyPr vert="horz" lIns="91440" tIns="45720" rIns="91440" bIns="45720" rtlCol="0">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00556115-5F08-48BB-9AAD-5F98DFFE9348}" type="datetime1">
              <a:rPr lang="en-US" smtClean="0"/>
              <a:t>4/16/25</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4035622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8" y="484632"/>
            <a:ext cx="10085832" cy="1161288"/>
          </a:xfrm>
          <a:noFill/>
        </p:spPr>
        <p:txBody>
          <a:bodyPr anchor="t">
            <a:normAutofit/>
          </a:bodyPr>
          <a:lstStyle>
            <a:lvl1pPr>
              <a:defRPr sz="6600">
                <a:gradFill>
                  <a:gsLst>
                    <a:gs pos="0">
                      <a:schemeClr val="accent2"/>
                    </a:gs>
                    <a:gs pos="100000">
                      <a:schemeClr val="accent5"/>
                    </a:gs>
                  </a:gsLst>
                  <a:lin ang="120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13832" y="2432304"/>
            <a:ext cx="6053328" cy="3858768"/>
          </a:xfrm>
        </p:spPr>
        <p:txBody>
          <a:bodyPr vert="horz" lIns="91440" tIns="45720" rIns="91440" bIns="45720" rtlCol="0">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B9BDF5DD-FC76-422E-90E7-591B5FA5BB25}" type="datetime1">
              <a:rPr lang="en-US" smtClean="0"/>
              <a:t>4/16/25</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2914634"/>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960120" y="2404872"/>
            <a:ext cx="4389120" cy="1865376"/>
          </a:xfrm>
          <a:noFill/>
        </p:spPr>
        <p:txBody>
          <a:bodyPr anchor="ctr">
            <a:normAutofit/>
          </a:bodyPr>
          <a:lstStyle>
            <a:lvl1pPr algn="ctr">
              <a:defRPr sz="6600">
                <a:gradFill>
                  <a:gsLst>
                    <a:gs pos="0">
                      <a:schemeClr val="accent2"/>
                    </a:gs>
                    <a:gs pos="100000">
                      <a:schemeClr val="accent5"/>
                    </a:gs>
                  </a:gsLst>
                  <a:lin ang="120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37376" y="877824"/>
            <a:ext cx="5129784"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92906DB8-BA34-4A62-87EF-F70F9F53B178}" type="datetime1">
              <a:rPr lang="en-US" smtClean="0"/>
              <a:t>4/16/25</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8993381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4">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userDrawn="1"/>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FF1DB633-1864-45A5-BE51-B3688A1CEEA6}" type="datetime1">
              <a:rPr lang="en-US" smtClean="0"/>
              <a:t>4/16/25</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pPr algn="l"/>
            <a:r>
              <a:rPr lang="en-US" dirty="0"/>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8415356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2E564ED-1140-B258-F708-E601B50C37F2}"/>
              </a:ext>
            </a:extLst>
          </p:cNvPr>
          <p:cNvSpPr>
            <a:spLocks noGrp="1"/>
          </p:cNvSpPr>
          <p:nvPr>
            <p:ph type="dt" sz="half" idx="10"/>
          </p:nvPr>
        </p:nvSpPr>
        <p:spPr>
          <a:xfrm>
            <a:off x="8513496" y="6428232"/>
            <a:ext cx="3136392" cy="365760"/>
          </a:xfrm>
        </p:spPr>
        <p:txBody>
          <a:bodyPr/>
          <a:lstStyle/>
          <a:p>
            <a:fld id="{8B8EDBE7-C3AC-430B-8587-7F2E5726E52E}" type="datetime1">
              <a:rPr lang="en-US" smtClean="0"/>
              <a:t>4/16/25</a:t>
            </a:fld>
            <a:endParaRPr lang="en-US" dirty="0"/>
          </a:p>
        </p:txBody>
      </p:sp>
      <p:sp>
        <p:nvSpPr>
          <p:cNvPr id="8" name="Footer Placeholder 7">
            <a:extLst>
              <a:ext uri="{FF2B5EF4-FFF2-40B4-BE49-F238E27FC236}">
                <a16:creationId xmlns:a16="http://schemas.microsoft.com/office/drawing/2014/main" id="{25CCB5D3-F8A8-B378-C9B4-F29E362AA1D1}"/>
              </a:ext>
            </a:extLst>
          </p:cNvPr>
          <p:cNvSpPr>
            <a:spLocks noGrp="1"/>
          </p:cNvSpPr>
          <p:nvPr>
            <p:ph type="ftr" sz="quarter" idx="11"/>
          </p:nvPr>
        </p:nvSpPr>
        <p:spPr>
          <a:xfrm>
            <a:off x="137160" y="6428232"/>
            <a:ext cx="4096512" cy="365760"/>
          </a:xfrm>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C4C639C5-351B-0FC9-E095-59AEDE479C06}"/>
              </a:ext>
            </a:extLst>
          </p:cNvPr>
          <p:cNvSpPr>
            <a:spLocks noGrp="1"/>
          </p:cNvSpPr>
          <p:nvPr>
            <p:ph type="sldNum" sz="quarter" idx="12"/>
          </p:nvPr>
        </p:nvSpPr>
        <p:spPr>
          <a:xfrm>
            <a:off x="11567592" y="6428232"/>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7C7208-6A52-7A25-6DD4-1FD469860CBA}"/>
              </a:ext>
            </a:extLst>
          </p:cNvPr>
          <p:cNvSpPr>
            <a:spLocks noGrp="1"/>
          </p:cNvSpPr>
          <p:nvPr>
            <p:ph type="dt" sz="half" idx="10"/>
          </p:nvPr>
        </p:nvSpPr>
        <p:spPr>
          <a:xfrm>
            <a:off x="8513496" y="6428232"/>
            <a:ext cx="3136392" cy="365760"/>
          </a:xfrm>
        </p:spPr>
        <p:txBody>
          <a:bodyPr/>
          <a:lstStyle/>
          <a:p>
            <a:fld id="{351671B4-782F-4447-B688-3F2572BC7CBC}" type="datetime1">
              <a:rPr lang="en-US" smtClean="0"/>
              <a:t>4/16/25</a:t>
            </a:fld>
            <a:endParaRPr lang="en-US" dirty="0"/>
          </a:p>
        </p:txBody>
      </p:sp>
      <p:sp>
        <p:nvSpPr>
          <p:cNvPr id="8" name="Footer Placeholder 7">
            <a:extLst>
              <a:ext uri="{FF2B5EF4-FFF2-40B4-BE49-F238E27FC236}">
                <a16:creationId xmlns:a16="http://schemas.microsoft.com/office/drawing/2014/main" id="{5238BE8E-E715-EF15-B47B-2556DB436D78}"/>
              </a:ext>
            </a:extLst>
          </p:cNvPr>
          <p:cNvSpPr>
            <a:spLocks noGrp="1"/>
          </p:cNvSpPr>
          <p:nvPr>
            <p:ph type="ftr" sz="quarter" idx="11"/>
          </p:nvPr>
        </p:nvSpPr>
        <p:spPr>
          <a:xfrm>
            <a:off x="137160" y="6428232"/>
            <a:ext cx="4096512" cy="365760"/>
          </a:xfrm>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19AA76D9-9C8C-6ADE-22D5-391B00D015D3}"/>
              </a:ext>
            </a:extLst>
          </p:cNvPr>
          <p:cNvSpPr>
            <a:spLocks noGrp="1"/>
          </p:cNvSpPr>
          <p:nvPr>
            <p:ph type="sldNum" sz="quarter" idx="12"/>
          </p:nvPr>
        </p:nvSpPr>
        <p:spPr>
          <a:xfrm>
            <a:off x="11567592" y="6428232"/>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42913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B6FF065F-039D-47CE-A441-ACC369394919}" type="datetime1">
              <a:rPr lang="en-US" smtClean="0"/>
              <a:t>4/16/25</a:t>
            </a:fld>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Title 1">
            <a:extLst>
              <a:ext uri="{FF2B5EF4-FFF2-40B4-BE49-F238E27FC236}">
                <a16:creationId xmlns:a16="http://schemas.microsoft.com/office/drawing/2014/main" id="{40810853-0A5D-8160-9DA1-63FCF890E2D1}"/>
              </a:ext>
            </a:extLst>
          </p:cNvPr>
          <p:cNvSpPr>
            <a:spLocks noGrp="1"/>
          </p:cNvSpPr>
          <p:nvPr>
            <p:ph type="ctrTitle"/>
          </p:nvPr>
        </p:nvSpPr>
        <p:spPr>
          <a:xfrm>
            <a:off x="612648" y="502920"/>
            <a:ext cx="10966704" cy="722375"/>
          </a:xfrm>
        </p:spPr>
        <p:txBody>
          <a:bodyPr anchor="t">
            <a:normAutofit/>
          </a:bodyPr>
          <a:lstStyle>
            <a:lvl1pPr algn="l">
              <a:defRPr sz="3200">
                <a:gradFill>
                  <a:gsLst>
                    <a:gs pos="0">
                      <a:schemeClr val="accent2"/>
                    </a:gs>
                    <a:gs pos="100000">
                      <a:schemeClr val="accent5"/>
                    </a:gs>
                  </a:gsLst>
                  <a:lin ang="4800000" scaled="0"/>
                </a:gradFill>
              </a:defRPr>
            </a:lvl1pPr>
          </a:lstStyle>
          <a:p>
            <a:r>
              <a:rPr lang="en-US" dirty="0"/>
              <a:t>Click to edit Master title style</a:t>
            </a:r>
          </a:p>
        </p:txBody>
      </p:sp>
    </p:spTree>
    <p:extLst>
      <p:ext uri="{BB962C8B-B14F-4D97-AF65-F5344CB8AC3E}">
        <p14:creationId xmlns:p14="http://schemas.microsoft.com/office/powerpoint/2010/main" val="11312030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020824"/>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020824"/>
            <a:ext cx="3959352" cy="26974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D5503810-521B-4F6A-82F3-8A18F7757300}" type="datetime1">
              <a:rPr lang="en-US" smtClean="0"/>
              <a:t>4/16/25</a:t>
            </a:fld>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pPr algn="l"/>
            <a:r>
              <a:rPr lang="en-US" dirty="0"/>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Content 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27A4A75-9DCC-64BE-C73B-DDE95F1E0D77}"/>
              </a:ext>
              <a:ext uri="{C183D7F6-B498-43B3-948B-1728B52AA6E4}">
                <adec:decorative xmlns:adec="http://schemas.microsoft.com/office/drawing/2017/decorative" val="1"/>
              </a:ext>
            </a:extLst>
          </p:cNvPr>
          <p:cNvGrpSpPr/>
          <p:nvPr userDrawn="1"/>
        </p:nvGrpSpPr>
        <p:grpSpPr>
          <a:xfrm flipV="1">
            <a:off x="12068340" y="0"/>
            <a:ext cx="123362" cy="6858000"/>
            <a:chOff x="12068638" y="0"/>
            <a:chExt cx="123362" cy="6858000"/>
          </a:xfrm>
        </p:grpSpPr>
        <p:sp>
          <p:nvSpPr>
            <p:cNvPr id="4" name="Rectangle 3">
              <a:extLst>
                <a:ext uri="{FF2B5EF4-FFF2-40B4-BE49-F238E27FC236}">
                  <a16:creationId xmlns:a16="http://schemas.microsoft.com/office/drawing/2014/main" id="{F3EC4C90-6BC4-5324-A9CC-84F1C52A76E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E7E4CE7-DDE9-B121-006C-B1EA3E457780}"/>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020824"/>
            <a:ext cx="4160520" cy="2825496"/>
          </a:xfrm>
        </p:spPr>
        <p:txBody>
          <a:bodyPr anchor="ctr">
            <a:normAutofit/>
          </a:bodyPr>
          <a:lstStyle>
            <a:lvl1pPr algn="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020824"/>
            <a:ext cx="3959352" cy="269748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2D27F6DE-0F73-4A00-B281-72521CF83CCF}" type="datetime1">
              <a:rPr lang="en-US" smtClean="0"/>
              <a:t>4/16/25</a:t>
            </a:fld>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pPr algn="l"/>
            <a:r>
              <a:rPr lang="en-US" dirty="0"/>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010356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BFA512FF-0A37-4AC0-A33C-28A4AE10005D}" type="datetime1">
              <a:rPr lang="en-US" smtClean="0"/>
              <a:t>4/16/25</a:t>
            </a:fld>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07564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70432"/>
            <a:ext cx="4251960" cy="3227832"/>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696712" y="1170432"/>
            <a:ext cx="5687568" cy="47091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25A675E8-8398-4EC3-B1DB-2C04007992A6}" type="datetime1">
              <a:rPr lang="en-US" smtClean="0"/>
              <a:t>4/16/25</a:t>
            </a:fld>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pPr algn="l"/>
            <a:r>
              <a:rPr lang="en-US" dirty="0"/>
              <a:t>Sample Footer Text</a:t>
            </a:r>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 – alternate Medium</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29801E1B-EFD3-4163-8A33-67DA8A464112}" type="datetime1">
              <a:rPr lang="en-US" smtClean="0"/>
              <a:t>4/16/25</a:t>
            </a:fld>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pPr algn="l"/>
            <a:r>
              <a:rPr lang="en-US" dirty="0"/>
              <a:t>Sample Footer Text</a:t>
            </a:r>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29400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E20955A0-7C44-4DF3-B90F-B92A347DEB39}" type="datetime1">
              <a:rPr lang="en-US" smtClean="0"/>
              <a:t>4/16/25</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2335543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Content 5">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userDrawn="1"/>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dirty="0"/>
              <a:t>Click to edit Master title style – alternate Large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BED2AC62-5EFE-4C62-A6FD-2F23820B8955}" type="datetime1">
              <a:rPr lang="en-US" smtClean="0"/>
              <a:t>4/16/25</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43867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05F4066-9F01-B79C-2223-238EF4D5A26F}"/>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383C8600-7288-5643-6828-817DB1C8A60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C1145E3-88BC-F91E-B01F-5375FC4A04D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274320"/>
            <a:ext cx="10872216" cy="987552"/>
          </a:xfrm>
        </p:spPr>
        <p:txBody>
          <a:bodyPr anchor="b">
            <a:normAutofit/>
          </a:bodyPr>
          <a:lstStyle>
            <a:lvl1pPr>
              <a:defRPr sz="3200">
                <a:solidFill>
                  <a:schemeClr val="tx1"/>
                </a:solidFill>
              </a:defRPr>
            </a:lvl1pPr>
          </a:lstStyle>
          <a:p>
            <a:r>
              <a:rPr lang="en-US" dirty="0"/>
              <a:t>Click to edit Master title style – alternate Large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5E6F8B3-4A05-4179-A0FD-A4EA97011587}" type="datetime1">
              <a:rPr lang="en-US" smtClean="0"/>
              <a:t>4/16/25</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662528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Content 5">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88AFD6F-0EAD-ADCF-CB9A-AB74C59048E1}"/>
              </a:ext>
            </a:extLst>
          </p:cNvPr>
          <p:cNvSpPr/>
          <p:nvPr userDrawn="1"/>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310896"/>
            <a:ext cx="10872216" cy="1225296"/>
          </a:xfrm>
        </p:spPr>
        <p:txBody>
          <a:bodyPr anchor="ctr">
            <a:normAutofit/>
          </a:bodyPr>
          <a:lstStyle>
            <a:lvl1pPr>
              <a:defRPr sz="3200">
                <a:solidFill>
                  <a:schemeClr val="bg1"/>
                </a:solidFill>
              </a:defRPr>
            </a:lvl1pPr>
          </a:lstStyle>
          <a:p>
            <a:r>
              <a:rPr lang="en-US" dirty="0"/>
              <a:t>Click to edit Master title style – alternate Large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FBB3E219-58D5-409F-9DFA-AB05004BBFB2}" type="datetime1">
              <a:rPr lang="en-US" smtClean="0"/>
              <a:t>4/16/25</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603767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861D5048-49AF-4650-835F-433CD4364054}" type="datetime1">
              <a:rPr lang="en-US" smtClean="0"/>
              <a:t>4/16/25</a:t>
            </a:fld>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736392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userDrawn="1"/>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1C088F0D-A4DE-CAA0-43A6-84E52AD904F3}"/>
              </a:ext>
            </a:extLst>
          </p:cNvPr>
          <p:cNvSpPr/>
          <p:nvPr userDrawn="1"/>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6" name="Rectangle 5">
            <a:extLst>
              <a:ext uri="{FF2B5EF4-FFF2-40B4-BE49-F238E27FC236}">
                <a16:creationId xmlns:a16="http://schemas.microsoft.com/office/drawing/2014/main" id="{25CD67E0-1350-1985-A4E1-5215AF902BF2}"/>
              </a:ext>
            </a:extLst>
          </p:cNvPr>
          <p:cNvSpPr/>
          <p:nvPr userDrawn="1"/>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dirty="0"/>
              <a:t>Click to edit Master title style – alternate XL</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8478F8C6-9D95-44E4-AE46-A42E63A9B25E}" type="datetime1">
              <a:rPr lang="en-US" smtClean="0"/>
              <a:t>4/16/25</a:t>
            </a:fld>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07304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p:nvPr>
        </p:nvSpPr>
        <p:spPr>
          <a:xfrm>
            <a:off x="115866" y="0"/>
            <a:ext cx="4837176" cy="6858000"/>
          </a:xfrm>
          <a:noFill/>
        </p:spPr>
        <p:txBody>
          <a:bodyPr vert="horz" lIns="91440" tIns="45720" rIns="91440" bIns="45720" rtlCol="0">
            <a:normAutofit/>
          </a:bodyPr>
          <a:lstStyle>
            <a:lvl1pPr>
              <a:defRPr lang="en-US" dirty="0">
                <a:solidFill>
                  <a:schemeClr val="bg1"/>
                </a:solidFill>
              </a:defRPr>
            </a:lvl1pPr>
          </a:lstStyle>
          <a:p>
            <a:pPr marL="0" lvl="0" indent="0">
              <a:buNone/>
            </a:pPr>
            <a:endParaRPr lang="en-US" dirty="0"/>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5BD047E1-4E32-4ED1-A1F2-DE594031C39B}" type="datetime1">
              <a:rPr lang="en-US" smtClean="0"/>
              <a:t>4/16/25</a:t>
            </a:fld>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r>
              <a:rPr lang="en-US" dirty="0"/>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5961888" cy="1197864"/>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01368"/>
            <a:ext cx="5961888" cy="4453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CB5F7A84-F69C-14C3-58A7-A5418DFBA039}"/>
              </a:ext>
            </a:extLst>
          </p:cNvPr>
          <p:cNvSpPr>
            <a:spLocks noGrp="1"/>
          </p:cNvSpPr>
          <p:nvPr>
            <p:ph type="pic" sz="quarter" idx="15"/>
          </p:nvPr>
        </p:nvSpPr>
        <p:spPr>
          <a:xfrm>
            <a:off x="7233031" y="0"/>
            <a:ext cx="4841934"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grpSp>
        <p:nvGrpSpPr>
          <p:cNvPr id="10" name="Group 9">
            <a:extLst>
              <a:ext uri="{FF2B5EF4-FFF2-40B4-BE49-F238E27FC236}">
                <a16:creationId xmlns:a16="http://schemas.microsoft.com/office/drawing/2014/main" id="{A6696C65-8B92-C00D-616E-75F9B87D2428}"/>
              </a:ext>
              <a:ext uri="{C183D7F6-B498-43B3-948B-1728B52AA6E4}">
                <adec:decorative xmlns:adec="http://schemas.microsoft.com/office/drawing/2017/decorative" val="1"/>
              </a:ext>
            </a:extLst>
          </p:cNvPr>
          <p:cNvGrpSpPr/>
          <p:nvPr userDrawn="1"/>
        </p:nvGrpSpPr>
        <p:grpSpPr>
          <a:xfrm>
            <a:off x="12074966" y="0"/>
            <a:ext cx="123362" cy="6858000"/>
            <a:chOff x="12068638" y="0"/>
            <a:chExt cx="123362" cy="6858000"/>
          </a:xfrm>
        </p:grpSpPr>
        <p:sp>
          <p:nvSpPr>
            <p:cNvPr id="11" name="Rectangle 10">
              <a:extLst>
                <a:ext uri="{FF2B5EF4-FFF2-40B4-BE49-F238E27FC236}">
                  <a16:creationId xmlns:a16="http://schemas.microsoft.com/office/drawing/2014/main" id="{6D5CF959-7C50-4F74-C2B9-EDB889ABB1C3}"/>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6E15898-F812-0865-E8EA-0C382138D30F}"/>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C883AD65-12AC-C9F9-BC16-630074C6E9FA}"/>
              </a:ext>
            </a:extLst>
          </p:cNvPr>
          <p:cNvSpPr>
            <a:spLocks noGrp="1"/>
          </p:cNvSpPr>
          <p:nvPr>
            <p:ph type="dt" sz="half" idx="16"/>
          </p:nvPr>
        </p:nvSpPr>
        <p:spPr>
          <a:xfrm>
            <a:off x="4709160" y="6318504"/>
            <a:ext cx="1453896" cy="365760"/>
          </a:xfrm>
        </p:spPr>
        <p:txBody>
          <a:bodyPr/>
          <a:lstStyle/>
          <a:p>
            <a:fld id="{576BD1F6-F705-449A-8396-174F32136DF6}" type="datetime1">
              <a:rPr lang="en-US" smtClean="0"/>
              <a:t>4/16/25</a:t>
            </a:fld>
            <a:endParaRPr lang="en-US" dirty="0"/>
          </a:p>
        </p:txBody>
      </p:sp>
      <p:sp>
        <p:nvSpPr>
          <p:cNvPr id="4" name="Footer Placeholder 3">
            <a:extLst>
              <a:ext uri="{FF2B5EF4-FFF2-40B4-BE49-F238E27FC236}">
                <a16:creationId xmlns:a16="http://schemas.microsoft.com/office/drawing/2014/main" id="{BDCCFFCB-747B-18CE-B1CA-86800F14D415}"/>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2812B252-0E5E-01F3-B740-90B3CFA9AD53}"/>
              </a:ext>
            </a:extLst>
          </p:cNvPr>
          <p:cNvSpPr>
            <a:spLocks noGrp="1"/>
          </p:cNvSpPr>
          <p:nvPr>
            <p:ph type="sldNum" sz="quarter" idx="18"/>
          </p:nvPr>
        </p:nvSpPr>
        <p:spPr>
          <a:xfrm>
            <a:off x="6080760"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p:nvPr>
        </p:nvSpPr>
        <p:spPr>
          <a:xfrm>
            <a:off x="115867" y="0"/>
            <a:ext cx="3968496"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7077AA60-B118-4889-AC4B-277A8B02D27B}" type="datetime1">
              <a:rPr lang="en-US" smtClean="0"/>
              <a:t>4/16/25</a:t>
            </a:fld>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p:nvPr>
        </p:nvSpPr>
        <p:spPr>
          <a:xfrm>
            <a:off x="8129142" y="0"/>
            <a:ext cx="3939493"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DB8F12BC-FCDD-4026-B597-144C5072AB24}" type="datetime1">
              <a:rPr lang="en-US" smtClean="0"/>
              <a:t>4/16/25</a:t>
            </a:fld>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78040" y="502918"/>
            <a:ext cx="4389120"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78040" y="2084832"/>
            <a:ext cx="4389120" cy="417324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4266D3CD-E64E-AB28-1EEC-F7CA30D26192}"/>
              </a:ext>
            </a:extLst>
          </p:cNvPr>
          <p:cNvSpPr>
            <a:spLocks noGrp="1"/>
          </p:cNvSpPr>
          <p:nvPr>
            <p:ph type="pic" sz="quarter" idx="15"/>
          </p:nvPr>
        </p:nvSpPr>
        <p:spPr>
          <a:xfrm>
            <a:off x="115866" y="1"/>
            <a:ext cx="6409944"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grpSp>
        <p:nvGrpSpPr>
          <p:cNvPr id="12" name="Group 11">
            <a:extLst>
              <a:ext uri="{FF2B5EF4-FFF2-40B4-BE49-F238E27FC236}">
                <a16:creationId xmlns:a16="http://schemas.microsoft.com/office/drawing/2014/main" id="{AA72DDF2-1DCF-ED6E-B46F-C5481B11F7A3}"/>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3" name="Rectangle 12">
              <a:extLst>
                <a:ext uri="{FF2B5EF4-FFF2-40B4-BE49-F238E27FC236}">
                  <a16:creationId xmlns:a16="http://schemas.microsoft.com/office/drawing/2014/main" id="{C952B8BF-260C-7869-ECC9-65A4737A29D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E7A490F-C5BE-4D6A-6333-24501D912E0A}"/>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43DFA3A1-170C-9EB0-EF98-9A00E9351AE4}"/>
              </a:ext>
            </a:extLst>
          </p:cNvPr>
          <p:cNvSpPr>
            <a:spLocks noGrp="1"/>
          </p:cNvSpPr>
          <p:nvPr>
            <p:ph type="dt" sz="half" idx="16"/>
          </p:nvPr>
        </p:nvSpPr>
        <p:spPr>
          <a:xfrm>
            <a:off x="10545580" y="6318504"/>
            <a:ext cx="1021580" cy="365760"/>
          </a:xfrm>
        </p:spPr>
        <p:txBody>
          <a:bodyPr/>
          <a:lstStyle/>
          <a:p>
            <a:fld id="{4BE214C9-FA61-4E65-BF1A-91864A45277C}" type="datetime1">
              <a:rPr lang="en-US" smtClean="0"/>
              <a:t>4/16/25</a:t>
            </a:fld>
            <a:endParaRPr lang="en-US" dirty="0"/>
          </a:p>
        </p:txBody>
      </p:sp>
      <p:sp>
        <p:nvSpPr>
          <p:cNvPr id="4" name="Footer Placeholder 3">
            <a:extLst>
              <a:ext uri="{FF2B5EF4-FFF2-40B4-BE49-F238E27FC236}">
                <a16:creationId xmlns:a16="http://schemas.microsoft.com/office/drawing/2014/main" id="{8B98F0C5-C653-A666-2C8B-EF516904B82F}"/>
              </a:ext>
            </a:extLst>
          </p:cNvPr>
          <p:cNvSpPr>
            <a:spLocks noGrp="1"/>
          </p:cNvSpPr>
          <p:nvPr>
            <p:ph type="ftr" sz="quarter" idx="17"/>
          </p:nvPr>
        </p:nvSpPr>
        <p:spPr>
          <a:xfrm>
            <a:off x="7178040" y="6318504"/>
            <a:ext cx="3367540" cy="36576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83843455-3BFC-C480-EE14-CFA983FD8D41}"/>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p:nvPr>
        </p:nvSpPr>
        <p:spPr>
          <a:xfrm>
            <a:off x="5660263" y="0"/>
            <a:ext cx="6408375"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0E1982AC-E354-455B-B3B8-8AE6A3392FBA}" type="datetime1">
              <a:rPr lang="en-US" smtClean="0"/>
              <a:t>4/16/25</a:t>
            </a:fld>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43345" y="502920"/>
            <a:ext cx="4623815" cy="841248"/>
          </a:xfrm>
        </p:spPr>
        <p:txBody>
          <a:bodyPr anchor="b"/>
          <a:lstStyle/>
          <a:p>
            <a:r>
              <a:rPr lang="en-US" dirty="0"/>
              <a:t>Click to edit Master title style</a:t>
            </a:r>
          </a:p>
        </p:txBody>
      </p:sp>
      <p:sp>
        <p:nvSpPr>
          <p:cNvPr id="9" name="Picture Placeholder 8">
            <a:extLst>
              <a:ext uri="{FF2B5EF4-FFF2-40B4-BE49-F238E27FC236}">
                <a16:creationId xmlns:a16="http://schemas.microsoft.com/office/drawing/2014/main" id="{D49EC769-D182-1983-9C57-352B35F4B59C}"/>
              </a:ext>
            </a:extLst>
          </p:cNvPr>
          <p:cNvSpPr>
            <a:spLocks noGrp="1"/>
          </p:cNvSpPr>
          <p:nvPr>
            <p:ph type="pic" sz="quarter" idx="15"/>
          </p:nvPr>
        </p:nvSpPr>
        <p:spPr>
          <a:xfrm>
            <a:off x="115865" y="0"/>
            <a:ext cx="6172200"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40297" y="1472184"/>
            <a:ext cx="4626863" cy="47862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oup 9">
            <a:extLst>
              <a:ext uri="{FF2B5EF4-FFF2-40B4-BE49-F238E27FC236}">
                <a16:creationId xmlns:a16="http://schemas.microsoft.com/office/drawing/2014/main" id="{37CE12A3-3124-BD77-3CA4-2BA094D5B0CC}"/>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1" name="Rectangle 10">
              <a:extLst>
                <a:ext uri="{FF2B5EF4-FFF2-40B4-BE49-F238E27FC236}">
                  <a16:creationId xmlns:a16="http://schemas.microsoft.com/office/drawing/2014/main" id="{D8512E58-77BD-B01E-2B37-D3C196087B94}"/>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BEE4717-99E1-2AB6-E8AD-FAF1794B85E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FED225F5-3F39-BCEB-2C78-7154153A5A3C}"/>
              </a:ext>
            </a:extLst>
          </p:cNvPr>
          <p:cNvSpPr>
            <a:spLocks noGrp="1"/>
          </p:cNvSpPr>
          <p:nvPr>
            <p:ph type="dt" sz="half" idx="16"/>
          </p:nvPr>
        </p:nvSpPr>
        <p:spPr>
          <a:xfrm>
            <a:off x="10395678" y="6318504"/>
            <a:ext cx="1171481" cy="365760"/>
          </a:xfrm>
        </p:spPr>
        <p:txBody>
          <a:bodyPr/>
          <a:lstStyle/>
          <a:p>
            <a:fld id="{810200EB-FCA0-402A-B7B1-33E21AD59018}" type="datetime1">
              <a:rPr lang="en-US" smtClean="0"/>
              <a:t>4/16/25</a:t>
            </a:fld>
            <a:endParaRPr lang="en-US" dirty="0"/>
          </a:p>
        </p:txBody>
      </p:sp>
      <p:sp>
        <p:nvSpPr>
          <p:cNvPr id="4" name="Footer Placeholder 3">
            <a:extLst>
              <a:ext uri="{FF2B5EF4-FFF2-40B4-BE49-F238E27FC236}">
                <a16:creationId xmlns:a16="http://schemas.microsoft.com/office/drawing/2014/main" id="{B62BA543-16A6-BD13-2E0E-D91F3215C001}"/>
              </a:ext>
            </a:extLst>
          </p:cNvPr>
          <p:cNvSpPr>
            <a:spLocks noGrp="1"/>
          </p:cNvSpPr>
          <p:nvPr>
            <p:ph type="ftr" sz="quarter" idx="17"/>
          </p:nvPr>
        </p:nvSpPr>
        <p:spPr>
          <a:xfrm>
            <a:off x="6940297" y="6318504"/>
            <a:ext cx="3455382" cy="365760"/>
          </a:xfrm>
        </p:spPr>
        <p:txBody>
          <a:bodyPr/>
          <a:lstStyle/>
          <a:p>
            <a:r>
              <a:rPr lang="en-US" dirty="0"/>
              <a:t>Sample Footer Text</a:t>
            </a:r>
          </a:p>
        </p:txBody>
      </p:sp>
      <p:sp>
        <p:nvSpPr>
          <p:cNvPr id="13" name="Slide Number Placeholder 12">
            <a:extLst>
              <a:ext uri="{FF2B5EF4-FFF2-40B4-BE49-F238E27FC236}">
                <a16:creationId xmlns:a16="http://schemas.microsoft.com/office/drawing/2014/main" id="{342E6085-40BD-B034-DCA8-184879ABE0FA}"/>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37350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p:nvPr>
        </p:nvSpPr>
        <p:spPr>
          <a:xfrm>
            <a:off x="5844556" y="0"/>
            <a:ext cx="6224082"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EB985D21-B2A4-4F38-8ED6-BA694362EEC4}" type="datetime1">
              <a:rPr lang="en-US" smtClean="0"/>
              <a:t>4/16/25</a:t>
            </a:fld>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r>
              <a:rPr lang="en-US" dirty="0"/>
              <a:t>Sample Footer Text</a:t>
            </a:r>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405861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p:nvPr>
        </p:nvSpPr>
        <p:spPr>
          <a:xfrm>
            <a:off x="115866" y="-1"/>
            <a:ext cx="7397496" cy="6857999"/>
          </a:xfrm>
          <a:noFill/>
        </p:spPr>
        <p:txBody>
          <a:bodyPr vert="horz" lIns="91440" tIns="45720" rIns="91440" bIns="45720" rtlCol="0">
            <a:normAutofit/>
          </a:bodyPr>
          <a:lstStyle>
            <a:lvl1pPr>
              <a:defRPr lang="en-US" dirty="0">
                <a:solidFill>
                  <a:schemeClr val="bg1"/>
                </a:solidFill>
              </a:defRPr>
            </a:lvl1pPr>
          </a:lstStyle>
          <a:p>
            <a:pPr marL="0" lvl="0" indent="0">
              <a:buNone/>
            </a:pPr>
            <a:endParaRPr lang="en-US" dirty="0"/>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88BC5615-7E1A-435D-9122-C7D7676966CB}" type="datetime1">
              <a:rPr lang="en-US" smtClean="0"/>
              <a:t>4/16/25</a:t>
            </a:fld>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r>
              <a:rPr lang="en-US" dirty="0"/>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p:nvPr>
        </p:nvSpPr>
        <p:spPr>
          <a:xfrm>
            <a:off x="4672711" y="0"/>
            <a:ext cx="7395927"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C965DD02-F7E1-4EF0-B1B3-B510364553F4}" type="datetime1">
              <a:rPr lang="en-US" smtClean="0"/>
              <a:t>4/16/25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923169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p:nvPr>
        </p:nvSpPr>
        <p:spPr>
          <a:xfrm>
            <a:off x="4105656" y="722376"/>
            <a:ext cx="3417212" cy="544068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F2D1000B-DD91-46C7-8C5B-72A476E645B7}" type="datetime1">
              <a:rPr lang="en-US" smtClean="0"/>
              <a:t>4/16/25</a:t>
            </a:fld>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r>
              <a:rPr lang="en-US" dirty="0"/>
              <a:t>Sample Footer Text</a:t>
            </a:r>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CC057153-B650-4DEB-B370-79DDCFDCE934}" type="slidenum">
              <a:rPr lang="en-US" smtClean="0"/>
              <a:pPr/>
              <a:t>‹#›</a:t>
            </a:fld>
            <a:endParaRPr lang="en-US" dirty="0"/>
          </a:p>
        </p:txBody>
      </p:sp>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24716508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p:nvPr>
        </p:nvSpPr>
        <p:spPr>
          <a:xfrm>
            <a:off x="115866" y="0"/>
            <a:ext cx="7397496"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FCFE13F4-FC18-4490-99DB-C482A2C5E645}" type="datetime1">
              <a:rPr lang="en-US" smtClean="0"/>
              <a:t>4/16/25</a:t>
            </a:fld>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601941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anchor="t">
            <a:normAutofit/>
          </a:bodyPr>
          <a:lstStyle>
            <a:lvl1pPr>
              <a:defRPr sz="3200"/>
            </a:lvl1pPr>
          </a:lstStyle>
          <a:p>
            <a:r>
              <a:rPr lang="en-US" dirty="0"/>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p:nvPr>
        </p:nvSpPr>
        <p:spPr>
          <a:xfrm>
            <a:off x="0" y="115929"/>
            <a:ext cx="12192000" cy="4506283"/>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262780D-0AD2-4AF5-BB2C-10475DA517D3}" type="datetime1">
              <a:rPr lang="en-US" smtClean="0"/>
              <a:t>4/16/25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userDrawn="1"/>
        </p:nvGrpSpPr>
        <p:grpSpPr>
          <a:xfrm rot="10800000">
            <a:off x="0" y="1"/>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2496444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p:nvPr>
        </p:nvSpPr>
        <p:spPr>
          <a:xfrm>
            <a:off x="0" y="0"/>
            <a:ext cx="12192000" cy="3700807"/>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F9C35D84-2038-43B8-87E1-39B174B42ED8}" type="datetime1">
              <a:rPr lang="en-US" smtClean="0"/>
              <a:t>4/16/25</a:t>
            </a:fld>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r>
              <a:rPr lang="en-US" dirty="0"/>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2953618" cy="2011680"/>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70248" y="502920"/>
            <a:ext cx="7296912" cy="228600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12">
            <a:extLst>
              <a:ext uri="{FF2B5EF4-FFF2-40B4-BE49-F238E27FC236}">
                <a16:creationId xmlns:a16="http://schemas.microsoft.com/office/drawing/2014/main" id="{BE959C07-1179-7036-2FC4-CF6EC66C9FF7}"/>
              </a:ext>
            </a:extLst>
          </p:cNvPr>
          <p:cNvSpPr>
            <a:spLocks noGrp="1"/>
          </p:cNvSpPr>
          <p:nvPr>
            <p:ph type="pic" sz="quarter" idx="15"/>
          </p:nvPr>
        </p:nvSpPr>
        <p:spPr>
          <a:xfrm>
            <a:off x="0" y="3172968"/>
            <a:ext cx="12192000" cy="3685032"/>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3" name="Date Placeholder 2">
            <a:extLst>
              <a:ext uri="{FF2B5EF4-FFF2-40B4-BE49-F238E27FC236}">
                <a16:creationId xmlns:a16="http://schemas.microsoft.com/office/drawing/2014/main" id="{91F655A3-ED64-0178-B367-0F46DD9A691F}"/>
              </a:ext>
            </a:extLst>
          </p:cNvPr>
          <p:cNvSpPr>
            <a:spLocks noGrp="1"/>
          </p:cNvSpPr>
          <p:nvPr>
            <p:ph type="dt" sz="half" idx="16"/>
          </p:nvPr>
        </p:nvSpPr>
        <p:spPr>
          <a:xfrm>
            <a:off x="8430768" y="2788920"/>
            <a:ext cx="3136392" cy="365760"/>
          </a:xfrm>
        </p:spPr>
        <p:txBody>
          <a:bodyPr/>
          <a:lstStyle/>
          <a:p>
            <a:fld id="{12A145EB-BC83-4D9F-99CE-1AFD1B145031}" type="datetime1">
              <a:rPr lang="en-US" smtClean="0"/>
              <a:t>4/16/25</a:t>
            </a:fld>
            <a:endParaRPr lang="en-US" dirty="0"/>
          </a:p>
        </p:txBody>
      </p:sp>
      <p:sp>
        <p:nvSpPr>
          <p:cNvPr id="4" name="Footer Placeholder 3">
            <a:extLst>
              <a:ext uri="{FF2B5EF4-FFF2-40B4-BE49-F238E27FC236}">
                <a16:creationId xmlns:a16="http://schemas.microsoft.com/office/drawing/2014/main" id="{FC11A9B6-300C-45F6-9919-551902000216}"/>
              </a:ext>
            </a:extLst>
          </p:cNvPr>
          <p:cNvSpPr>
            <a:spLocks noGrp="1"/>
          </p:cNvSpPr>
          <p:nvPr>
            <p:ph type="ftr" sz="quarter" idx="17"/>
          </p:nvPr>
        </p:nvSpPr>
        <p:spPr>
          <a:xfrm>
            <a:off x="612648" y="2788920"/>
            <a:ext cx="4096512" cy="365760"/>
          </a:xfrm>
        </p:spPr>
        <p:txBody>
          <a:bodyPr/>
          <a:lstStyle/>
          <a:p>
            <a:r>
              <a:rPr lang="en-US" dirty="0"/>
              <a:t>Sample Footer Text</a:t>
            </a:r>
          </a:p>
        </p:txBody>
      </p:sp>
      <p:sp>
        <p:nvSpPr>
          <p:cNvPr id="5" name="Slide Number Placeholder 4">
            <a:extLst>
              <a:ext uri="{FF2B5EF4-FFF2-40B4-BE49-F238E27FC236}">
                <a16:creationId xmlns:a16="http://schemas.microsoft.com/office/drawing/2014/main" id="{D42D10F7-2EB6-A853-1981-9DAA6DF7FCE1}"/>
              </a:ext>
            </a:extLst>
          </p:cNvPr>
          <p:cNvSpPr>
            <a:spLocks noGrp="1"/>
          </p:cNvSpPr>
          <p:nvPr>
            <p:ph type="sldNum" sz="quarter" idx="18"/>
          </p:nvPr>
        </p:nvSpPr>
        <p:spPr>
          <a:xfrm>
            <a:off x="11484864" y="2788920"/>
            <a:ext cx="493776" cy="36576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p:nvPr>
        </p:nvSpPr>
        <p:spPr>
          <a:xfrm>
            <a:off x="612648" y="1801367"/>
            <a:ext cx="5243709" cy="4489704"/>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37960" y="1801367"/>
            <a:ext cx="502920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1152DAEF-BA02-40D7-96C4-22CF81808603}" type="datetime1">
              <a:rPr lang="en-US" smtClean="0"/>
              <a:t>4/16/25</a:t>
            </a:fld>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Content Photo 16">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p:nvPr>
        </p:nvSpPr>
        <p:spPr>
          <a:xfrm>
            <a:off x="612648" y="2293938"/>
            <a:ext cx="4669536" cy="4024566"/>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8C5C0C1B-4F26-49DF-B317-F70F5A4AA37F}" type="datetime1">
              <a:rPr lang="en-US" smtClean="0"/>
              <a:t>4/16/25</a:t>
            </a:fld>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283944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itle, Content Photo 16.17">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p:nvPr>
        </p:nvSpPr>
        <p:spPr>
          <a:xfrm>
            <a:off x="612648" y="2293938"/>
            <a:ext cx="3645980" cy="4024565"/>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A77B5705-417F-4994-A4DE-84AF5BBCD649}" type="datetime1">
              <a:rPr lang="en-US" smtClean="0"/>
              <a:t>4/16/25</a:t>
            </a:fld>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714068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75A7C06-2D6E-7095-8C8D-8ED3F95CE06A}"/>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ADE50F9B-5D48-EA9A-24F5-7337B3C771DE}"/>
              </a:ext>
            </a:extLst>
          </p:cNvPr>
          <p:cNvGrpSpPr/>
          <p:nvPr userDrawn="1"/>
        </p:nvGrpSpPr>
        <p:grpSpPr>
          <a:xfrm>
            <a:off x="-22275" y="-6922"/>
            <a:ext cx="12214275" cy="6888025"/>
            <a:chOff x="-22275" y="-6922"/>
            <a:chExt cx="12214275" cy="6888025"/>
          </a:xfrm>
        </p:grpSpPr>
        <p:sp>
          <p:nvSpPr>
            <p:cNvPr id="14" name="Rectangle 13">
              <a:extLst>
                <a:ext uri="{FF2B5EF4-FFF2-40B4-BE49-F238E27FC236}">
                  <a16:creationId xmlns:a16="http://schemas.microsoft.com/office/drawing/2014/main" id="{9C7FE29A-8CCB-52F3-F8A7-3FD20F625F9C}"/>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15" name="Rectangle 14">
              <a:extLst>
                <a:ext uri="{FF2B5EF4-FFF2-40B4-BE49-F238E27FC236}">
                  <a16:creationId xmlns:a16="http://schemas.microsoft.com/office/drawing/2014/main" id="{1DC6E483-3AE3-37FF-B5E7-2040AC685FD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16" name="Rectangle 15">
              <a:extLst>
                <a:ext uri="{FF2B5EF4-FFF2-40B4-BE49-F238E27FC236}">
                  <a16:creationId xmlns:a16="http://schemas.microsoft.com/office/drawing/2014/main" id="{921823A5-1321-85C2-A7F8-A83D39ED013F}"/>
                </a:ext>
              </a:extLst>
            </p:cNvPr>
            <p:cNvSpPr/>
            <p:nvPr/>
          </p:nvSpPr>
          <p:spPr>
            <a:xfrm flipH="1">
              <a:off x="-9524" y="-6922"/>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17" name="Rectangle 16">
              <a:extLst>
                <a:ext uri="{FF2B5EF4-FFF2-40B4-BE49-F238E27FC236}">
                  <a16:creationId xmlns:a16="http://schemas.microsoft.com/office/drawing/2014/main" id="{DD03B5C2-7838-0462-0E76-57838EC835D3}"/>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27304" y="977770"/>
            <a:ext cx="11137392" cy="4114800"/>
          </a:xfrm>
        </p:spPr>
        <p:txBody>
          <a:bodyPr>
            <a:normAutofit/>
          </a:bodyPr>
          <a:lstStyle>
            <a:lvl1pPr algn="ctr">
              <a:defRPr sz="27800" b="1"/>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139562" y="4924130"/>
            <a:ext cx="9912876" cy="154533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634716D1-3506-ECF7-D8AF-2844E09CF610}"/>
              </a:ext>
            </a:extLst>
          </p:cNvPr>
          <p:cNvSpPr>
            <a:spLocks noGrp="1"/>
          </p:cNvSpPr>
          <p:nvPr>
            <p:ph type="dt" sz="half" idx="14"/>
          </p:nvPr>
        </p:nvSpPr>
        <p:spPr/>
        <p:txBody>
          <a:bodyPr/>
          <a:lstStyle/>
          <a:p>
            <a:fld id="{39DD8751-3715-4661-9D6B-A4A34F6E67A3}" type="datetime1">
              <a:rPr lang="en-US" smtClean="0"/>
              <a:t>4/16/25</a:t>
            </a:fld>
            <a:endParaRPr lang="en-US" dirty="0"/>
          </a:p>
        </p:txBody>
      </p:sp>
      <p:sp>
        <p:nvSpPr>
          <p:cNvPr id="8" name="Footer Placeholder 7">
            <a:extLst>
              <a:ext uri="{FF2B5EF4-FFF2-40B4-BE49-F238E27FC236}">
                <a16:creationId xmlns:a16="http://schemas.microsoft.com/office/drawing/2014/main" id="{FB3A6B13-B641-2F2B-F9C1-400A4BFC84E9}"/>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AC0FA4FD-05D7-E445-800B-43A7FE44B38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98083565"/>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8052" y="581104"/>
            <a:ext cx="11155680" cy="4334256"/>
          </a:xfrm>
        </p:spPr>
        <p:txBody>
          <a:bodyPr>
            <a:normAutofit/>
          </a:bodyPr>
          <a:lstStyle>
            <a:lvl1pPr algn="l">
              <a:defRPr sz="27800" b="1">
                <a:gradFill>
                  <a:gsLst>
                    <a:gs pos="0">
                      <a:schemeClr val="accent2"/>
                    </a:gs>
                    <a:gs pos="100000">
                      <a:schemeClr val="accent5"/>
                    </a:gs>
                  </a:gsLst>
                  <a:lin ang="4200000" scaled="0"/>
                </a:gra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612648" y="4718304"/>
            <a:ext cx="6281928" cy="1353312"/>
          </a:xfrm>
        </p:spPr>
        <p:txBody>
          <a:bodyPr>
            <a:normAutofit/>
          </a:bodyPr>
          <a:lstStyle>
            <a:lvl1pPr marL="0" indent="0" algn="l">
              <a:buNone/>
              <a:defRPr sz="2800">
                <a:solidFill>
                  <a:schemeClr val="tx1"/>
                </a:solidFill>
              </a:defRPr>
            </a:lvl1pPr>
            <a:lvl2pPr marL="228600" indent="0" algn="l">
              <a:buNone/>
              <a:defRPr sz="2400">
                <a:solidFill>
                  <a:schemeClr val="tx1"/>
                </a:solidFill>
              </a:defRPr>
            </a:lvl2pPr>
            <a:lvl3pPr marL="457200" indent="0" algn="l">
              <a:buNone/>
              <a:defRPr sz="2000">
                <a:solidFill>
                  <a:schemeClr val="tx1"/>
                </a:solidFill>
              </a:defRPr>
            </a:lvl3pPr>
            <a:lvl4pPr marL="685800" indent="0" algn="l">
              <a:buNone/>
              <a:defRPr sz="1800">
                <a:solidFill>
                  <a:schemeClr val="tx1"/>
                </a:solidFill>
              </a:defRPr>
            </a:lvl4pPr>
            <a:lvl5pPr marL="914400" indent="0" algn="l">
              <a:buNone/>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4603007-CB96-38C0-FA78-CDF806B84042}"/>
              </a:ext>
            </a:extLst>
          </p:cNvPr>
          <p:cNvSpPr>
            <a:spLocks noGrp="1"/>
          </p:cNvSpPr>
          <p:nvPr>
            <p:ph type="dt" sz="half" idx="14"/>
          </p:nvPr>
        </p:nvSpPr>
        <p:spPr/>
        <p:txBody>
          <a:bodyPr/>
          <a:lstStyle/>
          <a:p>
            <a:fld id="{6ED1BEC6-30D1-486C-86EF-0985FD7A0A5D}" type="datetime1">
              <a:rPr lang="en-US" smtClean="0"/>
              <a:t>4/16/25</a:t>
            </a:fld>
            <a:endParaRPr lang="en-US" dirty="0"/>
          </a:p>
        </p:txBody>
      </p:sp>
      <p:sp>
        <p:nvSpPr>
          <p:cNvPr id="4" name="Footer Placeholder 3">
            <a:extLst>
              <a:ext uri="{FF2B5EF4-FFF2-40B4-BE49-F238E27FC236}">
                <a16:creationId xmlns:a16="http://schemas.microsoft.com/office/drawing/2014/main" id="{B1AFA283-8B69-8448-DC7D-6DE3F0476B0C}"/>
              </a:ext>
            </a:extLst>
          </p:cNvPr>
          <p:cNvSpPr>
            <a:spLocks noGrp="1"/>
          </p:cNvSpPr>
          <p:nvPr>
            <p:ph type="ftr" sz="quarter" idx="15"/>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6BAC523-8535-BC3B-EFC6-1044D3F7EBB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50438903"/>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4260" y="182880"/>
            <a:ext cx="11247120" cy="4977455"/>
          </a:xfrm>
        </p:spPr>
        <p:txBody>
          <a:bodyPr anchor="t">
            <a:noAutofit/>
          </a:bodyPr>
          <a:lstStyle>
            <a:lvl1pPr algn="l">
              <a:defRPr sz="32500" b="1">
                <a:gradFill>
                  <a:gsLst>
                    <a:gs pos="0">
                      <a:schemeClr val="accent2"/>
                    </a:gs>
                    <a:gs pos="100000">
                      <a:schemeClr val="accent5"/>
                    </a:gs>
                  </a:gsLst>
                  <a:lin ang="4200000" scaled="0"/>
                </a:gra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612648" y="4983480"/>
            <a:ext cx="6281928" cy="1353312"/>
          </a:xfrm>
        </p:spPr>
        <p:txBody>
          <a:bodyPr anchor="b">
            <a:normAutofit/>
          </a:bodyPr>
          <a:lstStyle>
            <a:lvl1pPr marL="0" indent="0" algn="l">
              <a:buNone/>
              <a:defRPr sz="2800">
                <a:solidFill>
                  <a:schemeClr val="tx1"/>
                </a:solidFill>
              </a:defRPr>
            </a:lvl1pPr>
            <a:lvl2pPr marL="228600" indent="0" algn="l">
              <a:buNone/>
              <a:defRPr sz="2400">
                <a:solidFill>
                  <a:schemeClr val="tx1"/>
                </a:solidFill>
              </a:defRPr>
            </a:lvl2pPr>
            <a:lvl3pPr marL="457200" indent="0" algn="l">
              <a:buNone/>
              <a:defRPr sz="2000">
                <a:solidFill>
                  <a:schemeClr val="tx1"/>
                </a:solidFill>
              </a:defRPr>
            </a:lvl3pPr>
            <a:lvl4pPr marL="685800" indent="0" algn="l">
              <a:buNone/>
              <a:defRPr sz="1800">
                <a:solidFill>
                  <a:schemeClr val="tx1"/>
                </a:solidFill>
              </a:defRPr>
            </a:lvl4pPr>
            <a:lvl5pPr marL="914400" indent="0" algn="l">
              <a:buNone/>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051A22BB-54D5-4FC8-B555-F8BC3BC81403}" type="datetime1">
              <a:rPr lang="en-US" smtClean="0"/>
              <a:t>4/16/25</a:t>
            </a:fld>
            <a:endParaRPr lang="en-US" dirty="0"/>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3460105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Statement 3">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userDrawn="1"/>
        </p:nvSpPr>
        <p:spPr>
          <a:xfrm>
            <a:off x="0" y="0"/>
            <a:ext cx="121889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B07991EE-474F-899B-8FEF-F82B3E5BDF10}"/>
              </a:ext>
            </a:extLst>
          </p:cNvPr>
          <p:cNvGrpSpPr/>
          <p:nvPr userDrawn="1"/>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548640"/>
            <a:ext cx="7935607" cy="4780930"/>
          </a:xfrm>
        </p:spPr>
        <p:txBody>
          <a:bodyPr anchor="t">
            <a:noAutofit/>
          </a:bodyPr>
          <a:lstStyle>
            <a:lvl1pPr marL="0" indent="0">
              <a:lnSpc>
                <a:spcPct val="100000"/>
              </a:lnSpc>
              <a:buNone/>
              <a:defRPr sz="5600" b="1"/>
            </a:lvl1pPr>
            <a:lvl2pPr marL="228600" indent="0">
              <a:lnSpc>
                <a:spcPct val="100000"/>
              </a:lnSpc>
              <a:buNone/>
              <a:defRPr sz="5600" b="1"/>
            </a:lvl2pPr>
            <a:lvl3pPr marL="457200" indent="0">
              <a:lnSpc>
                <a:spcPct val="100000"/>
              </a:lnSpc>
              <a:buNone/>
              <a:defRPr sz="5600" b="1"/>
            </a:lvl3pPr>
            <a:lvl4pPr marL="685800" indent="0">
              <a:lnSpc>
                <a:spcPct val="100000"/>
              </a:lnSpc>
              <a:buNone/>
              <a:defRPr sz="5600" b="1"/>
            </a:lvl4pPr>
            <a:lvl5pPr marL="914400" indent="0">
              <a:lnSpc>
                <a:spcPct val="100000"/>
              </a:lnSpc>
              <a:buNone/>
              <a:defRPr sz="5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userDrawn="1"/>
        </p:nvGrpSpPr>
        <p:grpSpPr>
          <a:xfrm rot="10800000">
            <a:off x="-10332" y="6388874"/>
            <a:ext cx="12199284" cy="477513"/>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userDrawn="1"/>
        </p:nvGrpSpPr>
        <p:grpSpPr>
          <a:xfrm>
            <a:off x="11719157" y="0"/>
            <a:ext cx="472843"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Date Placeholder 2">
            <a:extLst>
              <a:ext uri="{FF2B5EF4-FFF2-40B4-BE49-F238E27FC236}">
                <a16:creationId xmlns:a16="http://schemas.microsoft.com/office/drawing/2014/main" id="{DDB1CDE9-5530-27AD-F371-845225CBAE01}"/>
              </a:ext>
            </a:extLst>
          </p:cNvPr>
          <p:cNvSpPr>
            <a:spLocks noGrp="1"/>
          </p:cNvSpPr>
          <p:nvPr>
            <p:ph type="dt" sz="half" idx="14"/>
          </p:nvPr>
        </p:nvSpPr>
        <p:spPr>
          <a:xfrm>
            <a:off x="8430768" y="6386132"/>
            <a:ext cx="3136392" cy="365760"/>
          </a:xfrm>
        </p:spPr>
        <p:txBody>
          <a:bodyPr/>
          <a:lstStyle>
            <a:lvl1pPr>
              <a:defRPr>
                <a:solidFill>
                  <a:schemeClr val="bg1"/>
                </a:solidFill>
              </a:defRPr>
            </a:lvl1pPr>
          </a:lstStyle>
          <a:p>
            <a:fld id="{DDE237E5-2C05-430C-94A2-61DB8B3EAA7B}" type="datetime1">
              <a:rPr lang="en-US" smtClean="0"/>
              <a:t>4/16/25</a:t>
            </a:fld>
            <a:endParaRPr lang="en-US" dirty="0"/>
          </a:p>
        </p:txBody>
      </p:sp>
      <p:sp>
        <p:nvSpPr>
          <p:cNvPr id="4" name="Footer Placeholder 3">
            <a:extLst>
              <a:ext uri="{FF2B5EF4-FFF2-40B4-BE49-F238E27FC236}">
                <a16:creationId xmlns:a16="http://schemas.microsoft.com/office/drawing/2014/main" id="{BD0BD0FB-DF25-A357-E7A1-DE73856D8C07}"/>
              </a:ext>
            </a:extLst>
          </p:cNvPr>
          <p:cNvSpPr>
            <a:spLocks noGrp="1"/>
          </p:cNvSpPr>
          <p:nvPr>
            <p:ph type="ftr" sz="quarter" idx="15"/>
          </p:nvPr>
        </p:nvSpPr>
        <p:spPr>
          <a:xfrm>
            <a:off x="612648" y="6386132"/>
            <a:ext cx="4096512" cy="365760"/>
          </a:xfrm>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7F5A7A1A-40D3-94ED-3398-E5F9BADBC5E8}"/>
              </a:ext>
            </a:extLst>
          </p:cNvPr>
          <p:cNvSpPr>
            <a:spLocks noGrp="1"/>
          </p:cNvSpPr>
          <p:nvPr>
            <p:ph type="sldNum" sz="quarter" idx="16"/>
          </p:nvPr>
        </p:nvSpPr>
        <p:spPr>
          <a:xfrm>
            <a:off x="11484864" y="6386132"/>
            <a:ext cx="493776" cy="365760"/>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03144603"/>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936999E5-D287-420B-976A-C27FA1ACB8DB}" type="datetime1">
              <a:rPr lang="en-US" smtClean="0"/>
              <a:t>4/16/25</a:t>
            </a:fld>
            <a:endParaRPr lang="en-US" dirty="0"/>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r>
              <a:rPr lang="en-US" dirty="0"/>
              <a:t>Sample Footer Text</a:t>
            </a:r>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userDrawn="1"/>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userDrawn="1"/>
        </p:nvGrpSpPr>
        <p:grpSpPr>
          <a:xfrm rot="10800000">
            <a:off x="0" y="6734636"/>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18012982"/>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4EF53934-FF5E-40BD-A7EF-BE94B0ACBBC1}" type="datetime1">
              <a:rPr lang="en-US" smtClean="0"/>
              <a:t>4/16/25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02865"/>
            <a:ext cx="9198864" cy="559982"/>
          </a:xfrm>
        </p:spPr>
        <p:txBody>
          <a:bodyPr>
            <a:noAutofit/>
          </a:bodyPr>
          <a:lstStyle>
            <a:lvl1pPr marL="0" indent="0">
              <a:buNone/>
              <a:defRPr sz="2400" b="1">
                <a:gradFill>
                  <a:gsLst>
                    <a:gs pos="0">
                      <a:schemeClr val="accent5"/>
                    </a:gs>
                    <a:gs pos="90000">
                      <a:schemeClr val="accent2"/>
                    </a:gs>
                  </a:gsLst>
                  <a:lin ang="9600000" scaled="0"/>
                </a:gradFill>
              </a:defRPr>
            </a:lvl1pPr>
            <a:lvl2pPr marL="228600" indent="0">
              <a:buNone/>
              <a:defRPr sz="2400" b="1">
                <a:gradFill>
                  <a:gsLst>
                    <a:gs pos="0">
                      <a:schemeClr val="accent5"/>
                    </a:gs>
                    <a:gs pos="90000">
                      <a:schemeClr val="accent2"/>
                    </a:gs>
                  </a:gsLst>
                  <a:lin ang="9600000" scaled="0"/>
                </a:gradFill>
              </a:defRPr>
            </a:lvl2pPr>
            <a:lvl3pPr marL="457200" indent="0">
              <a:buNone/>
              <a:defRPr sz="2000" b="1">
                <a:gradFill>
                  <a:gsLst>
                    <a:gs pos="0">
                      <a:schemeClr val="accent5"/>
                    </a:gs>
                    <a:gs pos="90000">
                      <a:schemeClr val="accent2"/>
                    </a:gs>
                  </a:gsLst>
                  <a:lin ang="9600000" scaled="0"/>
                </a:gradFill>
              </a:defRPr>
            </a:lvl3pPr>
            <a:lvl4pPr marL="685800" indent="0">
              <a:buNone/>
              <a:defRPr sz="1800" b="1">
                <a:gradFill>
                  <a:gsLst>
                    <a:gs pos="0">
                      <a:schemeClr val="accent5"/>
                    </a:gs>
                    <a:gs pos="90000">
                      <a:schemeClr val="accent2"/>
                    </a:gs>
                  </a:gsLst>
                  <a:lin ang="9600000" scaled="0"/>
                </a:gradFill>
              </a:defRPr>
            </a:lvl4pPr>
            <a:lvl5pPr marL="914400" indent="0">
              <a:buNone/>
              <a:defRPr sz="1600" b="1">
                <a:gradFill>
                  <a:gsLst>
                    <a:gs pos="0">
                      <a:schemeClr val="accent5"/>
                    </a:gs>
                    <a:gs pos="90000">
                      <a:schemeClr val="accent2"/>
                    </a:gs>
                  </a:gsLst>
                  <a:lin ang="9600000" scaled="0"/>
                </a:gradFill>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4980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BF771DE8-E061-3895-510A-61CBC2443569}"/>
              </a:ext>
            </a:extLst>
          </p:cNvPr>
          <p:cNvGrpSpPr/>
          <p:nvPr userDrawn="1"/>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CD2E260E-763F-A06B-2808-39975829F205}"/>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AF07BFD-B9D2-EC0A-E652-91B14A953CD7}"/>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1A4CA2AB-CF12-B4C5-473B-8012BA7C6F73}"/>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bg1"/>
                </a:solidFill>
              </a:defRPr>
            </a:lvl1pPr>
          </a:lstStyle>
          <a:p>
            <a:fld id="{00FE3343-9C91-4096-99FF-ECBDF38E6A84}" type="datetime1">
              <a:rPr lang="en-US" smtClean="0"/>
              <a:t>4/16/25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285905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E1DE4581-CCFE-13FF-B53C-592638067FCF}"/>
              </a:ext>
            </a:extLst>
          </p:cNvPr>
          <p:cNvGrpSpPr/>
          <p:nvPr userDrawn="1"/>
        </p:nvGrpSpPr>
        <p:grpSpPr>
          <a:xfrm>
            <a:off x="-22275" y="-6922"/>
            <a:ext cx="12214275" cy="6888025"/>
            <a:chOff x="-22275" y="-6922"/>
            <a:chExt cx="12214275" cy="6888025"/>
          </a:xfrm>
        </p:grpSpPr>
        <p:sp>
          <p:nvSpPr>
            <p:cNvPr id="15" name="Rectangle 14">
              <a:extLst>
                <a:ext uri="{FF2B5EF4-FFF2-40B4-BE49-F238E27FC236}">
                  <a16:creationId xmlns:a16="http://schemas.microsoft.com/office/drawing/2014/main" id="{0A60AF8B-1447-F11B-317A-2B62BF427200}"/>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B7607FDD-F605-68F1-7AA0-8C46B55839F8}"/>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7" name="Rectangle 16">
              <a:extLst>
                <a:ext uri="{FF2B5EF4-FFF2-40B4-BE49-F238E27FC236}">
                  <a16:creationId xmlns:a16="http://schemas.microsoft.com/office/drawing/2014/main" id="{C67C2197-4AA5-2448-A5C9-5616910115AD}"/>
                </a:ext>
              </a:extLst>
            </p:cNvPr>
            <p:cNvSpPr/>
            <p:nvPr/>
          </p:nvSpPr>
          <p:spPr>
            <a:xfrm flipH="1">
              <a:off x="-9524" y="-6922"/>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Rectangle 17">
              <a:extLst>
                <a:ext uri="{FF2B5EF4-FFF2-40B4-BE49-F238E27FC236}">
                  <a16:creationId xmlns:a16="http://schemas.microsoft.com/office/drawing/2014/main" id="{9761D807-E465-A2B1-482D-442EF66B9993}"/>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grpSp>
      <p:sp>
        <p:nvSpPr>
          <p:cNvPr id="6" name="Rectangle 5">
            <a:extLst>
              <a:ext uri="{FF2B5EF4-FFF2-40B4-BE49-F238E27FC236}">
                <a16:creationId xmlns:a16="http://schemas.microsoft.com/office/drawing/2014/main" id="{86778F49-4B68-120E-A1F3-0E4E0A1907FA}"/>
              </a:ext>
            </a:extLst>
          </p:cNvPr>
          <p:cNvSpPr/>
          <p:nvPr userDrawn="1"/>
        </p:nvSpPr>
        <p:spPr>
          <a:xfrm>
            <a:off x="803940" y="778051"/>
            <a:ext cx="10577340" cy="530836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gradFill>
                  <a:gsLst>
                    <a:gs pos="0">
                      <a:schemeClr val="accent5"/>
                    </a:gs>
                    <a:gs pos="99000">
                      <a:schemeClr val="accent2"/>
                    </a:gs>
                  </a:gsLst>
                  <a:lin ang="0" scaled="0"/>
                </a:gradFill>
              </a:defRPr>
            </a:lvl1pPr>
          </a:lstStyle>
          <a:p>
            <a:r>
              <a:rPr lang="en-US" dirty="0"/>
              <a:t>Click to edit Quote</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gradFill>
                  <a:gsLst>
                    <a:gs pos="0">
                      <a:schemeClr val="accent5"/>
                    </a:gs>
                    <a:gs pos="99000">
                      <a:schemeClr val="accent2"/>
                    </a:gs>
                  </a:gsLst>
                  <a:lin ang="0" scaled="0"/>
                </a:gradFill>
              </a:defRPr>
            </a:lvl1pPr>
            <a:lvl2pPr marL="228600" indent="0">
              <a:buNone/>
              <a:defRPr lang="en-US" b="1" dirty="0">
                <a:gradFill>
                  <a:gsLst>
                    <a:gs pos="0">
                      <a:schemeClr val="accent5"/>
                    </a:gs>
                    <a:gs pos="99000">
                      <a:schemeClr val="accent2"/>
                    </a:gs>
                  </a:gsLst>
                  <a:lin ang="0" scaled="0"/>
                </a:gradFill>
              </a:defRPr>
            </a:lvl2pPr>
            <a:lvl3pPr marL="457200" indent="0">
              <a:buNone/>
              <a:defRPr lang="en-US" b="1" dirty="0">
                <a:gradFill>
                  <a:gsLst>
                    <a:gs pos="0">
                      <a:schemeClr val="accent5"/>
                    </a:gs>
                    <a:gs pos="99000">
                      <a:schemeClr val="accent2"/>
                    </a:gs>
                  </a:gsLst>
                  <a:lin ang="0" scaled="0"/>
                </a:gradFill>
              </a:defRPr>
            </a:lvl3pPr>
            <a:lvl4pPr marL="685800" indent="0">
              <a:buNone/>
              <a:defRPr lang="en-US" b="1" dirty="0">
                <a:gradFill>
                  <a:gsLst>
                    <a:gs pos="0">
                      <a:schemeClr val="accent5"/>
                    </a:gs>
                    <a:gs pos="99000">
                      <a:schemeClr val="accent2"/>
                    </a:gs>
                  </a:gsLst>
                  <a:lin ang="0" scaled="0"/>
                </a:gradFill>
              </a:defRPr>
            </a:lvl4pPr>
            <a:lvl5pPr marL="914400" indent="0">
              <a:buNone/>
              <a:defRPr lang="en-US" b="1" dirty="0">
                <a:gradFill>
                  <a:gsLst>
                    <a:gs pos="0">
                      <a:schemeClr val="accent5"/>
                    </a:gs>
                    <a:gs pos="99000">
                      <a:schemeClr val="accent2"/>
                    </a:gs>
                  </a:gsLst>
                  <a:lin ang="0" scaled="0"/>
                </a:gradFill>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A2209B1C-CE9D-4940-AB37-92194140AE23}" type="datetime1">
              <a:rPr lang="en-US" smtClean="0"/>
              <a:t>4/16/25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558812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438912"/>
            <a:ext cx="9619488" cy="4526280"/>
          </a:xfrm>
        </p:spPr>
        <p:txBody>
          <a:bodyPr anchor="ctr">
            <a:normAutofit/>
          </a:bodyPr>
          <a:lstStyle>
            <a:lvl1pPr algn="l">
              <a:lnSpc>
                <a:spcPct val="100000"/>
              </a:lnSpc>
              <a:defRPr sz="48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965192"/>
            <a:ext cx="5431536" cy="1289304"/>
          </a:xfrm>
        </p:spPr>
        <p:txBody>
          <a:bodyPr anchor="b">
            <a:normAutofit/>
          </a:bodyPr>
          <a:lstStyle>
            <a:lvl1pPr marL="0" indent="0" algn="l">
              <a:buNone/>
              <a:defRPr sz="2000" b="1">
                <a:gradFill>
                  <a:gsLst>
                    <a:gs pos="0">
                      <a:schemeClr val="accent2"/>
                    </a:gs>
                    <a:gs pos="90000">
                      <a:schemeClr val="accent5"/>
                    </a:gs>
                  </a:gsLst>
                  <a:lin ang="9600000" scaled="0"/>
                </a:gra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oup 6">
            <a:extLst>
              <a:ext uri="{FF2B5EF4-FFF2-40B4-BE49-F238E27FC236}">
                <a16:creationId xmlns:a16="http://schemas.microsoft.com/office/drawing/2014/main" id="{4EA7374B-034F-DC15-AAE6-F4EEF684D23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8" name="Rectangle 7">
              <a:extLst>
                <a:ext uri="{FF2B5EF4-FFF2-40B4-BE49-F238E27FC236}">
                  <a16:creationId xmlns:a16="http://schemas.microsoft.com/office/drawing/2014/main" id="{E7C328D3-B18B-24BD-03FA-227757B1BD0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5D7C039-2BFE-AA4E-98FF-0FB05C26829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Date Placeholder 9">
            <a:extLst>
              <a:ext uri="{FF2B5EF4-FFF2-40B4-BE49-F238E27FC236}">
                <a16:creationId xmlns:a16="http://schemas.microsoft.com/office/drawing/2014/main" id="{C7DC2A72-E563-CD29-C82F-E6F44278A5FD}"/>
              </a:ext>
            </a:extLst>
          </p:cNvPr>
          <p:cNvSpPr>
            <a:spLocks noGrp="1"/>
          </p:cNvSpPr>
          <p:nvPr>
            <p:ph type="dt" sz="half" idx="10"/>
          </p:nvPr>
        </p:nvSpPr>
        <p:spPr/>
        <p:txBody>
          <a:bodyPr/>
          <a:lstStyle/>
          <a:p>
            <a:fld id="{145BA0D5-708A-43AB-A631-CC05967A9D60}" type="datetime1">
              <a:rPr lang="en-US" smtClean="0"/>
              <a:t>4/16/25</a:t>
            </a:fld>
            <a:endParaRPr lang="en-US" dirty="0"/>
          </a:p>
        </p:txBody>
      </p:sp>
      <p:sp>
        <p:nvSpPr>
          <p:cNvPr id="11" name="Footer Placeholder 10">
            <a:extLst>
              <a:ext uri="{FF2B5EF4-FFF2-40B4-BE49-F238E27FC236}">
                <a16:creationId xmlns:a16="http://schemas.microsoft.com/office/drawing/2014/main" id="{339EBEAB-D6C7-76FD-D09E-300CFDFFB3F9}"/>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DEFD7D0D-5253-7FBF-942F-E305F49064C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247753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Quote 5">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EE128E1-0CDA-47A1-D35D-9C25479EF62C}"/>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8" name="Rectangle 7">
              <a:extLst>
                <a:ext uri="{FF2B5EF4-FFF2-40B4-BE49-F238E27FC236}">
                  <a16:creationId xmlns:a16="http://schemas.microsoft.com/office/drawing/2014/main" id="{D619BAD8-E856-5A54-5FB5-85E6CAC4E304}"/>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3FCF455-BD54-50B4-8076-41DC7D47954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1A753856-64E9-57B8-BA9A-9192CD4E9455}"/>
              </a:ext>
              <a:ext uri="{C183D7F6-B498-43B3-948B-1728B52AA6E4}">
                <adec:decorative xmlns:adec="http://schemas.microsoft.com/office/drawing/2017/decorative" val="1"/>
              </a:ext>
            </a:extLst>
          </p:cNvPr>
          <p:cNvGrpSpPr/>
          <p:nvPr userDrawn="1"/>
        </p:nvGrpSpPr>
        <p:grpSpPr>
          <a:xfrm rot="10800000">
            <a:off x="0" y="1"/>
            <a:ext cx="12188952" cy="123363"/>
            <a:chOff x="-5025" y="6737718"/>
            <a:chExt cx="12207200" cy="123363"/>
          </a:xfrm>
        </p:grpSpPr>
        <p:sp>
          <p:nvSpPr>
            <p:cNvPr id="11" name="Rectangle 10">
              <a:extLst>
                <a:ext uri="{FF2B5EF4-FFF2-40B4-BE49-F238E27FC236}">
                  <a16:creationId xmlns:a16="http://schemas.microsoft.com/office/drawing/2014/main" id="{E9BB5D38-3664-8477-8F8A-91B17B1EE50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F4A8525-6EB9-D4F1-AB1C-1F0B1952FC3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92984"/>
            <a:ext cx="9317736" cy="3785616"/>
          </a:xfrm>
        </p:spPr>
        <p:txBody>
          <a:bodyPr anchor="b">
            <a:normAutofit/>
          </a:bodyPr>
          <a:lstStyle>
            <a:lvl1pPr algn="l">
              <a:lnSpc>
                <a:spcPct val="100000"/>
              </a:lnSpc>
              <a:defRPr sz="48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78600"/>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F75FDC78-0A9E-49C8-8A38-9E53DCF02CCC}" type="datetime1">
              <a:rPr lang="en-US" smtClean="0"/>
              <a:t>4/16/25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74045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vert="horz" lIns="91440" tIns="45720" rIns="91440" bIns="45720" rtlCol="0" anchor="b">
            <a:normAutofit/>
          </a:bodyPr>
          <a:lstStyle>
            <a:lvl1pPr>
              <a:defRPr lang="en-US" dirty="0"/>
            </a:lvl1pPr>
          </a:lstStyle>
          <a:p>
            <a:pPr lvl="0"/>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020825"/>
            <a:ext cx="5166360" cy="42976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015341"/>
            <a:ext cx="5166360" cy="43031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EEF6C83-0707-1E19-34F9-FDA8120FE3C2}"/>
              </a:ext>
            </a:extLst>
          </p:cNvPr>
          <p:cNvSpPr>
            <a:spLocks noGrp="1"/>
          </p:cNvSpPr>
          <p:nvPr>
            <p:ph type="dt" sz="half" idx="15"/>
          </p:nvPr>
        </p:nvSpPr>
        <p:spPr/>
        <p:txBody>
          <a:bodyPr/>
          <a:lstStyle/>
          <a:p>
            <a:fld id="{6CA9959E-7598-40EA-A31B-5530B1413770}" type="datetime1">
              <a:rPr lang="en-US" smtClean="0"/>
              <a:t>4/16/25</a:t>
            </a:fld>
            <a:endParaRPr lang="en-US" dirty="0"/>
          </a:p>
        </p:txBody>
      </p:sp>
      <p:sp>
        <p:nvSpPr>
          <p:cNvPr id="6" name="Footer Placeholder 5">
            <a:extLst>
              <a:ext uri="{FF2B5EF4-FFF2-40B4-BE49-F238E27FC236}">
                <a16:creationId xmlns:a16="http://schemas.microsoft.com/office/drawing/2014/main" id="{DD8CDB76-28FD-D889-FD29-B75FE2B5FE69}"/>
              </a:ext>
            </a:extLst>
          </p:cNvPr>
          <p:cNvSpPr>
            <a:spLocks noGrp="1"/>
          </p:cNvSpPr>
          <p:nvPr>
            <p:ph type="ftr" sz="quarter" idx="16"/>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EB6D04B2-E95F-4EE6-17BF-F49CBC96739A}"/>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133600"/>
            <a:ext cx="5166360" cy="4184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128115"/>
            <a:ext cx="5166360" cy="41903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4E5E196D-7162-46EF-9232-0FDF280FAB25}" type="datetime1">
              <a:rPr lang="en-US" smtClean="0"/>
              <a:t>4/16/25</a:t>
            </a:fld>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pPr algn="l"/>
            <a:r>
              <a:rPr lang="en-US" dirty="0"/>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37452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4512" cy="119786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1682496"/>
            <a:ext cx="5166360" cy="822960"/>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615609"/>
            <a:ext cx="5166360" cy="37028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615608"/>
            <a:ext cx="5166360" cy="37028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1682496"/>
            <a:ext cx="5166360" cy="822960"/>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274F6644-90F3-4C1F-B26D-101843FBA04D}" type="datetime1">
              <a:rPr lang="en-US" smtClean="0"/>
              <a:t>4/16/25</a:t>
            </a:fld>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pPr algn="l"/>
            <a:r>
              <a:rPr lang="en-US" dirty="0"/>
              <a:t>Sample Footer Text</a:t>
            </a:r>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userDrawn="1"/>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28111"/>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2810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5356AF25-AACD-457E-A9BE-05FA456CFEAE}" type="datetime1">
              <a:rPr lang="en-US" smtClean="0"/>
              <a:t>4/16/25</a:t>
            </a:fld>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pPr algn="l"/>
            <a:r>
              <a:rPr lang="en-US" dirty="0"/>
              <a:t>Sample Footer Text</a:t>
            </a:r>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808764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B7C6AF9-366E-42AA-B98F-986F29AA39A9}" type="datetime1">
              <a:rPr lang="en-US" smtClean="0"/>
              <a:t>4/16/25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646B3869-340B-41DF-9C65-735FB09356D1}" type="datetime1">
              <a:rPr lang="en-US" smtClean="0"/>
              <a:t>4/16/25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326330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858542D-74EF-452C-A9C9-E0B5C96C7E4C}" type="datetime1">
              <a:rPr lang="en-US" smtClean="0"/>
              <a:t>4/16/25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9A12B39-F9DE-4E2E-B0B1-92016F274818}" type="datetime1">
              <a:rPr lang="en-US" smtClean="0"/>
              <a:t>4/16/25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p:nvPr>
        </p:nvSpPr>
        <p:spPr>
          <a:xfrm>
            <a:off x="5153978" y="342016"/>
            <a:ext cx="6413182" cy="5976487"/>
          </a:xfrm>
        </p:spPr>
        <p:txBody>
          <a:bodyPr/>
          <a:lstStyle>
            <a:lvl1pPr marL="0" indent="0">
              <a:buNone/>
              <a:defRPr/>
            </a:lvl1pPr>
          </a:lstStyle>
          <a:p>
            <a:endParaRPr lang="en-US" dirty="0"/>
          </a:p>
        </p:txBody>
      </p:sp>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081DDDC8-40D5-4DAD-BF29-757577A849D9}" type="datetime1">
              <a:rPr lang="en-US" smtClean="0"/>
              <a:t>4/16/25</a:t>
            </a:fld>
            <a:endParaRPr lang="en-US" dirty="0"/>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r>
              <a:rPr lang="en-US" dirty="0"/>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userDrawn="1"/>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0F2AFD6D-B377-424B-9CD3-33053FB354ED}" type="datetime1">
              <a:rPr lang="en-US" smtClean="0"/>
              <a:t>4/16/25</a:t>
            </a:fld>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Conclusion">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49025BC-4BFA-E0C2-FF97-41BAA095276F}"/>
              </a:ext>
            </a:extLst>
          </p:cNvPr>
          <p:cNvGrpSpPr/>
          <p:nvPr userDrawn="1"/>
        </p:nvGrpSpPr>
        <p:grpSpPr>
          <a:xfrm>
            <a:off x="-22275" y="-6922"/>
            <a:ext cx="12214275" cy="6888025"/>
            <a:chOff x="-22275" y="-6922"/>
            <a:chExt cx="12214275" cy="6888025"/>
          </a:xfrm>
        </p:grpSpPr>
        <p:sp>
          <p:nvSpPr>
            <p:cNvPr id="11" name="Rectangle 10">
              <a:extLst>
                <a:ext uri="{FF2B5EF4-FFF2-40B4-BE49-F238E27FC236}">
                  <a16:creationId xmlns:a16="http://schemas.microsoft.com/office/drawing/2014/main" id="{8BEA83D6-9F10-BAFA-4A0E-2C7D635E16F5}"/>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89725F78-FBE8-D2B2-5D49-CBD7134499FE}"/>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FDAFBDE7-0927-9426-0191-A5F53955EFFB}"/>
                </a:ext>
              </a:extLst>
            </p:cNvPr>
            <p:cNvSpPr/>
            <p:nvPr/>
          </p:nvSpPr>
          <p:spPr>
            <a:xfrm flipH="1">
              <a:off x="-9524" y="-6922"/>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D39F2B59-0408-6542-E295-DDB107F0E63E}"/>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grpSp>
      <p:sp>
        <p:nvSpPr>
          <p:cNvPr id="16" name="Rectangle 15">
            <a:extLst>
              <a:ext uri="{FF2B5EF4-FFF2-40B4-BE49-F238E27FC236}">
                <a16:creationId xmlns:a16="http://schemas.microsoft.com/office/drawing/2014/main" id="{051ED59C-915C-FE0F-DB39-433B53F9766C}"/>
              </a:ext>
            </a:extLst>
          </p:cNvPr>
          <p:cNvSpPr/>
          <p:nvPr userDrawn="1"/>
        </p:nvSpPr>
        <p:spPr>
          <a:xfrm>
            <a:off x="-22275" y="2791691"/>
            <a:ext cx="12214275" cy="40824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solidFill>
                  <a:schemeClr val="bg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75304"/>
            <a:ext cx="10890374"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B464BDC-3DB9-496B-9DFB-E48CB1D37871}" type="datetime1">
              <a:rPr lang="en-US" smtClean="0"/>
              <a:t>4/16/25</a:t>
            </a:fld>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2438812"/>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DD8D24-88B3-D4D5-4D33-225698C54E3E}"/>
              </a:ext>
            </a:extLst>
          </p:cNvPr>
          <p:cNvSpPr/>
          <p:nvPr userDrawn="1"/>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2BD35055-6D74-A348-4718-905599970CC5}"/>
              </a:ext>
            </a:extLst>
          </p:cNvPr>
          <p:cNvGrpSpPr/>
          <p:nvPr userDrawn="1"/>
        </p:nvGrpSpPr>
        <p:grpSpPr>
          <a:xfrm>
            <a:off x="-22275" y="-6922"/>
            <a:ext cx="12214275" cy="6888025"/>
            <a:chOff x="-22275" y="-6922"/>
            <a:chExt cx="12214275" cy="6888025"/>
          </a:xfrm>
        </p:grpSpPr>
        <p:sp>
          <p:nvSpPr>
            <p:cNvPr id="6" name="Rectangle 5">
              <a:extLst>
                <a:ext uri="{FF2B5EF4-FFF2-40B4-BE49-F238E27FC236}">
                  <a16:creationId xmlns:a16="http://schemas.microsoft.com/office/drawing/2014/main" id="{26C4D1BF-2265-9B4D-FEAA-1FD4A17B249F}"/>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D3D69BAF-14B6-1A1F-BBF0-F95A0950A281}"/>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36664D15-0667-8496-3D7B-C849F4439E7C}"/>
                </a:ext>
              </a:extLst>
            </p:cNvPr>
            <p:cNvSpPr/>
            <p:nvPr/>
          </p:nvSpPr>
          <p:spPr>
            <a:xfrm flipH="1">
              <a:off x="-9524" y="-6922"/>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63DC6ADF-036F-62C6-3833-2B70F669FDCE}"/>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Autofit/>
          </a:bodyPr>
          <a:lstStyle>
            <a:lvl1pPr>
              <a:defRPr sz="6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256EAF4F-BB04-837F-1279-216965ED7950}"/>
              </a:ext>
            </a:extLst>
          </p:cNvPr>
          <p:cNvSpPr>
            <a:spLocks noGrp="1"/>
          </p:cNvSpPr>
          <p:nvPr>
            <p:ph type="dt" sz="half" idx="14"/>
          </p:nvPr>
        </p:nvSpPr>
        <p:spPr/>
        <p:txBody>
          <a:bodyPr/>
          <a:lstStyle/>
          <a:p>
            <a:fld id="{1328A920-EAE5-43D0-A025-2D3173FC8677}" type="datetime1">
              <a:rPr lang="en-US" smtClean="0"/>
              <a:t>4/16/25</a:t>
            </a:fld>
            <a:endParaRPr lang="en-US" dirty="0"/>
          </a:p>
        </p:txBody>
      </p:sp>
      <p:sp>
        <p:nvSpPr>
          <p:cNvPr id="11" name="Footer Placeholder 10">
            <a:extLst>
              <a:ext uri="{FF2B5EF4-FFF2-40B4-BE49-F238E27FC236}">
                <a16:creationId xmlns:a16="http://schemas.microsoft.com/office/drawing/2014/main" id="{4F7E0F60-3E19-4B79-DA8B-83F675116A04}"/>
              </a:ext>
            </a:extLst>
          </p:cNvPr>
          <p:cNvSpPr>
            <a:spLocks noGrp="1"/>
          </p:cNvSpPr>
          <p:nvPr>
            <p:ph type="ftr" sz="quarter" idx="15"/>
          </p:nvPr>
        </p:nvSpPr>
        <p:spPr/>
        <p:txBody>
          <a:bodyPr/>
          <a:lstStyle/>
          <a:p>
            <a:pPr algn="l"/>
            <a:r>
              <a:rPr lang="en-US" dirty="0"/>
              <a:t>Sample Footer Text</a:t>
            </a:r>
          </a:p>
        </p:txBody>
      </p:sp>
      <p:sp>
        <p:nvSpPr>
          <p:cNvPr id="12" name="Slide Number Placeholder 11">
            <a:extLst>
              <a:ext uri="{FF2B5EF4-FFF2-40B4-BE49-F238E27FC236}">
                <a16:creationId xmlns:a16="http://schemas.microsoft.com/office/drawing/2014/main" id="{44173F19-7D89-B9D2-9328-AA60462B18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302721"/>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19FB9CE5-82CB-4BBC-9F10-5FF8E4795D9F}" type="datetime1">
              <a:rPr lang="en-US" smtClean="0"/>
              <a:t>4/16/25</a:t>
            </a:fld>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Conclusion 2">
    <p:bg>
      <p:bgPr>
        <a:gradFill flip="none" rotWithShape="1">
          <a:gsLst>
            <a:gs pos="0">
              <a:schemeClr val="accent5"/>
            </a:gs>
            <a:gs pos="100000">
              <a:schemeClr val="accent2"/>
            </a:gs>
          </a:gsLst>
          <a:lin ang="14700000" scaled="0"/>
          <a:tileRect/>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FBC045-0373-ACEC-D701-C29531DB3B4B}"/>
              </a:ext>
            </a:extLst>
          </p:cNvPr>
          <p:cNvSpPr/>
          <p:nvPr/>
        </p:nvSpPr>
        <p:spPr>
          <a:xfrm>
            <a:off x="0" y="0"/>
            <a:ext cx="12192000" cy="6858000"/>
          </a:xfrm>
          <a:prstGeom prst="rect">
            <a:avLst/>
          </a:prstGeom>
          <a:gradFill flip="none" rotWithShape="1">
            <a:gsLst>
              <a:gs pos="0">
                <a:schemeClr val="accent5">
                  <a:lumMod val="75000"/>
                </a:schemeClr>
              </a:gs>
              <a:gs pos="38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28661E70-41DE-F244-2F5E-1D22BCE828CF}"/>
              </a:ext>
            </a:extLst>
          </p:cNvPr>
          <p:cNvSpPr/>
          <p:nvPr/>
        </p:nvSpPr>
        <p:spPr>
          <a:xfrm>
            <a:off x="7693892" y="0"/>
            <a:ext cx="4498108" cy="6858000"/>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4318C905-89DD-DA9A-6CC9-8B2F0FD5CF6F}"/>
              </a:ext>
            </a:extLst>
          </p:cNvPr>
          <p:cNvSpPr/>
          <p:nvPr/>
        </p:nvSpPr>
        <p:spPr>
          <a:xfrm>
            <a:off x="0" y="0"/>
            <a:ext cx="5057929" cy="6017255"/>
          </a:xfrm>
          <a:prstGeom prst="rect">
            <a:avLst/>
          </a:prstGeom>
          <a:gradFill flip="none" rotWithShape="1">
            <a:gsLst>
              <a:gs pos="0">
                <a:schemeClr val="accent2">
                  <a:alpha val="52000"/>
                </a:schemeClr>
              </a:gs>
              <a:gs pos="32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userDrawn="1">
            <p:ph type="title"/>
          </p:nvPr>
        </p:nvSpPr>
        <p:spPr>
          <a:xfrm>
            <a:off x="612648" y="1627318"/>
            <a:ext cx="8430768"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userDrawn="1">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2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7CAECC89-C65D-CAD6-3F7F-24F67D81DCF1}"/>
              </a:ext>
            </a:extLst>
          </p:cNvPr>
          <p:cNvSpPr>
            <a:spLocks noGrp="1"/>
          </p:cNvSpPr>
          <p:nvPr userDrawn="1">
            <p:ph type="dt" sz="half" idx="15"/>
          </p:nvPr>
        </p:nvSpPr>
        <p:spPr/>
        <p:txBody>
          <a:bodyPr/>
          <a:lstStyle/>
          <a:p>
            <a:fld id="{CD86A983-584A-47C0-8D55-107F27E09F85}" type="datetime1">
              <a:rPr lang="en-US" smtClean="0"/>
              <a:t>4/16/25</a:t>
            </a:fld>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userDrawn="1">
            <p:ph type="ftr" sz="quarter" idx="16"/>
          </p:nvPr>
        </p:nvSpPr>
        <p:spPr/>
        <p:txBody>
          <a:bodyPr/>
          <a:lstStyle/>
          <a:p>
            <a:pPr algn="l"/>
            <a:r>
              <a:rPr lang="en-US" dirty="0"/>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userDrawn="1">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2040869"/>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noFill/>
        </p:spPr>
        <p:txBody>
          <a:bodyPr vert="horz" lIns="91440" tIns="45720" rIns="91440" bIns="45720" rtlCol="0">
            <a:normAutofit/>
          </a:bodyPr>
          <a:lstStyle>
            <a:lvl1pPr>
              <a:defRPr lang="en-US" dirty="0">
                <a:solidFill>
                  <a:schemeClr val="tx1"/>
                </a:solidFill>
              </a:defRPr>
            </a:lvl1pPr>
          </a:lstStyle>
          <a:p>
            <a:pPr marL="0" lvl="0" indent="0">
              <a:buNone/>
            </a:pP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318504"/>
            <a:ext cx="3337584" cy="365125"/>
          </a:xfrm>
        </p:spPr>
        <p:txBody>
          <a:bodyPr/>
          <a:lstStyle/>
          <a:p>
            <a:fld id="{08352BE3-0FCF-4C63-8E35-7BD4F57072CE}" type="datetime1">
              <a:rPr lang="en-US" smtClean="0"/>
              <a:t>4/16/25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84864" y="6318504"/>
            <a:ext cx="493776" cy="365760"/>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950734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6B35BF3F-16B5-4455-9940-525560AFDC68}" type="datetime1">
              <a:rPr lang="en-US" smtClean="0"/>
              <a:t>4/16/25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1" r:id="rId1"/>
    <p:sldLayoutId id="2147483677" r:id="rId2"/>
    <p:sldLayoutId id="2147483782" r:id="rId3"/>
    <p:sldLayoutId id="2147483783" r:id="rId4"/>
    <p:sldLayoutId id="2147483784" r:id="rId5"/>
    <p:sldLayoutId id="2147483785" r:id="rId6"/>
    <p:sldLayoutId id="2147483712" r:id="rId7"/>
    <p:sldLayoutId id="2147483792" r:id="rId8"/>
    <p:sldLayoutId id="2147483791" r:id="rId9"/>
    <p:sldLayoutId id="2147483793" r:id="rId10"/>
    <p:sldLayoutId id="2147483794" r:id="rId11"/>
    <p:sldLayoutId id="2147483795" r:id="rId12"/>
    <p:sldLayoutId id="2147483796" r:id="rId13"/>
    <p:sldLayoutId id="2147483817" r:id="rId14"/>
    <p:sldLayoutId id="2147483797" r:id="rId15"/>
    <p:sldLayoutId id="2147483818" r:id="rId16"/>
    <p:sldLayoutId id="2147483798" r:id="rId17"/>
    <p:sldLayoutId id="2147483799" r:id="rId18"/>
    <p:sldLayoutId id="2147483729" r:id="rId19"/>
    <p:sldLayoutId id="2147483786" r:id="rId20"/>
    <p:sldLayoutId id="2147483787" r:id="rId21"/>
    <p:sldLayoutId id="2147483716" r:id="rId22"/>
    <p:sldLayoutId id="2147483788" r:id="rId23"/>
    <p:sldLayoutId id="2147483789" r:id="rId24"/>
    <p:sldLayoutId id="2147483790" r:id="rId25"/>
    <p:sldLayoutId id="2147483713" r:id="rId26"/>
    <p:sldLayoutId id="2147483732" r:id="rId27"/>
    <p:sldLayoutId id="2147483662" r:id="rId28"/>
    <p:sldLayoutId id="2147483679" r:id="rId29"/>
    <p:sldLayoutId id="2147483800" r:id="rId30"/>
    <p:sldLayoutId id="2147483680" r:id="rId31"/>
    <p:sldLayoutId id="2147483681" r:id="rId32"/>
    <p:sldLayoutId id="2147483801" r:id="rId33"/>
    <p:sldLayoutId id="2147483778" r:id="rId34"/>
    <p:sldLayoutId id="2147483803" r:id="rId35"/>
    <p:sldLayoutId id="2147483819" r:id="rId36"/>
    <p:sldLayoutId id="2147483804" r:id="rId37"/>
    <p:sldLayoutId id="2147483777" r:id="rId38"/>
    <p:sldLayoutId id="2147483805" r:id="rId39"/>
    <p:sldLayoutId id="2147483689" r:id="rId40"/>
    <p:sldLayoutId id="2147483690" r:id="rId41"/>
    <p:sldLayoutId id="2147483707" r:id="rId42"/>
    <p:sldLayoutId id="2147483708" r:id="rId43"/>
    <p:sldLayoutId id="2147483692" r:id="rId44"/>
    <p:sldLayoutId id="2147483691" r:id="rId45"/>
    <p:sldLayoutId id="2147483743" r:id="rId46"/>
    <p:sldLayoutId id="2147483744" r:id="rId47"/>
    <p:sldLayoutId id="2147483694" r:id="rId48"/>
    <p:sldLayoutId id="2147483770" r:id="rId49"/>
    <p:sldLayoutId id="2147483821" r:id="rId50"/>
    <p:sldLayoutId id="2147483769" r:id="rId51"/>
    <p:sldLayoutId id="2147483771" r:id="rId52"/>
    <p:sldLayoutId id="2147483693" r:id="rId53"/>
    <p:sldLayoutId id="2147483711" r:id="rId54"/>
    <p:sldLayoutId id="2147483672" r:id="rId55"/>
    <p:sldLayoutId id="2147483809" r:id="rId56"/>
    <p:sldLayoutId id="2147483810" r:id="rId57"/>
    <p:sldLayoutId id="2147483740" r:id="rId58"/>
    <p:sldLayoutId id="2147483779" r:id="rId59"/>
    <p:sldLayoutId id="2147483811" r:id="rId60"/>
    <p:sldLayoutId id="2147483823" r:id="rId61"/>
    <p:sldLayoutId id="2147483816" r:id="rId62"/>
    <p:sldLayoutId id="2147483757" r:id="rId63"/>
    <p:sldLayoutId id="2147483762" r:id="rId64"/>
    <p:sldLayoutId id="2147483820" r:id="rId65"/>
    <p:sldLayoutId id="2147483764" r:id="rId66"/>
    <p:sldLayoutId id="2147483767" r:id="rId67"/>
    <p:sldLayoutId id="2147483664" r:id="rId68"/>
    <p:sldLayoutId id="2147483812" r:id="rId69"/>
    <p:sldLayoutId id="2147483665" r:id="rId70"/>
    <p:sldLayoutId id="2147483814" r:id="rId71"/>
    <p:sldLayoutId id="2147483666" r:id="rId72"/>
    <p:sldLayoutId id="2147483815" r:id="rId73"/>
    <p:sldLayoutId id="2147483667" r:id="rId74"/>
    <p:sldLayoutId id="2147483668" r:id="rId75"/>
    <p:sldLayoutId id="2147483669" r:id="rId76"/>
    <p:sldLayoutId id="2147483685" r:id="rId77"/>
    <p:sldLayoutId id="2147483822" r:id="rId78"/>
    <p:sldLayoutId id="2147483807" r:id="rId79"/>
    <p:sldLayoutId id="2147483730" r:id="rId80"/>
    <p:sldLayoutId id="2147483806" r:id="rId81"/>
    <p:sldLayoutId id="2147483825" r:id="rId82"/>
  </p:sldLayoutIdLst>
  <p:hf hdr="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hyperlink" Target="https://doi.org/10.3389/frobt.2022.813907" TargetMode="External"/><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9.xml"/><Relationship Id="rId1" Type="http://schemas.openxmlformats.org/officeDocument/2006/relationships/video" Target="https://www.youtube.com/embed/czotxV-wBQ8?feature=oembed" TargetMode="Externa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9.xml"/><Relationship Id="rId1" Type="http://schemas.openxmlformats.org/officeDocument/2006/relationships/video" Target="https://www.youtube.com/embed/b2jjpyALC7Q?feature=oembed" TargetMode="Externa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B74B-D1AA-E93C-107F-DE891234E4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7C194D-494A-C749-ADE8-22874E983A6F}"/>
              </a:ext>
            </a:extLst>
          </p:cNvPr>
          <p:cNvSpPr>
            <a:spLocks noGrp="1"/>
          </p:cNvSpPr>
          <p:nvPr>
            <p:ph type="ctrTitle"/>
          </p:nvPr>
        </p:nvSpPr>
        <p:spPr>
          <a:xfrm>
            <a:off x="522732" y="4965192"/>
            <a:ext cx="11146536" cy="786384"/>
          </a:xfrm>
        </p:spPr>
        <p:txBody>
          <a:bodyPr anchor="b">
            <a:normAutofit/>
          </a:bodyPr>
          <a:lstStyle/>
          <a:p>
            <a:r>
              <a:rPr lang="en-US" dirty="0"/>
              <a:t>The Ergonomics of Workplace Robotics</a:t>
            </a:r>
          </a:p>
        </p:txBody>
      </p:sp>
      <p:sp>
        <p:nvSpPr>
          <p:cNvPr id="4" name="Subtitle 3">
            <a:extLst>
              <a:ext uri="{FF2B5EF4-FFF2-40B4-BE49-F238E27FC236}">
                <a16:creationId xmlns:a16="http://schemas.microsoft.com/office/drawing/2014/main" id="{09E392D8-293F-50C4-3C24-766ADA1DE998}"/>
              </a:ext>
            </a:extLst>
          </p:cNvPr>
          <p:cNvSpPr>
            <a:spLocks noGrp="1"/>
          </p:cNvSpPr>
          <p:nvPr>
            <p:ph type="subTitle" idx="1"/>
          </p:nvPr>
        </p:nvSpPr>
        <p:spPr>
          <a:xfrm>
            <a:off x="1143000" y="5806440"/>
            <a:ext cx="9902952" cy="576072"/>
          </a:xfrm>
        </p:spPr>
        <p:txBody>
          <a:bodyPr anchor="t">
            <a:normAutofit/>
          </a:bodyPr>
          <a:lstStyle/>
          <a:p>
            <a:r>
              <a:rPr lang="en-US" dirty="0"/>
              <a:t>Presented by Tanner Hansen</a:t>
            </a:r>
          </a:p>
        </p:txBody>
      </p:sp>
      <p:pic>
        <p:nvPicPr>
          <p:cNvPr id="9" name="Picture 8" descr="A person in a lab coat working on a robotic arm&#10;&#10;Description automatically generated">
            <a:extLst>
              <a:ext uri="{FF2B5EF4-FFF2-40B4-BE49-F238E27FC236}">
                <a16:creationId xmlns:a16="http://schemas.microsoft.com/office/drawing/2014/main" id="{34BEC23F-E7A3-C797-FEBA-00EAA9F6C219}"/>
              </a:ext>
            </a:extLst>
          </p:cNvPr>
          <p:cNvPicPr>
            <a:picLocks noChangeAspect="1"/>
          </p:cNvPicPr>
          <p:nvPr/>
        </p:nvPicPr>
        <p:blipFill>
          <a:blip r:embed="rId3">
            <a:extLst>
              <a:ext uri="{28A0092B-C50C-407E-A947-70E740481C1C}">
                <a14:useLocalDpi xmlns:a14="http://schemas.microsoft.com/office/drawing/2010/main" val="0"/>
              </a:ext>
            </a:extLst>
          </a:blip>
          <a:srcRect r="-1" b="27637"/>
          <a:stretch/>
        </p:blipFill>
        <p:spPr>
          <a:xfrm>
            <a:off x="20" y="10"/>
            <a:ext cx="12188932" cy="4608566"/>
          </a:xfrm>
          <a:prstGeom prst="rect">
            <a:avLst/>
          </a:prstGeom>
          <a:noFill/>
        </p:spPr>
      </p:pic>
      <p:sp>
        <p:nvSpPr>
          <p:cNvPr id="5" name="Date Placeholder 4">
            <a:extLst>
              <a:ext uri="{FF2B5EF4-FFF2-40B4-BE49-F238E27FC236}">
                <a16:creationId xmlns:a16="http://schemas.microsoft.com/office/drawing/2014/main" id="{CA451742-EB5B-8DCE-DCEE-D6A09AF3D8D3}"/>
              </a:ext>
            </a:extLst>
          </p:cNvPr>
          <p:cNvSpPr>
            <a:spLocks noGrp="1"/>
          </p:cNvSpPr>
          <p:nvPr>
            <p:ph type="dt" sz="half" idx="14"/>
          </p:nvPr>
        </p:nvSpPr>
        <p:spPr>
          <a:xfrm>
            <a:off x="8430768" y="6318504"/>
            <a:ext cx="3136392" cy="365760"/>
          </a:xfrm>
        </p:spPr>
        <p:txBody>
          <a:bodyPr anchor="ctr">
            <a:normAutofit/>
          </a:bodyPr>
          <a:lstStyle/>
          <a:p>
            <a:pPr>
              <a:spcAft>
                <a:spcPts val="600"/>
              </a:spcAft>
            </a:pPr>
            <a:fld id="{DD38C107-A3E3-4F60-AB5A-CEDBBB36405A}" type="datetime1">
              <a:rPr lang="en-US" smtClean="0"/>
              <a:pPr>
                <a:spcAft>
                  <a:spcPts val="600"/>
                </a:spcAft>
              </a:pPr>
              <a:t>4/16/25</a:t>
            </a:fld>
            <a:endParaRPr lang="en-US"/>
          </a:p>
        </p:txBody>
      </p:sp>
      <p:sp>
        <p:nvSpPr>
          <p:cNvPr id="2" name="Slide Number Placeholder 1">
            <a:extLst>
              <a:ext uri="{FF2B5EF4-FFF2-40B4-BE49-F238E27FC236}">
                <a16:creationId xmlns:a16="http://schemas.microsoft.com/office/drawing/2014/main" id="{BD824A50-2A4E-2D2D-A6A3-A1E07B851A14}"/>
              </a:ext>
            </a:extLst>
          </p:cNvPr>
          <p:cNvSpPr>
            <a:spLocks noGrp="1"/>
          </p:cNvSpPr>
          <p:nvPr>
            <p:ph type="sldNum" sz="quarter" idx="16"/>
          </p:nvPr>
        </p:nvSpPr>
        <p:spPr>
          <a:xfrm>
            <a:off x="11484864" y="6318504"/>
            <a:ext cx="493776" cy="365760"/>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1809035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612648" y="484632"/>
            <a:ext cx="10085832" cy="1161288"/>
          </a:xfrm>
        </p:spPr>
        <p:txBody>
          <a:bodyPr/>
          <a:lstStyle/>
          <a:p>
            <a:r>
              <a:rPr lang="en-US" dirty="0"/>
              <a:t>Overview</a:t>
            </a: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5513832" y="2070354"/>
            <a:ext cx="6053328" cy="2715768"/>
          </a:xfrm>
        </p:spPr>
        <p:txBody>
          <a:bodyPr vert="horz" lIns="91440" tIns="45720" rIns="91440" bIns="45720" rtlCol="0" anchor="t">
            <a:normAutofit/>
          </a:bodyPr>
          <a:lstStyle/>
          <a:p>
            <a:r>
              <a:rPr lang="en-US" dirty="0"/>
              <a:t>Intro to Workplace Ergonomics</a:t>
            </a:r>
          </a:p>
          <a:p>
            <a:r>
              <a:rPr lang="en-US" dirty="0"/>
              <a:t>CoBots</a:t>
            </a:r>
          </a:p>
          <a:p>
            <a:r>
              <a:rPr lang="en-US" dirty="0"/>
              <a:t>Human-Robot Collaboration (HRC)</a:t>
            </a:r>
          </a:p>
          <a:p>
            <a:r>
              <a:rPr lang="en-US" dirty="0"/>
              <a:t>Assessment Tools and Technologies</a:t>
            </a:r>
          </a:p>
          <a:p>
            <a:r>
              <a:rPr lang="en-US" dirty="0"/>
              <a:t>Future Research Trends</a:t>
            </a:r>
          </a:p>
        </p:txBody>
      </p:sp>
      <p:sp>
        <p:nvSpPr>
          <p:cNvPr id="4" name="Date Placeholder 3">
            <a:extLst>
              <a:ext uri="{FF2B5EF4-FFF2-40B4-BE49-F238E27FC236}">
                <a16:creationId xmlns:a16="http://schemas.microsoft.com/office/drawing/2014/main" id="{7BA1DA5F-CF13-D8A9-692A-41FD14B7F4B2}"/>
              </a:ext>
            </a:extLst>
          </p:cNvPr>
          <p:cNvSpPr>
            <a:spLocks noGrp="1"/>
          </p:cNvSpPr>
          <p:nvPr>
            <p:ph type="dt" sz="half" idx="14"/>
          </p:nvPr>
        </p:nvSpPr>
        <p:spPr/>
        <p:txBody>
          <a:bodyPr/>
          <a:lstStyle/>
          <a:p>
            <a:fld id="{3A8296AB-5216-4C65-8ABC-00EE7A5834D3}" type="datetime1">
              <a:rPr lang="en-US" smtClean="0"/>
              <a:t>4/16/25</a:t>
            </a:fld>
            <a:endParaRPr lang="en-US" dirty="0"/>
          </a:p>
        </p:txBody>
      </p:sp>
      <p:sp>
        <p:nvSpPr>
          <p:cNvPr id="6" name="Slide Number Placeholder 5">
            <a:extLst>
              <a:ext uri="{FF2B5EF4-FFF2-40B4-BE49-F238E27FC236}">
                <a16:creationId xmlns:a16="http://schemas.microsoft.com/office/drawing/2014/main" id="{EAC2D1C6-95C6-B00F-C557-CF90FDBA7D3A}"/>
              </a:ext>
            </a:extLst>
          </p:cNvPr>
          <p:cNvSpPr>
            <a:spLocks noGrp="1"/>
          </p:cNvSpPr>
          <p:nvPr>
            <p:ph type="sldNum" sz="quarter" idx="16"/>
          </p:nvPr>
        </p:nvSpPr>
        <p:spPr/>
        <p:txBody>
          <a:bodyPr/>
          <a:lstStyle/>
          <a:p>
            <a:fld id="{CC057153-B650-4DEB-B370-79DDCFDCE934}" type="slidenum">
              <a:rPr lang="en-US" smtClean="0"/>
              <a:pPr/>
              <a:t>2</a:t>
            </a:fld>
            <a:endParaRPr lang="en-US" dirty="0"/>
          </a:p>
        </p:txBody>
      </p:sp>
      <p:sp>
        <p:nvSpPr>
          <p:cNvPr id="7" name="TextBox 6">
            <a:extLst>
              <a:ext uri="{FF2B5EF4-FFF2-40B4-BE49-F238E27FC236}">
                <a16:creationId xmlns:a16="http://schemas.microsoft.com/office/drawing/2014/main" id="{E69C7AFF-C812-AF1A-E693-B2C58462AC3D}"/>
              </a:ext>
            </a:extLst>
          </p:cNvPr>
          <p:cNvSpPr txBox="1"/>
          <p:nvPr/>
        </p:nvSpPr>
        <p:spPr>
          <a:xfrm>
            <a:off x="5518351" y="5363660"/>
            <a:ext cx="577769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err="1"/>
              <a:t>Lorenzini</a:t>
            </a:r>
            <a:r>
              <a:rPr lang="en-US" sz="1400" dirty="0"/>
              <a:t>, M., </a:t>
            </a:r>
            <a:r>
              <a:rPr lang="en-US" sz="1400" dirty="0" err="1"/>
              <a:t>Lagomarsino</a:t>
            </a:r>
            <a:r>
              <a:rPr lang="en-US" sz="1400" dirty="0"/>
              <a:t>, M., </a:t>
            </a:r>
            <a:r>
              <a:rPr lang="en-US" sz="1400" dirty="0" err="1"/>
              <a:t>Fortini</a:t>
            </a:r>
            <a:r>
              <a:rPr lang="en-US" sz="1400" dirty="0"/>
              <a:t>, L., </a:t>
            </a:r>
            <a:r>
              <a:rPr lang="en-US" sz="1400" dirty="0" err="1"/>
              <a:t>Gholami</a:t>
            </a:r>
            <a:r>
              <a:rPr lang="en-US" sz="1400" dirty="0"/>
              <a:t>, S., &amp; </a:t>
            </a:r>
            <a:r>
              <a:rPr lang="en-US" sz="1400" dirty="0" err="1"/>
              <a:t>Ajoudani</a:t>
            </a:r>
            <a:r>
              <a:rPr lang="en-US" sz="1400" dirty="0"/>
              <a:t>, A. (2023). Ergonomic human-robot collaboration in industry: A review. </a:t>
            </a:r>
            <a:r>
              <a:rPr lang="en-US" sz="1400" i="1" dirty="0"/>
              <a:t>Frontiers in Robotics and AI</a:t>
            </a:r>
            <a:r>
              <a:rPr lang="en-US" sz="1400" dirty="0"/>
              <a:t>, </a:t>
            </a:r>
            <a:r>
              <a:rPr lang="en-US" sz="1400" i="1" dirty="0"/>
              <a:t>9</a:t>
            </a:r>
            <a:r>
              <a:rPr lang="en-US" sz="1400" dirty="0"/>
              <a:t>, 813907. </a:t>
            </a:r>
            <a:r>
              <a:rPr lang="en-US" sz="1400" dirty="0">
                <a:hlinkClick r:id="rId3"/>
              </a:rPr>
              <a:t>https://doi.org/10.3389/frobt.2022.813907</a:t>
            </a:r>
            <a:r>
              <a:rPr lang="en-US" sz="1400" dirty="0"/>
              <a:t> </a:t>
            </a:r>
          </a:p>
        </p:txBody>
      </p:sp>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2F81C-2BD8-A4FA-1C47-752CDA28131D}"/>
              </a:ext>
            </a:extLst>
          </p:cNvPr>
          <p:cNvSpPr>
            <a:spLocks noGrp="1"/>
          </p:cNvSpPr>
          <p:nvPr>
            <p:ph type="title"/>
          </p:nvPr>
        </p:nvSpPr>
        <p:spPr>
          <a:xfrm>
            <a:off x="612648" y="683838"/>
            <a:ext cx="6528816" cy="2891291"/>
          </a:xfrm>
        </p:spPr>
        <p:txBody>
          <a:bodyPr>
            <a:normAutofit/>
          </a:bodyPr>
          <a:lstStyle/>
          <a:p>
            <a:r>
              <a:rPr lang="en-US" dirty="0"/>
              <a:t>Introduction to Workplace Ergonomics</a:t>
            </a:r>
          </a:p>
        </p:txBody>
      </p:sp>
      <p:sp>
        <p:nvSpPr>
          <p:cNvPr id="4" name="Date Placeholder 3">
            <a:extLst>
              <a:ext uri="{FF2B5EF4-FFF2-40B4-BE49-F238E27FC236}">
                <a16:creationId xmlns:a16="http://schemas.microsoft.com/office/drawing/2014/main" id="{814DC3EF-C42C-1836-1AD4-D5C87E2942AE}"/>
              </a:ext>
            </a:extLst>
          </p:cNvPr>
          <p:cNvSpPr>
            <a:spLocks noGrp="1"/>
          </p:cNvSpPr>
          <p:nvPr>
            <p:ph type="dt" sz="half" idx="10"/>
          </p:nvPr>
        </p:nvSpPr>
        <p:spPr/>
        <p:txBody>
          <a:bodyPr/>
          <a:lstStyle/>
          <a:p>
            <a:fld id="{4525A5FE-397B-448A-8A6A-CC4A8695FBAC}" type="datetime1">
              <a:rPr lang="en-US" smtClean="0"/>
              <a:t>4/16/25</a:t>
            </a:fld>
            <a:endParaRPr lang="en-US" dirty="0"/>
          </a:p>
        </p:txBody>
      </p:sp>
      <p:sp>
        <p:nvSpPr>
          <p:cNvPr id="6" name="Slide Number Placeholder 5">
            <a:extLst>
              <a:ext uri="{FF2B5EF4-FFF2-40B4-BE49-F238E27FC236}">
                <a16:creationId xmlns:a16="http://schemas.microsoft.com/office/drawing/2014/main" id="{FF239019-F9EB-8A41-3CCA-D29100827718}"/>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
        <p:nvSpPr>
          <p:cNvPr id="8" name="Text Placeholder 7">
            <a:extLst>
              <a:ext uri="{FF2B5EF4-FFF2-40B4-BE49-F238E27FC236}">
                <a16:creationId xmlns:a16="http://schemas.microsoft.com/office/drawing/2014/main" id="{52D0B784-2EB8-556E-590C-4DA67B571B85}"/>
              </a:ext>
            </a:extLst>
          </p:cNvPr>
          <p:cNvSpPr>
            <a:spLocks noGrp="1"/>
          </p:cNvSpPr>
          <p:nvPr>
            <p:ph type="body" idx="1"/>
          </p:nvPr>
        </p:nvSpPr>
        <p:spPr>
          <a:xfrm>
            <a:off x="7141464" y="3929448"/>
            <a:ext cx="3777944" cy="2395887"/>
          </a:xfrm>
        </p:spPr>
        <p:txBody>
          <a:bodyPr vert="horz" lIns="91440" tIns="45720" rIns="91440" bIns="45720" rtlCol="0" anchor="t">
            <a:normAutofit/>
          </a:bodyPr>
          <a:lstStyle/>
          <a:p>
            <a:pPr marL="342900" indent="-342900">
              <a:buChar char="•"/>
            </a:pPr>
            <a:r>
              <a:rPr lang="en-US" dirty="0"/>
              <a:t>The Problems</a:t>
            </a:r>
          </a:p>
          <a:p>
            <a:pPr marL="342900" indent="-342900">
              <a:buChar char="•"/>
            </a:pPr>
            <a:r>
              <a:rPr lang="en-US" dirty="0"/>
              <a:t>Possible Solutions</a:t>
            </a:r>
          </a:p>
          <a:p>
            <a:pPr marL="342900" indent="-342900">
              <a:buChar char="•"/>
            </a:pPr>
            <a:r>
              <a:rPr lang="en-US" dirty="0"/>
              <a:t>Key Terms</a:t>
            </a:r>
          </a:p>
          <a:p>
            <a:endParaRPr lang="en-US" dirty="0"/>
          </a:p>
          <a:p>
            <a:pPr marL="342900" indent="-342900">
              <a:buChar char="•"/>
            </a:pPr>
            <a:endParaRPr lang="en-US" dirty="0"/>
          </a:p>
        </p:txBody>
      </p:sp>
    </p:spTree>
    <p:extLst>
      <p:ext uri="{BB962C8B-B14F-4D97-AF65-F5344CB8AC3E}">
        <p14:creationId xmlns:p14="http://schemas.microsoft.com/office/powerpoint/2010/main" val="419869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p:nvPr>
        </p:nvSpPr>
        <p:spPr>
          <a:xfrm>
            <a:off x="5605272" y="502920"/>
            <a:ext cx="5961888" cy="1197864"/>
          </a:xfrm>
        </p:spPr>
        <p:txBody>
          <a:bodyPr anchor="b">
            <a:normAutofit/>
          </a:bodyPr>
          <a:lstStyle/>
          <a:p>
            <a:r>
              <a:rPr lang="en-US" dirty="0"/>
              <a:t>The Problems</a:t>
            </a:r>
          </a:p>
        </p:txBody>
      </p:sp>
      <p:sp>
        <p:nvSpPr>
          <p:cNvPr id="3" name="Content Placeholder 2">
            <a:extLst>
              <a:ext uri="{FF2B5EF4-FFF2-40B4-BE49-F238E27FC236}">
                <a16:creationId xmlns:a16="http://schemas.microsoft.com/office/drawing/2014/main" id="{1A385359-5FD3-D5C8-1467-F7082543AA4C}"/>
              </a:ext>
            </a:extLst>
          </p:cNvPr>
          <p:cNvSpPr>
            <a:spLocks noGrp="1"/>
          </p:cNvSpPr>
          <p:nvPr>
            <p:ph sz="quarter" idx="14"/>
          </p:nvPr>
        </p:nvSpPr>
        <p:spPr>
          <a:xfrm>
            <a:off x="5605272" y="1801367"/>
            <a:ext cx="5961888" cy="4453128"/>
          </a:xfrm>
        </p:spPr>
        <p:txBody>
          <a:bodyPr vert="horz" lIns="91440" tIns="45720" rIns="91440" bIns="45720" rtlCol="0" anchor="t">
            <a:normAutofit/>
          </a:bodyPr>
          <a:lstStyle/>
          <a:p>
            <a:pPr marL="0" indent="0">
              <a:lnSpc>
                <a:spcPct val="110000"/>
              </a:lnSpc>
              <a:buNone/>
            </a:pPr>
            <a:r>
              <a:rPr lang="en-US" dirty="0"/>
              <a:t>Repetitive tasks, heavy loads, bad postures, and stress. </a:t>
            </a:r>
          </a:p>
          <a:p>
            <a:pPr>
              <a:lnSpc>
                <a:spcPct val="110000"/>
              </a:lnSpc>
            </a:pPr>
            <a:r>
              <a:rPr lang="en-US" dirty="0"/>
              <a:t>“Three out of five workers suffer from an MSD, among which back-ache and upper limb pain are the most common (de Kok et al., 2019).”</a:t>
            </a:r>
          </a:p>
          <a:p>
            <a:pPr>
              <a:lnSpc>
                <a:spcPct val="110000"/>
              </a:lnSpc>
            </a:pPr>
            <a:r>
              <a:rPr lang="en-US" dirty="0"/>
              <a:t>“Results from the sixth European Working Condition Survey (EWCS) claim that 25% of European workers reported that their occupations have negative impacts on their mental and emotional state (</a:t>
            </a:r>
            <a:r>
              <a:rPr lang="en-US" dirty="0" err="1"/>
              <a:t>Kubicek</a:t>
            </a:r>
            <a:r>
              <a:rPr lang="en-US" dirty="0"/>
              <a:t> et al., 2019).”</a:t>
            </a:r>
          </a:p>
          <a:p>
            <a:pPr>
              <a:lnSpc>
                <a:spcPct val="110000"/>
              </a:lnSpc>
            </a:pPr>
            <a:r>
              <a:rPr lang="en-US" dirty="0"/>
              <a:t>“Physical and mental health problems may lead to impressive costs to enterprises and society, being one of the most common causes of disability, sick leave, and early retirement (</a:t>
            </a:r>
            <a:r>
              <a:rPr lang="en-US" dirty="0" err="1"/>
              <a:t>Hassard</a:t>
            </a:r>
            <a:r>
              <a:rPr lang="en-US" dirty="0"/>
              <a:t> et al., 2014; James et al., 2018).”</a:t>
            </a:r>
          </a:p>
          <a:p>
            <a:pPr>
              <a:lnSpc>
                <a:spcPct val="110000"/>
              </a:lnSpc>
            </a:pPr>
            <a:endParaRPr lang="en-US" dirty="0"/>
          </a:p>
        </p:txBody>
      </p:sp>
      <p:pic>
        <p:nvPicPr>
          <p:cNvPr id="6" name="Picture Placeholder 5">
            <a:extLst>
              <a:ext uri="{FF2B5EF4-FFF2-40B4-BE49-F238E27FC236}">
                <a16:creationId xmlns:a16="http://schemas.microsoft.com/office/drawing/2014/main" id="{61E2A5A2-0D7C-22F1-3FD1-AF71FB9967FA}"/>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2741" b="2741"/>
          <a:stretch/>
        </p:blipFill>
        <p:spPr>
          <a:xfrm>
            <a:off x="115866" y="10"/>
            <a:ext cx="4837176" cy="6857990"/>
          </a:xfrm>
          <a:noFill/>
        </p:spPr>
      </p:pic>
      <p:sp>
        <p:nvSpPr>
          <p:cNvPr id="4" name="Date Placeholder 3">
            <a:extLst>
              <a:ext uri="{FF2B5EF4-FFF2-40B4-BE49-F238E27FC236}">
                <a16:creationId xmlns:a16="http://schemas.microsoft.com/office/drawing/2014/main" id="{A83B6F87-6B4E-A774-CA97-486E59591861}"/>
              </a:ext>
            </a:extLst>
          </p:cNvPr>
          <p:cNvSpPr>
            <a:spLocks noGrp="1"/>
          </p:cNvSpPr>
          <p:nvPr>
            <p:ph type="dt" sz="half" idx="16"/>
          </p:nvPr>
        </p:nvSpPr>
        <p:spPr>
          <a:xfrm>
            <a:off x="9701784" y="6318504"/>
            <a:ext cx="1865376" cy="365760"/>
          </a:xfrm>
        </p:spPr>
        <p:txBody>
          <a:bodyPr anchor="ctr">
            <a:normAutofit/>
          </a:bodyPr>
          <a:lstStyle/>
          <a:p>
            <a:pPr>
              <a:spcAft>
                <a:spcPts val="600"/>
              </a:spcAft>
            </a:pPr>
            <a:fld id="{8DC9AABE-D68A-4A3B-9F9E-E006135E8896}" type="datetime1">
              <a:rPr lang="en-US" smtClean="0"/>
              <a:pPr>
                <a:spcAft>
                  <a:spcPts val="600"/>
                </a:spcAft>
              </a:pPr>
              <a:t>4/16/25</a:t>
            </a:fld>
            <a:endParaRPr lang="en-US"/>
          </a:p>
        </p:txBody>
      </p:sp>
      <p:sp>
        <p:nvSpPr>
          <p:cNvPr id="7" name="Slide Number Placeholder 6">
            <a:extLst>
              <a:ext uri="{FF2B5EF4-FFF2-40B4-BE49-F238E27FC236}">
                <a16:creationId xmlns:a16="http://schemas.microsoft.com/office/drawing/2014/main" id="{6F29D90A-8690-F109-FD40-0997F63CC20F}"/>
              </a:ext>
            </a:extLst>
          </p:cNvPr>
          <p:cNvSpPr>
            <a:spLocks noGrp="1"/>
          </p:cNvSpPr>
          <p:nvPr>
            <p:ph type="sldNum" sz="quarter" idx="18"/>
          </p:nvPr>
        </p:nvSpPr>
        <p:spPr>
          <a:xfrm>
            <a:off x="11484864" y="6318504"/>
            <a:ext cx="493776" cy="365760"/>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3313450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ADA8-7005-24D9-2B42-BC97754AB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6BCCD-3667-50F1-D9BB-140827F998C9}"/>
              </a:ext>
            </a:extLst>
          </p:cNvPr>
          <p:cNvSpPr>
            <a:spLocks noGrp="1"/>
          </p:cNvSpPr>
          <p:nvPr>
            <p:ph type="title"/>
          </p:nvPr>
        </p:nvSpPr>
        <p:spPr>
          <a:xfrm>
            <a:off x="1441289" y="640080"/>
            <a:ext cx="4127407" cy="790234"/>
          </a:xfrm>
        </p:spPr>
        <p:txBody>
          <a:bodyPr/>
          <a:lstStyle/>
          <a:p>
            <a:r>
              <a:rPr lang="en-US" dirty="0"/>
              <a:t>Possible Solutions</a:t>
            </a:r>
          </a:p>
        </p:txBody>
      </p:sp>
      <p:sp>
        <p:nvSpPr>
          <p:cNvPr id="3" name="Content Placeholder 2">
            <a:extLst>
              <a:ext uri="{FF2B5EF4-FFF2-40B4-BE49-F238E27FC236}">
                <a16:creationId xmlns:a16="http://schemas.microsoft.com/office/drawing/2014/main" id="{8B0FD18B-F992-3A49-2442-A8E6B70123D0}"/>
              </a:ext>
            </a:extLst>
          </p:cNvPr>
          <p:cNvSpPr>
            <a:spLocks noGrp="1"/>
          </p:cNvSpPr>
          <p:nvPr>
            <p:ph sz="quarter" idx="13"/>
          </p:nvPr>
        </p:nvSpPr>
        <p:spPr>
          <a:xfrm>
            <a:off x="5568696" y="640080"/>
            <a:ext cx="5135712" cy="5696712"/>
          </a:xfrm>
        </p:spPr>
        <p:txBody>
          <a:bodyPr vert="horz" lIns="91440" tIns="45720" rIns="91440" bIns="45720" rtlCol="0" anchor="t">
            <a:normAutofit/>
          </a:bodyPr>
          <a:lstStyle/>
          <a:p>
            <a:pPr>
              <a:lnSpc>
                <a:spcPct val="100000"/>
              </a:lnSpc>
            </a:pPr>
            <a:r>
              <a:rPr lang="en-US" dirty="0"/>
              <a:t>“Effective design of comfortable and adjustable workstations”</a:t>
            </a:r>
          </a:p>
          <a:p>
            <a:r>
              <a:rPr lang="en-US" dirty="0"/>
              <a:t>“Development of intuitive feedback interfaces that warn about risks and hazards”</a:t>
            </a:r>
          </a:p>
          <a:p>
            <a:r>
              <a:rPr lang="en-US" dirty="0"/>
              <a:t>“Creation of advanced human-robot shared workstations for fruitful and ergonomic collaboration in hybrid environments”</a:t>
            </a:r>
          </a:p>
        </p:txBody>
      </p:sp>
      <p:sp>
        <p:nvSpPr>
          <p:cNvPr id="4" name="Date Placeholder 3">
            <a:extLst>
              <a:ext uri="{FF2B5EF4-FFF2-40B4-BE49-F238E27FC236}">
                <a16:creationId xmlns:a16="http://schemas.microsoft.com/office/drawing/2014/main" id="{967798DF-C68E-8398-053D-067F24991FDF}"/>
              </a:ext>
            </a:extLst>
          </p:cNvPr>
          <p:cNvSpPr>
            <a:spLocks noGrp="1"/>
          </p:cNvSpPr>
          <p:nvPr>
            <p:ph type="dt" sz="half" idx="14"/>
          </p:nvPr>
        </p:nvSpPr>
        <p:spPr/>
        <p:txBody>
          <a:bodyPr/>
          <a:lstStyle/>
          <a:p>
            <a:fld id="{0D59410B-E805-47A5-9006-895DBFC3CE15}" type="datetime1">
              <a:rPr lang="en-US" smtClean="0"/>
              <a:t>4/16/25</a:t>
            </a:fld>
            <a:endParaRPr lang="en-US" dirty="0"/>
          </a:p>
        </p:txBody>
      </p:sp>
      <p:sp>
        <p:nvSpPr>
          <p:cNvPr id="6" name="Slide Number Placeholder 5">
            <a:extLst>
              <a:ext uri="{FF2B5EF4-FFF2-40B4-BE49-F238E27FC236}">
                <a16:creationId xmlns:a16="http://schemas.microsoft.com/office/drawing/2014/main" id="{CB7585BD-C23D-C2CA-7C8B-9B65B053B503}"/>
              </a:ext>
            </a:extLst>
          </p:cNvPr>
          <p:cNvSpPr>
            <a:spLocks noGrp="1"/>
          </p:cNvSpPr>
          <p:nvPr>
            <p:ph type="sldNum" sz="quarter" idx="16"/>
          </p:nvPr>
        </p:nvSpPr>
        <p:spPr/>
        <p:txBody>
          <a:bodyPr/>
          <a:lstStyle/>
          <a:p>
            <a:fld id="{CC057153-B650-4DEB-B370-79DDCFDCE934}" type="slidenum">
              <a:rPr lang="en-US" smtClean="0"/>
              <a:pPr/>
              <a:t>5</a:t>
            </a:fld>
            <a:endParaRPr lang="en-US" dirty="0"/>
          </a:p>
        </p:txBody>
      </p:sp>
      <p:sp>
        <p:nvSpPr>
          <p:cNvPr id="10" name="TextBox 9">
            <a:extLst>
              <a:ext uri="{FF2B5EF4-FFF2-40B4-BE49-F238E27FC236}">
                <a16:creationId xmlns:a16="http://schemas.microsoft.com/office/drawing/2014/main" id="{A540A31F-2C55-EA15-5E97-3210B94E86B6}"/>
              </a:ext>
            </a:extLst>
          </p:cNvPr>
          <p:cNvSpPr txBox="1"/>
          <p:nvPr/>
        </p:nvSpPr>
        <p:spPr>
          <a:xfrm>
            <a:off x="1453481" y="1609725"/>
            <a:ext cx="3137535" cy="694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376"/>
              </a:lnSpc>
            </a:pPr>
            <a:r>
              <a:rPr lang="en-US" dirty="0"/>
              <a:t>Possible solutions being researched in the field:</a:t>
            </a:r>
          </a:p>
        </p:txBody>
      </p:sp>
      <p:pic>
        <p:nvPicPr>
          <p:cNvPr id="8" name="Picture 7" descr="A diagram of ergonomic assessment&#10;&#10;Description automatically generated">
            <a:extLst>
              <a:ext uri="{FF2B5EF4-FFF2-40B4-BE49-F238E27FC236}">
                <a16:creationId xmlns:a16="http://schemas.microsoft.com/office/drawing/2014/main" id="{C6405AED-DE57-9B33-B12F-3F21F65816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589" y="3429000"/>
            <a:ext cx="9216819" cy="2630920"/>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5C91FF0D-3091-3271-25F5-BDC3011EA1E4}"/>
              </a:ext>
            </a:extLst>
          </p:cNvPr>
          <p:cNvSpPr txBox="1"/>
          <p:nvPr/>
        </p:nvSpPr>
        <p:spPr>
          <a:xfrm>
            <a:off x="1487589" y="6239331"/>
            <a:ext cx="9216819" cy="461665"/>
          </a:xfrm>
          <a:prstGeom prst="rect">
            <a:avLst/>
          </a:prstGeom>
          <a:noFill/>
        </p:spPr>
        <p:txBody>
          <a:bodyPr wrap="square">
            <a:spAutoFit/>
          </a:bodyPr>
          <a:lstStyle/>
          <a:p>
            <a:pPr rtl="0" fontAlgn="ctr">
              <a:spcBef>
                <a:spcPts val="0"/>
              </a:spcBef>
              <a:spcAft>
                <a:spcPts val="0"/>
              </a:spcAft>
            </a:pPr>
            <a:r>
              <a:rPr lang="en-US" sz="1200" b="0" i="0" dirty="0">
                <a:effectLst/>
                <a:latin typeface="Calibri" panose="020F0502020204030204" pitchFamily="34" charset="0"/>
              </a:rPr>
              <a:t>"A conceptual illustration of a worker accomplishing an industrial task without </a:t>
            </a:r>
            <a:r>
              <a:rPr lang="en-US" sz="1200" b="1" i="0" dirty="0">
                <a:effectLst/>
                <a:latin typeface="Calibri" panose="020F0502020204030204" pitchFamily="34" charset="0"/>
              </a:rPr>
              <a:t>(A)</a:t>
            </a:r>
            <a:r>
              <a:rPr lang="en-US" sz="1200" b="0" i="0" dirty="0">
                <a:effectLst/>
                <a:latin typeface="Calibri" panose="020F0502020204030204" pitchFamily="34" charset="0"/>
              </a:rPr>
              <a:t> and with </a:t>
            </a:r>
            <a:r>
              <a:rPr lang="en-US" sz="1200" b="1" i="0" dirty="0">
                <a:effectLst/>
                <a:latin typeface="Calibri" panose="020F0502020204030204" pitchFamily="34" charset="0"/>
              </a:rPr>
              <a:t>(C)</a:t>
            </a:r>
            <a:r>
              <a:rPr lang="en-US" sz="1200" b="0" i="0" dirty="0">
                <a:effectLst/>
                <a:latin typeface="Calibri" panose="020F0502020204030204" pitchFamily="34" charset="0"/>
              </a:rPr>
              <a:t> a collaborative robotic solution. The structure of this article is also described in the schema </a:t>
            </a:r>
            <a:r>
              <a:rPr lang="en-US" sz="1200" b="1" i="0" dirty="0">
                <a:effectLst/>
                <a:latin typeface="Calibri" panose="020F0502020204030204" pitchFamily="34" charset="0"/>
              </a:rPr>
              <a:t>(B)</a:t>
            </a:r>
            <a:r>
              <a:rPr lang="en-US" sz="1200" b="0" i="0" dirty="0">
                <a:effectLst/>
                <a:latin typeface="Calibri" panose="020F0502020204030204" pitchFamily="34" charset="0"/>
              </a:rPr>
              <a:t>, highlighting (blue) the research themes that we focus on."</a:t>
            </a:r>
          </a:p>
        </p:txBody>
      </p:sp>
    </p:spTree>
    <p:extLst>
      <p:ext uri="{BB962C8B-B14F-4D97-AF65-F5344CB8AC3E}">
        <p14:creationId xmlns:p14="http://schemas.microsoft.com/office/powerpoint/2010/main" val="2140501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1856E2E-5610-B383-7CAE-29E3E0FA8604}"/>
              </a:ext>
            </a:extLst>
          </p:cNvPr>
          <p:cNvSpPr>
            <a:spLocks noGrp="1"/>
          </p:cNvSpPr>
          <p:nvPr>
            <p:ph sz="quarter" idx="14"/>
          </p:nvPr>
        </p:nvSpPr>
        <p:spPr>
          <a:xfrm>
            <a:off x="123363" y="1608463"/>
            <a:ext cx="5142700" cy="4646033"/>
          </a:xfrm>
        </p:spPr>
        <p:txBody>
          <a:bodyPr vert="horz" lIns="91440" tIns="45720" rIns="91440" bIns="45720" rtlCol="0">
            <a:normAutofit fontScale="92500"/>
          </a:bodyPr>
          <a:lstStyle/>
          <a:p>
            <a:pPr lvl="1"/>
            <a:r>
              <a:rPr lang="en-US" sz="1800" b="1" dirty="0"/>
              <a:t>Microergonomics</a:t>
            </a:r>
            <a:r>
              <a:rPr lang="en-US" sz="1800" dirty="0"/>
              <a:t>: Worker postures, workplace productivity, work physiology, and biomechanics</a:t>
            </a:r>
          </a:p>
          <a:p>
            <a:pPr lvl="1"/>
            <a:r>
              <a:rPr lang="en-US" sz="1800" b="1" dirty="0"/>
              <a:t>Macroergonomics</a:t>
            </a:r>
            <a:r>
              <a:rPr lang="en-US" sz="1800" dirty="0"/>
              <a:t>: Resource allocation, shift/turn planning, and outline of the working environment</a:t>
            </a:r>
          </a:p>
          <a:p>
            <a:pPr lvl="1"/>
            <a:r>
              <a:rPr lang="en-US" sz="1800" b="1" dirty="0"/>
              <a:t>Environmental ergonomics</a:t>
            </a:r>
            <a:r>
              <a:rPr lang="en-US" sz="1800" dirty="0"/>
              <a:t>: Lighting, noise, temperatures, air quality, etc.</a:t>
            </a:r>
          </a:p>
          <a:p>
            <a:pPr lvl="1"/>
            <a:r>
              <a:rPr lang="en-US" sz="1800" b="1" dirty="0"/>
              <a:t>Mechanical exposure</a:t>
            </a:r>
            <a:r>
              <a:rPr lang="en-US" sz="1800" dirty="0"/>
              <a:t>:</a:t>
            </a:r>
            <a:r>
              <a:rPr lang="en-US" sz="1800" b="1" dirty="0"/>
              <a:t> </a:t>
            </a:r>
            <a:r>
              <a:rPr lang="en-US" sz="1800" dirty="0"/>
              <a:t>Ergonomic factors that do not include the environment; Physical forces</a:t>
            </a:r>
          </a:p>
          <a:p>
            <a:pPr lvl="1"/>
            <a:r>
              <a:rPr lang="en-US" sz="1800" b="1" dirty="0"/>
              <a:t>External exposure</a:t>
            </a:r>
            <a:r>
              <a:rPr lang="en-US" sz="1800" dirty="0"/>
              <a:t>: Working methods, postures, movements, and forces that workers perform</a:t>
            </a:r>
          </a:p>
          <a:p>
            <a:pPr lvl="1"/>
            <a:r>
              <a:rPr lang="en-US" sz="1800" b="1" dirty="0"/>
              <a:t>Internal exposure</a:t>
            </a:r>
            <a:r>
              <a:rPr lang="en-US" sz="1800" dirty="0"/>
              <a:t>: Corresponding moments and forces within the human body</a:t>
            </a:r>
          </a:p>
        </p:txBody>
      </p:sp>
      <p:pic>
        <p:nvPicPr>
          <p:cNvPr id="9" name="Picture 8">
            <a:extLst>
              <a:ext uri="{FF2B5EF4-FFF2-40B4-BE49-F238E27FC236}">
                <a16:creationId xmlns:a16="http://schemas.microsoft.com/office/drawing/2014/main" id="{30FDE47D-DEA0-3905-A5FD-0EF9468920BC}"/>
              </a:ext>
            </a:extLst>
          </p:cNvPr>
          <p:cNvPicPr>
            <a:picLocks noChangeAspect="1"/>
          </p:cNvPicPr>
          <p:nvPr/>
        </p:nvPicPr>
        <p:blipFill>
          <a:blip r:embed="rId3">
            <a:extLst>
              <a:ext uri="{28A0092B-C50C-407E-A947-70E740481C1C}">
                <a14:useLocalDpi xmlns:a14="http://schemas.microsoft.com/office/drawing/2010/main" val="0"/>
              </a:ext>
            </a:extLst>
          </a:blip>
          <a:srcRect l="20970" r="20970"/>
          <a:stretch/>
        </p:blipFill>
        <p:spPr>
          <a:xfrm>
            <a:off x="6096000" y="10"/>
            <a:ext cx="5972638" cy="6857990"/>
          </a:xfrm>
          <a:prstGeom prst="rect">
            <a:avLst/>
          </a:prstGeom>
          <a:noFill/>
        </p:spPr>
      </p:pic>
      <p:sp>
        <p:nvSpPr>
          <p:cNvPr id="2" name="Date Placeholder 1">
            <a:extLst>
              <a:ext uri="{FF2B5EF4-FFF2-40B4-BE49-F238E27FC236}">
                <a16:creationId xmlns:a16="http://schemas.microsoft.com/office/drawing/2014/main" id="{F3637AA9-EB9F-E3B0-C00F-2F9FA4B0007B}"/>
              </a:ext>
            </a:extLst>
          </p:cNvPr>
          <p:cNvSpPr>
            <a:spLocks noGrp="1"/>
          </p:cNvSpPr>
          <p:nvPr>
            <p:ph type="dt" sz="half" idx="10"/>
          </p:nvPr>
        </p:nvSpPr>
        <p:spPr>
          <a:xfrm>
            <a:off x="2588150" y="6318504"/>
            <a:ext cx="1014586" cy="365760"/>
          </a:xfrm>
        </p:spPr>
        <p:txBody>
          <a:bodyPr anchor="ctr">
            <a:normAutofit/>
          </a:bodyPr>
          <a:lstStyle/>
          <a:p>
            <a:pPr>
              <a:spcAft>
                <a:spcPts val="600"/>
              </a:spcAft>
            </a:pPr>
            <a:fld id="{2CD49549-11A9-4B38-B938-FADC6DCE9904}" type="datetime1">
              <a:rPr lang="en-US" smtClean="0"/>
              <a:pPr>
                <a:spcAft>
                  <a:spcPts val="600"/>
                </a:spcAft>
              </a:pPr>
              <a:t>4/16/25</a:t>
            </a:fld>
            <a:endParaRPr lang="en-US"/>
          </a:p>
        </p:txBody>
      </p:sp>
      <p:sp>
        <p:nvSpPr>
          <p:cNvPr id="4" name="Slide Number Placeholder 3">
            <a:extLst>
              <a:ext uri="{FF2B5EF4-FFF2-40B4-BE49-F238E27FC236}">
                <a16:creationId xmlns:a16="http://schemas.microsoft.com/office/drawing/2014/main" id="{7ECDBC22-3EBD-4D11-7584-8C29BD0192D4}"/>
              </a:ext>
            </a:extLst>
          </p:cNvPr>
          <p:cNvSpPr>
            <a:spLocks noGrp="1"/>
          </p:cNvSpPr>
          <p:nvPr>
            <p:ph type="sldNum" sz="quarter" idx="12"/>
          </p:nvPr>
        </p:nvSpPr>
        <p:spPr>
          <a:xfrm>
            <a:off x="3520440" y="6318504"/>
            <a:ext cx="493776" cy="365760"/>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
        <p:nvSpPr>
          <p:cNvPr id="14" name="Title 1">
            <a:extLst>
              <a:ext uri="{FF2B5EF4-FFF2-40B4-BE49-F238E27FC236}">
                <a16:creationId xmlns:a16="http://schemas.microsoft.com/office/drawing/2014/main" id="{AC96BCCD-3667-50F1-D9BB-140827F998C9}"/>
              </a:ext>
            </a:extLst>
          </p:cNvPr>
          <p:cNvSpPr>
            <a:spLocks noGrp="1"/>
          </p:cNvSpPr>
          <p:nvPr/>
        </p:nvSpPr>
        <p:spPr>
          <a:xfrm>
            <a:off x="612648" y="640080"/>
            <a:ext cx="3386709" cy="132664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Key Terms</a:t>
            </a:r>
            <a:endParaRPr lang="en-US" dirty="0">
              <a:gradFill>
                <a:gsLst>
                  <a:gs pos="0">
                    <a:srgbClr val="66C26C"/>
                  </a:gs>
                  <a:gs pos="100000">
                    <a:srgbClr val="25AAD5"/>
                  </a:gs>
                </a:gsLst>
                <a:lin ang="13800000" scaled="0"/>
              </a:gradFill>
            </a:endParaRPr>
          </a:p>
        </p:txBody>
      </p:sp>
    </p:spTree>
    <p:extLst>
      <p:ext uri="{BB962C8B-B14F-4D97-AF65-F5344CB8AC3E}">
        <p14:creationId xmlns:p14="http://schemas.microsoft.com/office/powerpoint/2010/main" val="1384372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F710-77B0-3079-EB4E-E85A3E391061}"/>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6AF836F-5E69-B347-71C4-BDA35C45440E}"/>
              </a:ext>
            </a:extLst>
          </p:cNvPr>
          <p:cNvSpPr>
            <a:spLocks noGrp="1"/>
          </p:cNvSpPr>
          <p:nvPr>
            <p:ph sz="quarter" idx="14"/>
          </p:nvPr>
        </p:nvSpPr>
        <p:spPr>
          <a:xfrm>
            <a:off x="123363" y="1608463"/>
            <a:ext cx="5142700" cy="4646033"/>
          </a:xfrm>
        </p:spPr>
        <p:txBody>
          <a:bodyPr vert="horz" lIns="91440" tIns="45720" rIns="91440" bIns="45720" rtlCol="0">
            <a:normAutofit/>
          </a:bodyPr>
          <a:lstStyle/>
          <a:p>
            <a:pPr lvl="1"/>
            <a:r>
              <a:rPr lang="en-US" sz="1800" b="1" dirty="0"/>
              <a:t>Human-Robot Interaction (HRI)</a:t>
            </a:r>
            <a:r>
              <a:rPr lang="en-US" sz="1800" dirty="0"/>
              <a:t>:</a:t>
            </a:r>
            <a:r>
              <a:rPr lang="en-US" sz="1800" b="1" dirty="0"/>
              <a:t> </a:t>
            </a:r>
            <a:r>
              <a:rPr lang="en-US" sz="1800" dirty="0"/>
              <a:t>HRI refers to any interaction between a human and a robot</a:t>
            </a:r>
          </a:p>
          <a:p>
            <a:pPr lvl="1"/>
            <a:r>
              <a:rPr lang="en-US" sz="1800" b="1" dirty="0"/>
              <a:t>Human Robot Collaboration (HRC)</a:t>
            </a:r>
            <a:r>
              <a:rPr lang="en-US" sz="1800" dirty="0"/>
              <a:t>: HRC refers more specifically to a human and a robot </a:t>
            </a:r>
            <a:r>
              <a:rPr lang="en-US" sz="1800" i="1" dirty="0"/>
              <a:t>collaborating</a:t>
            </a:r>
            <a:r>
              <a:rPr lang="en-US" sz="1800" dirty="0"/>
              <a:t> on a shared task as a team.</a:t>
            </a:r>
          </a:p>
          <a:p>
            <a:pPr lvl="1"/>
            <a:endParaRPr lang="en-US" sz="1800" dirty="0"/>
          </a:p>
          <a:p>
            <a:pPr lvl="1"/>
            <a:endParaRPr lang="en-US" sz="1800" dirty="0"/>
          </a:p>
          <a:p>
            <a:pPr marL="457200" lvl="2" indent="0">
              <a:buNone/>
            </a:pPr>
            <a:r>
              <a:rPr lang="en-US" sz="1800" dirty="0"/>
              <a:t>Humans and machines have different strengths, but these can complement each other if implemented effectively.</a:t>
            </a:r>
            <a:endParaRPr lang="en-US" sz="2000" dirty="0"/>
          </a:p>
        </p:txBody>
      </p:sp>
      <p:pic>
        <p:nvPicPr>
          <p:cNvPr id="9" name="Picture 8">
            <a:extLst>
              <a:ext uri="{FF2B5EF4-FFF2-40B4-BE49-F238E27FC236}">
                <a16:creationId xmlns:a16="http://schemas.microsoft.com/office/drawing/2014/main" id="{322ACF99-7775-6909-2C97-57F407E85E95}"/>
              </a:ext>
            </a:extLst>
          </p:cNvPr>
          <p:cNvPicPr>
            <a:picLocks noChangeAspect="1"/>
          </p:cNvPicPr>
          <p:nvPr/>
        </p:nvPicPr>
        <p:blipFill>
          <a:blip r:embed="rId3">
            <a:extLst>
              <a:ext uri="{28A0092B-C50C-407E-A947-70E740481C1C}">
                <a14:useLocalDpi xmlns:a14="http://schemas.microsoft.com/office/drawing/2010/main" val="0"/>
              </a:ext>
            </a:extLst>
          </a:blip>
          <a:srcRect l="12901" r="37739"/>
          <a:stretch/>
        </p:blipFill>
        <p:spPr>
          <a:xfrm>
            <a:off x="6096000" y="10"/>
            <a:ext cx="5972638" cy="6857990"/>
          </a:xfrm>
          <a:prstGeom prst="rect">
            <a:avLst/>
          </a:prstGeom>
          <a:noFill/>
        </p:spPr>
      </p:pic>
      <p:sp>
        <p:nvSpPr>
          <p:cNvPr id="2" name="Date Placeholder 1">
            <a:extLst>
              <a:ext uri="{FF2B5EF4-FFF2-40B4-BE49-F238E27FC236}">
                <a16:creationId xmlns:a16="http://schemas.microsoft.com/office/drawing/2014/main" id="{0CE35721-9316-DB4F-85FC-70ACBE8E1F08}"/>
              </a:ext>
            </a:extLst>
          </p:cNvPr>
          <p:cNvSpPr>
            <a:spLocks noGrp="1"/>
          </p:cNvSpPr>
          <p:nvPr>
            <p:ph type="dt" sz="half" idx="10"/>
          </p:nvPr>
        </p:nvSpPr>
        <p:spPr>
          <a:xfrm>
            <a:off x="2588150" y="6318504"/>
            <a:ext cx="1014586" cy="365760"/>
          </a:xfrm>
        </p:spPr>
        <p:txBody>
          <a:bodyPr anchor="ctr">
            <a:normAutofit/>
          </a:bodyPr>
          <a:lstStyle/>
          <a:p>
            <a:pPr>
              <a:spcAft>
                <a:spcPts val="600"/>
              </a:spcAft>
            </a:pPr>
            <a:fld id="{2CD49549-11A9-4B38-B938-FADC6DCE9904}" type="datetime1">
              <a:rPr lang="en-US" smtClean="0"/>
              <a:pPr>
                <a:spcAft>
                  <a:spcPts val="600"/>
                </a:spcAft>
              </a:pPr>
              <a:t>4/16/25</a:t>
            </a:fld>
            <a:endParaRPr lang="en-US"/>
          </a:p>
        </p:txBody>
      </p:sp>
      <p:sp>
        <p:nvSpPr>
          <p:cNvPr id="4" name="Slide Number Placeholder 3">
            <a:extLst>
              <a:ext uri="{FF2B5EF4-FFF2-40B4-BE49-F238E27FC236}">
                <a16:creationId xmlns:a16="http://schemas.microsoft.com/office/drawing/2014/main" id="{5A29850F-9A78-5FCF-1B2B-AC7CF770AC73}"/>
              </a:ext>
            </a:extLst>
          </p:cNvPr>
          <p:cNvSpPr>
            <a:spLocks noGrp="1"/>
          </p:cNvSpPr>
          <p:nvPr>
            <p:ph type="sldNum" sz="quarter" idx="12"/>
          </p:nvPr>
        </p:nvSpPr>
        <p:spPr>
          <a:xfrm>
            <a:off x="3520440" y="6318504"/>
            <a:ext cx="493776" cy="365760"/>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
        <p:nvSpPr>
          <p:cNvPr id="14" name="Title 1">
            <a:extLst>
              <a:ext uri="{FF2B5EF4-FFF2-40B4-BE49-F238E27FC236}">
                <a16:creationId xmlns:a16="http://schemas.microsoft.com/office/drawing/2014/main" id="{FB394123-8E02-1293-DE6C-7601A934E112}"/>
              </a:ext>
            </a:extLst>
          </p:cNvPr>
          <p:cNvSpPr>
            <a:spLocks noGrp="1"/>
          </p:cNvSpPr>
          <p:nvPr/>
        </p:nvSpPr>
        <p:spPr>
          <a:xfrm>
            <a:off x="612648" y="640080"/>
            <a:ext cx="4157656" cy="132664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Key Terms (continued)</a:t>
            </a:r>
            <a:endParaRPr lang="en-US" dirty="0">
              <a:gradFill>
                <a:gsLst>
                  <a:gs pos="0">
                    <a:srgbClr val="66C26C"/>
                  </a:gs>
                  <a:gs pos="100000">
                    <a:srgbClr val="25AAD5"/>
                  </a:gs>
                </a:gsLst>
                <a:lin ang="13800000" scaled="0"/>
              </a:gradFill>
            </a:endParaRPr>
          </a:p>
        </p:txBody>
      </p:sp>
    </p:spTree>
    <p:extLst>
      <p:ext uri="{BB962C8B-B14F-4D97-AF65-F5344CB8AC3E}">
        <p14:creationId xmlns:p14="http://schemas.microsoft.com/office/powerpoint/2010/main" val="584123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8D2CB-D6C5-FA0A-0AC9-920B7797D8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30BD6D-8310-8E5D-51BE-A8A45C0F12ED}"/>
              </a:ext>
            </a:extLst>
          </p:cNvPr>
          <p:cNvSpPr>
            <a:spLocks noGrp="1"/>
          </p:cNvSpPr>
          <p:nvPr>
            <p:ph type="ctrTitle"/>
          </p:nvPr>
        </p:nvSpPr>
        <p:spPr>
          <a:xfrm>
            <a:off x="612648" y="713232"/>
            <a:ext cx="4828032" cy="2953512"/>
          </a:xfrm>
        </p:spPr>
        <p:txBody>
          <a:bodyPr anchor="t">
            <a:normAutofit/>
          </a:bodyPr>
          <a:lstStyle/>
          <a:p>
            <a:r>
              <a:rPr lang="en-US" sz="6600" dirty="0"/>
              <a:t>CoBots</a:t>
            </a:r>
          </a:p>
        </p:txBody>
      </p:sp>
      <p:sp>
        <p:nvSpPr>
          <p:cNvPr id="4" name="Subtitle 3">
            <a:extLst>
              <a:ext uri="{FF2B5EF4-FFF2-40B4-BE49-F238E27FC236}">
                <a16:creationId xmlns:a16="http://schemas.microsoft.com/office/drawing/2014/main" id="{ECDADFA9-1DE5-7C34-4D23-BE72D4019806}"/>
              </a:ext>
            </a:extLst>
          </p:cNvPr>
          <p:cNvSpPr>
            <a:spLocks noGrp="1"/>
          </p:cNvSpPr>
          <p:nvPr>
            <p:ph type="subTitle" idx="1"/>
          </p:nvPr>
        </p:nvSpPr>
        <p:spPr>
          <a:xfrm>
            <a:off x="612648" y="4544568"/>
            <a:ext cx="4681728" cy="1591056"/>
          </a:xfrm>
        </p:spPr>
        <p:txBody>
          <a:bodyPr anchor="ctr">
            <a:normAutofit/>
          </a:bodyPr>
          <a:lstStyle/>
          <a:p>
            <a:r>
              <a:rPr lang="en-US" dirty="0"/>
              <a:t>(Collaborative Robots)</a:t>
            </a:r>
          </a:p>
        </p:txBody>
      </p:sp>
      <p:pic>
        <p:nvPicPr>
          <p:cNvPr id="7" name="Picture 6">
            <a:extLst>
              <a:ext uri="{FF2B5EF4-FFF2-40B4-BE49-F238E27FC236}">
                <a16:creationId xmlns:a16="http://schemas.microsoft.com/office/drawing/2014/main" id="{A33E1797-7CFE-80DF-E0E5-9103F0AAC6E1}"/>
              </a:ext>
            </a:extLst>
          </p:cNvPr>
          <p:cNvPicPr>
            <a:picLocks noChangeAspect="1"/>
          </p:cNvPicPr>
          <p:nvPr/>
        </p:nvPicPr>
        <p:blipFill>
          <a:blip r:embed="rId3">
            <a:extLst>
              <a:ext uri="{28A0092B-C50C-407E-A947-70E740481C1C}">
                <a14:useLocalDpi xmlns:a14="http://schemas.microsoft.com/office/drawing/2010/main" val="0"/>
              </a:ext>
            </a:extLst>
          </a:blip>
          <a:srcRect l="48918" r="10374"/>
          <a:stretch/>
        </p:blipFill>
        <p:spPr>
          <a:xfrm>
            <a:off x="7534656" y="10"/>
            <a:ext cx="4654296" cy="6857990"/>
          </a:xfrm>
          <a:prstGeom prst="rect">
            <a:avLst/>
          </a:prstGeom>
          <a:noFill/>
        </p:spPr>
      </p:pic>
      <p:sp>
        <p:nvSpPr>
          <p:cNvPr id="5" name="Date Placeholder 4">
            <a:extLst>
              <a:ext uri="{FF2B5EF4-FFF2-40B4-BE49-F238E27FC236}">
                <a16:creationId xmlns:a16="http://schemas.microsoft.com/office/drawing/2014/main" id="{8EE4159A-8A64-71B8-E4E0-576C1118177F}"/>
              </a:ext>
            </a:extLst>
          </p:cNvPr>
          <p:cNvSpPr>
            <a:spLocks noGrp="1"/>
          </p:cNvSpPr>
          <p:nvPr>
            <p:ph type="dt" sz="half" idx="14"/>
          </p:nvPr>
        </p:nvSpPr>
        <p:spPr>
          <a:xfrm>
            <a:off x="4617720" y="6318504"/>
            <a:ext cx="2153412" cy="365760"/>
          </a:xfrm>
        </p:spPr>
        <p:txBody>
          <a:bodyPr anchor="ctr">
            <a:normAutofit/>
          </a:bodyPr>
          <a:lstStyle/>
          <a:p>
            <a:pPr>
              <a:spcAft>
                <a:spcPts val="600"/>
              </a:spcAft>
            </a:pPr>
            <a:fld id="{DD38C107-A3E3-4F60-AB5A-CEDBBB36405A}" type="datetime1">
              <a:rPr lang="en-US" smtClean="0"/>
              <a:pPr>
                <a:spcAft>
                  <a:spcPts val="600"/>
                </a:spcAft>
              </a:pPr>
              <a:t>4/16/25</a:t>
            </a:fld>
            <a:endParaRPr lang="en-US"/>
          </a:p>
        </p:txBody>
      </p:sp>
      <p:sp>
        <p:nvSpPr>
          <p:cNvPr id="2" name="Slide Number Placeholder 1">
            <a:extLst>
              <a:ext uri="{FF2B5EF4-FFF2-40B4-BE49-F238E27FC236}">
                <a16:creationId xmlns:a16="http://schemas.microsoft.com/office/drawing/2014/main" id="{E026BDCC-9EB5-E457-FF5A-1888C909C5C5}"/>
              </a:ext>
            </a:extLst>
          </p:cNvPr>
          <p:cNvSpPr>
            <a:spLocks noGrp="1"/>
          </p:cNvSpPr>
          <p:nvPr>
            <p:ph type="sldNum" sz="quarter" idx="16"/>
          </p:nvPr>
        </p:nvSpPr>
        <p:spPr>
          <a:xfrm>
            <a:off x="6688836" y="6318504"/>
            <a:ext cx="493776" cy="365760"/>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1928844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0071-6B94-5FB2-2E92-823589C5C5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AB626-7B47-875B-9211-F749EA39C5BC}"/>
              </a:ext>
            </a:extLst>
          </p:cNvPr>
          <p:cNvSpPr>
            <a:spLocks noGrp="1"/>
          </p:cNvSpPr>
          <p:nvPr>
            <p:ph sz="quarter" idx="14"/>
          </p:nvPr>
        </p:nvSpPr>
        <p:spPr>
          <a:xfrm>
            <a:off x="5605272" y="1801367"/>
            <a:ext cx="5961888" cy="4453128"/>
          </a:xfrm>
        </p:spPr>
        <p:txBody>
          <a:bodyPr vert="horz" lIns="91440" tIns="45720" rIns="91440" bIns="45720" rtlCol="0">
            <a:normAutofit/>
          </a:bodyPr>
          <a:lstStyle/>
          <a:p>
            <a:pPr marL="0" indent="0">
              <a:lnSpc>
                <a:spcPct val="110000"/>
              </a:lnSpc>
              <a:spcBef>
                <a:spcPts val="0"/>
              </a:spcBef>
              <a:spcAft>
                <a:spcPts val="1000"/>
              </a:spcAft>
              <a:buNone/>
            </a:pPr>
            <a:r>
              <a:rPr lang="en-US" sz="1500" b="1"/>
              <a:t>Collaborative robots </a:t>
            </a:r>
            <a:r>
              <a:rPr lang="en-US" sz="1500"/>
              <a:t>(CoBots) can support humans' operations: </a:t>
            </a:r>
          </a:p>
          <a:p>
            <a:pPr>
              <a:lnSpc>
                <a:spcPct val="110000"/>
              </a:lnSpc>
              <a:spcBef>
                <a:spcPts val="0"/>
              </a:spcBef>
              <a:spcAft>
                <a:spcPts val="1000"/>
              </a:spcAft>
            </a:pPr>
            <a:r>
              <a:rPr lang="en-US" sz="1500"/>
              <a:t>Physical operations: handling and lifting heavy loads, adjusting positions of objects in completing a task</a:t>
            </a:r>
          </a:p>
          <a:p>
            <a:pPr>
              <a:lnSpc>
                <a:spcPct val="110000"/>
              </a:lnSpc>
              <a:spcBef>
                <a:spcPts val="0"/>
              </a:spcBef>
              <a:spcAft>
                <a:spcPts val="1000"/>
              </a:spcAft>
            </a:pPr>
            <a:r>
              <a:rPr lang="en-US" sz="1500"/>
              <a:t>Cognitive operations: visualizing alternative behaviors to reduce operators' mental stress</a:t>
            </a:r>
          </a:p>
          <a:p>
            <a:pPr>
              <a:lnSpc>
                <a:spcPct val="110000"/>
              </a:lnSpc>
              <a:spcBef>
                <a:spcPts val="0"/>
              </a:spcBef>
              <a:spcAft>
                <a:spcPts val="1000"/>
              </a:spcAft>
            </a:pPr>
            <a:r>
              <a:rPr lang="en-US" sz="1500"/>
              <a:t>Hazardous operations: handling chemical or heated materials</a:t>
            </a:r>
          </a:p>
          <a:p>
            <a:pPr marL="0" indent="0">
              <a:lnSpc>
                <a:spcPct val="110000"/>
              </a:lnSpc>
              <a:spcBef>
                <a:spcPts val="0"/>
              </a:spcBef>
              <a:spcAft>
                <a:spcPts val="1000"/>
              </a:spcAft>
              <a:buNone/>
            </a:pPr>
            <a:r>
              <a:rPr lang="en-US" sz="1500"/>
              <a:t>"This relationship positively impacts productivity, flexibility, and the creation of new jobs instead of replacing workers"</a:t>
            </a:r>
          </a:p>
          <a:p>
            <a:pPr marL="0" indent="0">
              <a:lnSpc>
                <a:spcPct val="110000"/>
              </a:lnSpc>
              <a:spcBef>
                <a:spcPts val="0"/>
              </a:spcBef>
              <a:spcAft>
                <a:spcPts val="1000"/>
              </a:spcAft>
              <a:buNone/>
            </a:pPr>
            <a:r>
              <a:rPr lang="en-US" sz="1500"/>
              <a:t>The article covers "frameworks in which a </a:t>
            </a:r>
            <a:r>
              <a:rPr lang="en-US" sz="1500" err="1"/>
              <a:t>CoBot</a:t>
            </a:r>
            <a:r>
              <a:rPr lang="en-US" sz="1500"/>
              <a:t> interacts with the human to accomplish a shared task, by adapting online its behavior to address the counterpart’s demands." It does not cover teleoperation systems and exoskeletons. </a:t>
            </a:r>
          </a:p>
          <a:p>
            <a:pPr marL="0" indent="0">
              <a:lnSpc>
                <a:spcPct val="110000"/>
              </a:lnSpc>
              <a:spcBef>
                <a:spcPts val="0"/>
              </a:spcBef>
              <a:spcAft>
                <a:spcPts val="1000"/>
              </a:spcAft>
              <a:buNone/>
            </a:pPr>
            <a:endParaRPr lang="en-US" sz="1500"/>
          </a:p>
        </p:txBody>
      </p:sp>
      <p:pic>
        <p:nvPicPr>
          <p:cNvPr id="9" name="Picture 8">
            <a:extLst>
              <a:ext uri="{FF2B5EF4-FFF2-40B4-BE49-F238E27FC236}">
                <a16:creationId xmlns:a16="http://schemas.microsoft.com/office/drawing/2014/main" id="{1D2B6484-F160-FCCD-CB1D-F2A27A631A1E}"/>
              </a:ext>
            </a:extLst>
          </p:cNvPr>
          <p:cNvPicPr>
            <a:picLocks noChangeAspect="1"/>
          </p:cNvPicPr>
          <p:nvPr/>
        </p:nvPicPr>
        <p:blipFill>
          <a:blip r:embed="rId3">
            <a:extLst>
              <a:ext uri="{28A0092B-C50C-407E-A947-70E740481C1C}">
                <a14:useLocalDpi xmlns:a14="http://schemas.microsoft.com/office/drawing/2010/main" val="0"/>
              </a:ext>
            </a:extLst>
          </a:blip>
          <a:srcRect l="57367" t="-97" r="-334" b="97"/>
          <a:stretch/>
        </p:blipFill>
        <p:spPr>
          <a:xfrm>
            <a:off x="115866" y="1824753"/>
            <a:ext cx="4837176" cy="3208494"/>
          </a:xfrm>
          <a:prstGeom prst="rect">
            <a:avLst/>
          </a:prstGeom>
          <a:noFill/>
        </p:spPr>
      </p:pic>
      <p:sp>
        <p:nvSpPr>
          <p:cNvPr id="4" name="Date Placeholder 3">
            <a:extLst>
              <a:ext uri="{FF2B5EF4-FFF2-40B4-BE49-F238E27FC236}">
                <a16:creationId xmlns:a16="http://schemas.microsoft.com/office/drawing/2014/main" id="{167EDCA1-BAC5-A054-3CE2-3AA436DD0398}"/>
              </a:ext>
            </a:extLst>
          </p:cNvPr>
          <p:cNvSpPr>
            <a:spLocks noGrp="1"/>
          </p:cNvSpPr>
          <p:nvPr>
            <p:ph type="dt" sz="half" idx="16"/>
          </p:nvPr>
        </p:nvSpPr>
        <p:spPr>
          <a:xfrm>
            <a:off x="9701784" y="6318504"/>
            <a:ext cx="1865376" cy="365760"/>
          </a:xfrm>
        </p:spPr>
        <p:txBody>
          <a:bodyPr anchor="ctr">
            <a:normAutofit/>
          </a:bodyPr>
          <a:lstStyle/>
          <a:p>
            <a:pPr>
              <a:spcAft>
                <a:spcPts val="600"/>
              </a:spcAft>
            </a:pPr>
            <a:fld id="{0D59410B-E805-47A5-9006-895DBFC3CE15}" type="datetime1">
              <a:rPr lang="en-US" smtClean="0"/>
              <a:pPr>
                <a:spcAft>
                  <a:spcPts val="600"/>
                </a:spcAft>
              </a:pPr>
              <a:t>4/16/25</a:t>
            </a:fld>
            <a:endParaRPr lang="en-US"/>
          </a:p>
        </p:txBody>
      </p:sp>
      <p:sp>
        <p:nvSpPr>
          <p:cNvPr id="6" name="Slide Number Placeholder 5">
            <a:extLst>
              <a:ext uri="{FF2B5EF4-FFF2-40B4-BE49-F238E27FC236}">
                <a16:creationId xmlns:a16="http://schemas.microsoft.com/office/drawing/2014/main" id="{049A2255-EEE5-20BB-AFD4-D31C9FAD9183}"/>
              </a:ext>
            </a:extLst>
          </p:cNvPr>
          <p:cNvSpPr>
            <a:spLocks noGrp="1"/>
          </p:cNvSpPr>
          <p:nvPr>
            <p:ph type="sldNum" sz="quarter" idx="18"/>
          </p:nvPr>
        </p:nvSpPr>
        <p:spPr>
          <a:xfrm>
            <a:off x="11484864" y="6318504"/>
            <a:ext cx="493776" cy="365760"/>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
        <p:nvSpPr>
          <p:cNvPr id="12" name="Title 1">
            <a:extLst>
              <a:ext uri="{FF2B5EF4-FFF2-40B4-BE49-F238E27FC236}">
                <a16:creationId xmlns:a16="http://schemas.microsoft.com/office/drawing/2014/main" id="{CE814E17-0FA3-24D7-62B1-E882EDD29FEB}"/>
              </a:ext>
            </a:extLst>
          </p:cNvPr>
          <p:cNvSpPr txBox="1">
            <a:spLocks/>
          </p:cNvSpPr>
          <p:nvPr/>
        </p:nvSpPr>
        <p:spPr>
          <a:xfrm>
            <a:off x="5550187" y="1045502"/>
            <a:ext cx="4215384" cy="69185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sz="3600" dirty="0"/>
              <a:t>CoBots</a:t>
            </a:r>
            <a:endParaRPr lang="en-US" dirty="0"/>
          </a:p>
        </p:txBody>
      </p:sp>
    </p:spTree>
    <p:extLst>
      <p:ext uri="{BB962C8B-B14F-4D97-AF65-F5344CB8AC3E}">
        <p14:creationId xmlns:p14="http://schemas.microsoft.com/office/powerpoint/2010/main" val="336793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414C-198F-E6FA-9F26-EB6FCCB32F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51442-BEAF-660B-C98D-2BB740249CB3}"/>
              </a:ext>
            </a:extLst>
          </p:cNvPr>
          <p:cNvSpPr>
            <a:spLocks noGrp="1"/>
          </p:cNvSpPr>
          <p:nvPr>
            <p:ph sz="quarter" idx="14"/>
          </p:nvPr>
        </p:nvSpPr>
        <p:spPr>
          <a:xfrm>
            <a:off x="612647" y="2084832"/>
            <a:ext cx="3562745" cy="4169664"/>
          </a:xfrm>
        </p:spPr>
        <p:txBody>
          <a:bodyPr vert="horz" lIns="91440" tIns="45720" rIns="91440" bIns="45720" rtlCol="0">
            <a:normAutofit/>
          </a:bodyPr>
          <a:lstStyle/>
          <a:p>
            <a:pPr marL="0" indent="0">
              <a:lnSpc>
                <a:spcPct val="110000"/>
              </a:lnSpc>
              <a:spcBef>
                <a:spcPts val="0"/>
              </a:spcBef>
              <a:spcAft>
                <a:spcPts val="1000"/>
              </a:spcAft>
              <a:buNone/>
            </a:pPr>
            <a:r>
              <a:rPr lang="en-US" sz="1500" b="1" dirty="0"/>
              <a:t>Adaptive Automation</a:t>
            </a:r>
          </a:p>
          <a:p>
            <a:pPr marL="0" indent="0">
              <a:lnSpc>
                <a:spcPct val="110000"/>
              </a:lnSpc>
              <a:spcBef>
                <a:spcPts val="0"/>
              </a:spcBef>
              <a:spcAft>
                <a:spcPts val="1000"/>
              </a:spcAft>
              <a:buNone/>
            </a:pPr>
            <a:r>
              <a:rPr lang="en-US" sz="1500" dirty="0"/>
              <a:t>CoBots should assess their human collaborators' physical and cognitive ergonomic state in real-time:</a:t>
            </a:r>
          </a:p>
          <a:p>
            <a:pPr marL="0" indent="0">
              <a:lnSpc>
                <a:spcPct val="110000"/>
              </a:lnSpc>
              <a:spcBef>
                <a:spcPts val="0"/>
              </a:spcBef>
              <a:spcAft>
                <a:spcPts val="1000"/>
              </a:spcAft>
              <a:buNone/>
            </a:pPr>
            <a:r>
              <a:rPr lang="en-US" sz="1500" dirty="0"/>
              <a:t>"Thanks to the introduction of ergonomics assessment in the control loop, the robot </a:t>
            </a:r>
            <a:r>
              <a:rPr lang="en-US" sz="1500" dirty="0" err="1"/>
              <a:t>behaviour</a:t>
            </a:r>
            <a:r>
              <a:rPr lang="en-US" sz="1500" dirty="0"/>
              <a:t> could be adapted to workers’ physical condition and characteristics (e.g., age, gender, dominant and vulnerable limb, disabilities, fatigue) and enhance specific skills, mitigate risks, fulfil required capabilities, and fight inequalities."</a:t>
            </a:r>
          </a:p>
          <a:p>
            <a:pPr marL="0" indent="0">
              <a:lnSpc>
                <a:spcPct val="110000"/>
              </a:lnSpc>
              <a:spcBef>
                <a:spcPts val="0"/>
              </a:spcBef>
              <a:spcAft>
                <a:spcPts val="1000"/>
              </a:spcAft>
              <a:buNone/>
            </a:pPr>
            <a:endParaRPr lang="en-US" sz="1500" dirty="0"/>
          </a:p>
        </p:txBody>
      </p:sp>
      <p:pic>
        <p:nvPicPr>
          <p:cNvPr id="9" name="Picture 8">
            <a:extLst>
              <a:ext uri="{FF2B5EF4-FFF2-40B4-BE49-F238E27FC236}">
                <a16:creationId xmlns:a16="http://schemas.microsoft.com/office/drawing/2014/main" id="{CCE15BF1-E42C-DD84-CEC9-D5474E8E3B6E}"/>
              </a:ext>
            </a:extLst>
          </p:cNvPr>
          <p:cNvPicPr>
            <a:picLocks noChangeAspect="1"/>
          </p:cNvPicPr>
          <p:nvPr/>
        </p:nvPicPr>
        <p:blipFill>
          <a:blip r:embed="rId3">
            <a:extLst>
              <a:ext uri="{28A0092B-C50C-407E-A947-70E740481C1C}">
                <a14:useLocalDpi xmlns:a14="http://schemas.microsoft.com/office/drawing/2010/main" val="0"/>
              </a:ext>
            </a:extLst>
          </a:blip>
          <a:srcRect l="19669" r="19669"/>
          <a:stretch/>
        </p:blipFill>
        <p:spPr>
          <a:xfrm>
            <a:off x="4672711" y="10"/>
            <a:ext cx="7395927" cy="6857990"/>
          </a:xfrm>
          <a:prstGeom prst="rect">
            <a:avLst/>
          </a:prstGeom>
          <a:noFill/>
        </p:spPr>
      </p:pic>
      <p:sp>
        <p:nvSpPr>
          <p:cNvPr id="4" name="Date Placeholder 3">
            <a:extLst>
              <a:ext uri="{FF2B5EF4-FFF2-40B4-BE49-F238E27FC236}">
                <a16:creationId xmlns:a16="http://schemas.microsoft.com/office/drawing/2014/main" id="{6E058E52-D945-379D-AB9D-D08BC5BC47FB}"/>
              </a:ext>
            </a:extLst>
          </p:cNvPr>
          <p:cNvSpPr>
            <a:spLocks noGrp="1"/>
          </p:cNvSpPr>
          <p:nvPr>
            <p:ph type="dt" sz="half" idx="10"/>
          </p:nvPr>
        </p:nvSpPr>
        <p:spPr>
          <a:xfrm>
            <a:off x="2588150" y="6318504"/>
            <a:ext cx="1014586" cy="365760"/>
          </a:xfrm>
        </p:spPr>
        <p:txBody>
          <a:bodyPr anchor="ctr">
            <a:normAutofit/>
          </a:bodyPr>
          <a:lstStyle/>
          <a:p>
            <a:pPr>
              <a:spcAft>
                <a:spcPts val="600"/>
              </a:spcAft>
            </a:pPr>
            <a:fld id="{0D59410B-E805-47A5-9006-895DBFC3CE15}" type="datetime1">
              <a:rPr lang="en-US" smtClean="0"/>
              <a:pPr>
                <a:spcAft>
                  <a:spcPts val="600"/>
                </a:spcAft>
              </a:pPr>
              <a:t>4/16/25</a:t>
            </a:fld>
            <a:endParaRPr lang="en-US"/>
          </a:p>
        </p:txBody>
      </p:sp>
      <p:sp>
        <p:nvSpPr>
          <p:cNvPr id="16" name="Footer Placeholder 5">
            <a:extLst>
              <a:ext uri="{FF2B5EF4-FFF2-40B4-BE49-F238E27FC236}">
                <a16:creationId xmlns:a16="http://schemas.microsoft.com/office/drawing/2014/main" id="{A6144C68-FAB8-F792-E8BA-0648C9B6B577}"/>
              </a:ext>
            </a:extLst>
          </p:cNvPr>
          <p:cNvSpPr>
            <a:spLocks noGrp="1"/>
          </p:cNvSpPr>
          <p:nvPr>
            <p:ph type="ftr" sz="quarter" idx="11"/>
          </p:nvPr>
        </p:nvSpPr>
        <p:spPr>
          <a:xfrm>
            <a:off x="612648" y="6318504"/>
            <a:ext cx="1975502" cy="365760"/>
          </a:xfrm>
        </p:spPr>
        <p:txBody>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4FE6D9C8-0450-3E2F-CF43-698BF24A6354}"/>
              </a:ext>
            </a:extLst>
          </p:cNvPr>
          <p:cNvSpPr>
            <a:spLocks noGrp="1"/>
          </p:cNvSpPr>
          <p:nvPr>
            <p:ph type="sldNum" sz="quarter" idx="12"/>
          </p:nvPr>
        </p:nvSpPr>
        <p:spPr>
          <a:xfrm>
            <a:off x="3520440" y="6318504"/>
            <a:ext cx="493776" cy="365760"/>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
        <p:nvSpPr>
          <p:cNvPr id="12" name="Title 1">
            <a:extLst>
              <a:ext uri="{FF2B5EF4-FFF2-40B4-BE49-F238E27FC236}">
                <a16:creationId xmlns:a16="http://schemas.microsoft.com/office/drawing/2014/main" id="{E55B98A2-B59B-2B0D-F787-DEE166854ECC}"/>
              </a:ext>
            </a:extLst>
          </p:cNvPr>
          <p:cNvSpPr txBox="1">
            <a:spLocks/>
          </p:cNvSpPr>
          <p:nvPr/>
        </p:nvSpPr>
        <p:spPr>
          <a:xfrm>
            <a:off x="535543" y="1015044"/>
            <a:ext cx="4137168" cy="69185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sz="3600" dirty="0"/>
              <a:t>CoBots (continued)</a:t>
            </a:r>
            <a:endParaRPr lang="en-US" dirty="0"/>
          </a:p>
        </p:txBody>
      </p:sp>
    </p:spTree>
    <p:extLst>
      <p:ext uri="{BB962C8B-B14F-4D97-AF65-F5344CB8AC3E}">
        <p14:creationId xmlns:p14="http://schemas.microsoft.com/office/powerpoint/2010/main" val="3117906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1E55F-3274-CF30-AA97-C6675587F7F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2A29D9B-1D05-22A9-0D82-C6696E329BAB}"/>
              </a:ext>
            </a:extLst>
          </p:cNvPr>
          <p:cNvSpPr>
            <a:spLocks noGrp="1"/>
          </p:cNvSpPr>
          <p:nvPr/>
        </p:nvSpPr>
        <p:spPr>
          <a:xfrm>
            <a:off x="612648" y="640080"/>
            <a:ext cx="3081528" cy="40142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pPr>
              <a:spcAft>
                <a:spcPts val="600"/>
              </a:spcAft>
            </a:pPr>
            <a:r>
              <a:rPr lang="en-US" b="0" kern="1200" dirty="0">
                <a:solidFill>
                  <a:schemeClr val="bg1"/>
                </a:solidFill>
                <a:latin typeface="+mj-lt"/>
                <a:ea typeface="+mj-ea"/>
                <a:cs typeface="+mj-cs"/>
              </a:rPr>
              <a:t>Example: Ford installs Robbie the </a:t>
            </a:r>
            <a:r>
              <a:rPr lang="en-US" b="0" kern="1200" dirty="0" err="1">
                <a:solidFill>
                  <a:schemeClr val="bg1"/>
                </a:solidFill>
                <a:latin typeface="+mj-lt"/>
                <a:ea typeface="+mj-ea"/>
                <a:cs typeface="+mj-cs"/>
              </a:rPr>
              <a:t>CoBot</a:t>
            </a:r>
            <a:endParaRPr lang="en-US" b="0" kern="1200" dirty="0">
              <a:solidFill>
                <a:schemeClr val="bg1"/>
              </a:solidFill>
              <a:latin typeface="+mj-lt"/>
              <a:ea typeface="+mj-ea"/>
              <a:cs typeface="+mj-cs"/>
            </a:endParaRPr>
          </a:p>
        </p:txBody>
      </p:sp>
      <p:sp>
        <p:nvSpPr>
          <p:cNvPr id="2" name="Date Placeholder 1">
            <a:extLst>
              <a:ext uri="{FF2B5EF4-FFF2-40B4-BE49-F238E27FC236}">
                <a16:creationId xmlns:a16="http://schemas.microsoft.com/office/drawing/2014/main" id="{CDF08B39-AFE1-5CCE-45E9-A166063B380C}"/>
              </a:ext>
            </a:extLst>
          </p:cNvPr>
          <p:cNvSpPr>
            <a:spLocks noGrp="1"/>
          </p:cNvSpPr>
          <p:nvPr>
            <p:ph type="dt" sz="half" idx="14"/>
          </p:nvPr>
        </p:nvSpPr>
        <p:spPr>
          <a:xfrm>
            <a:off x="8430768" y="6318504"/>
            <a:ext cx="3136392" cy="365760"/>
          </a:xfrm>
        </p:spPr>
        <p:txBody>
          <a:bodyPr vert="horz" lIns="91440" tIns="45720" rIns="91440" bIns="45720" rtlCol="0" anchor="ctr">
            <a:normAutofit/>
          </a:bodyPr>
          <a:lstStyle/>
          <a:p>
            <a:pPr>
              <a:spcAft>
                <a:spcPts val="600"/>
              </a:spcAft>
            </a:pPr>
            <a:fld id="{2CD49549-11A9-4B38-B938-FADC6DCE9904}" type="datetime1">
              <a:rPr lang="en-US" smtClean="0"/>
              <a:pPr>
                <a:spcAft>
                  <a:spcPts val="600"/>
                </a:spcAft>
              </a:pPr>
              <a:t>4/16/25</a:t>
            </a:fld>
            <a:endParaRPr lang="en-US"/>
          </a:p>
        </p:txBody>
      </p:sp>
      <p:sp>
        <p:nvSpPr>
          <p:cNvPr id="4" name="Slide Number Placeholder 3">
            <a:extLst>
              <a:ext uri="{FF2B5EF4-FFF2-40B4-BE49-F238E27FC236}">
                <a16:creationId xmlns:a16="http://schemas.microsoft.com/office/drawing/2014/main" id="{1A733086-4CE9-8EEA-BE56-64CBF64F6AE3}"/>
              </a:ext>
            </a:extLst>
          </p:cNvPr>
          <p:cNvSpPr>
            <a:spLocks noGrp="1"/>
          </p:cNvSpPr>
          <p:nvPr>
            <p:ph type="sldNum" sz="quarter" idx="16"/>
          </p:nvPr>
        </p:nvSpPr>
        <p:spPr>
          <a:xfrm>
            <a:off x="11484864"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11</a:t>
            </a:fld>
            <a:endParaRPr lang="en-US"/>
          </a:p>
        </p:txBody>
      </p:sp>
      <p:pic>
        <p:nvPicPr>
          <p:cNvPr id="7" name="Online Media 6" descr="Ford Puts Robbie the Cobot to Work">
            <a:hlinkClick r:id="" action="ppaction://media"/>
            <a:extLst>
              <a:ext uri="{FF2B5EF4-FFF2-40B4-BE49-F238E27FC236}">
                <a16:creationId xmlns:a16="http://schemas.microsoft.com/office/drawing/2014/main" id="{FD3629FE-9799-7EAA-EE3C-B9469E076888}"/>
              </a:ext>
            </a:extLst>
          </p:cNvPr>
          <p:cNvPicPr>
            <a:picLocks noRot="1" noChangeAspect="1"/>
          </p:cNvPicPr>
          <p:nvPr>
            <a:videoFile r:link="rId1"/>
          </p:nvPr>
        </p:nvPicPr>
        <p:blipFill>
          <a:blip r:embed="rId4"/>
          <a:stretch>
            <a:fillRect/>
          </a:stretch>
        </p:blipFill>
        <p:spPr>
          <a:xfrm>
            <a:off x="4462351" y="1421892"/>
            <a:ext cx="7104807" cy="4014216"/>
          </a:xfrm>
          <a:prstGeom prst="rect">
            <a:avLst/>
          </a:prstGeom>
        </p:spPr>
      </p:pic>
    </p:spTree>
    <p:extLst>
      <p:ext uri="{BB962C8B-B14F-4D97-AF65-F5344CB8AC3E}">
        <p14:creationId xmlns:p14="http://schemas.microsoft.com/office/powerpoint/2010/main" val="219450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1E55F-3274-CF30-AA97-C6675587F7F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2A29D9B-1D05-22A9-0D82-C6696E329BAB}"/>
              </a:ext>
            </a:extLst>
          </p:cNvPr>
          <p:cNvSpPr>
            <a:spLocks noGrp="1"/>
          </p:cNvSpPr>
          <p:nvPr/>
        </p:nvSpPr>
        <p:spPr>
          <a:xfrm>
            <a:off x="612648" y="640080"/>
            <a:ext cx="3081528" cy="40142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pPr>
              <a:spcAft>
                <a:spcPts val="600"/>
              </a:spcAft>
            </a:pPr>
            <a:r>
              <a:rPr lang="en-US" b="0" kern="1200" dirty="0">
                <a:solidFill>
                  <a:schemeClr val="bg1"/>
                </a:solidFill>
                <a:latin typeface="+mj-lt"/>
                <a:ea typeface="+mj-ea"/>
                <a:cs typeface="+mj-cs"/>
              </a:rPr>
              <a:t>Example: SOPHIA Project</a:t>
            </a:r>
          </a:p>
        </p:txBody>
      </p:sp>
      <p:pic>
        <p:nvPicPr>
          <p:cNvPr id="3" name="Online Media 2" descr="Enhancing ergonomics in industrial domains with cobots and intelligent wearable systems">
            <a:hlinkClick r:id="" action="ppaction://media"/>
            <a:extLst>
              <a:ext uri="{FF2B5EF4-FFF2-40B4-BE49-F238E27FC236}">
                <a16:creationId xmlns:a16="http://schemas.microsoft.com/office/drawing/2014/main" id="{F726B468-2460-4D25-F2AE-36FE4665670F}"/>
              </a:ext>
            </a:extLst>
          </p:cNvPr>
          <p:cNvPicPr>
            <a:picLocks noRot="1" noChangeAspect="1"/>
          </p:cNvPicPr>
          <p:nvPr>
            <a:videoFile r:link="rId1"/>
          </p:nvPr>
        </p:nvPicPr>
        <p:blipFill>
          <a:blip r:embed="rId4"/>
          <a:stretch>
            <a:fillRect/>
          </a:stretch>
        </p:blipFill>
        <p:spPr>
          <a:xfrm>
            <a:off x="4462351" y="1421892"/>
            <a:ext cx="7104809" cy="4014216"/>
          </a:xfrm>
          <a:prstGeom prst="rect">
            <a:avLst/>
          </a:prstGeom>
          <a:noFill/>
        </p:spPr>
      </p:pic>
      <p:sp>
        <p:nvSpPr>
          <p:cNvPr id="2" name="Date Placeholder 1">
            <a:extLst>
              <a:ext uri="{FF2B5EF4-FFF2-40B4-BE49-F238E27FC236}">
                <a16:creationId xmlns:a16="http://schemas.microsoft.com/office/drawing/2014/main" id="{CDF08B39-AFE1-5CCE-45E9-A166063B380C}"/>
              </a:ext>
            </a:extLst>
          </p:cNvPr>
          <p:cNvSpPr>
            <a:spLocks noGrp="1"/>
          </p:cNvSpPr>
          <p:nvPr>
            <p:ph type="dt" sz="half" idx="14"/>
          </p:nvPr>
        </p:nvSpPr>
        <p:spPr>
          <a:xfrm>
            <a:off x="8430768" y="6318504"/>
            <a:ext cx="3136392" cy="365760"/>
          </a:xfrm>
        </p:spPr>
        <p:txBody>
          <a:bodyPr vert="horz" lIns="91440" tIns="45720" rIns="91440" bIns="45720" rtlCol="0" anchor="ctr">
            <a:normAutofit/>
          </a:bodyPr>
          <a:lstStyle/>
          <a:p>
            <a:pPr>
              <a:spcAft>
                <a:spcPts val="600"/>
              </a:spcAft>
            </a:pPr>
            <a:fld id="{2CD49549-11A9-4B38-B938-FADC6DCE9904}" type="datetime1">
              <a:rPr lang="en-US" smtClean="0"/>
              <a:pPr>
                <a:spcAft>
                  <a:spcPts val="600"/>
                </a:spcAft>
              </a:pPr>
              <a:t>4/16/25</a:t>
            </a:fld>
            <a:endParaRPr lang="en-US"/>
          </a:p>
        </p:txBody>
      </p:sp>
      <p:sp>
        <p:nvSpPr>
          <p:cNvPr id="4" name="Slide Number Placeholder 3">
            <a:extLst>
              <a:ext uri="{FF2B5EF4-FFF2-40B4-BE49-F238E27FC236}">
                <a16:creationId xmlns:a16="http://schemas.microsoft.com/office/drawing/2014/main" id="{1A733086-4CE9-8EEA-BE56-64CBF64F6AE3}"/>
              </a:ext>
            </a:extLst>
          </p:cNvPr>
          <p:cNvSpPr>
            <a:spLocks noGrp="1"/>
          </p:cNvSpPr>
          <p:nvPr>
            <p:ph type="sldNum" sz="quarter" idx="16"/>
          </p:nvPr>
        </p:nvSpPr>
        <p:spPr>
          <a:xfrm>
            <a:off x="11484864" y="6318504"/>
            <a:ext cx="493776" cy="365760"/>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145237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05E80-0159-D3AF-6F63-C9C39026D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5DED1-1CD6-7CC2-5AA1-601548E8B8F8}"/>
              </a:ext>
            </a:extLst>
          </p:cNvPr>
          <p:cNvSpPr>
            <a:spLocks noGrp="1"/>
          </p:cNvSpPr>
          <p:nvPr>
            <p:ph type="title"/>
          </p:nvPr>
        </p:nvSpPr>
        <p:spPr>
          <a:xfrm>
            <a:off x="612648" y="683838"/>
            <a:ext cx="6528816" cy="2891291"/>
          </a:xfrm>
        </p:spPr>
        <p:txBody>
          <a:bodyPr>
            <a:normAutofit/>
          </a:bodyPr>
          <a:lstStyle/>
          <a:p>
            <a:r>
              <a:rPr lang="en-US" dirty="0"/>
              <a:t>Ergonomics of Human-Robot Collaboration</a:t>
            </a:r>
          </a:p>
        </p:txBody>
      </p:sp>
      <p:sp>
        <p:nvSpPr>
          <p:cNvPr id="4" name="Date Placeholder 3">
            <a:extLst>
              <a:ext uri="{FF2B5EF4-FFF2-40B4-BE49-F238E27FC236}">
                <a16:creationId xmlns:a16="http://schemas.microsoft.com/office/drawing/2014/main" id="{07EB5DF5-362C-1E7D-7C27-22B4188418DC}"/>
              </a:ext>
            </a:extLst>
          </p:cNvPr>
          <p:cNvSpPr>
            <a:spLocks noGrp="1"/>
          </p:cNvSpPr>
          <p:nvPr>
            <p:ph type="dt" sz="half" idx="10"/>
          </p:nvPr>
        </p:nvSpPr>
        <p:spPr/>
        <p:txBody>
          <a:bodyPr/>
          <a:lstStyle/>
          <a:p>
            <a:fld id="{4525A5FE-397B-448A-8A6A-CC4A8695FBAC}" type="datetime1">
              <a:rPr lang="en-US" smtClean="0"/>
              <a:t>4/16/25</a:t>
            </a:fld>
            <a:endParaRPr lang="en-US" dirty="0"/>
          </a:p>
        </p:txBody>
      </p:sp>
      <p:sp>
        <p:nvSpPr>
          <p:cNvPr id="6" name="Slide Number Placeholder 5">
            <a:extLst>
              <a:ext uri="{FF2B5EF4-FFF2-40B4-BE49-F238E27FC236}">
                <a16:creationId xmlns:a16="http://schemas.microsoft.com/office/drawing/2014/main" id="{5CCBF825-8016-9E92-AE84-5815CF34505E}"/>
              </a:ext>
            </a:extLst>
          </p:cNvPr>
          <p:cNvSpPr>
            <a:spLocks noGrp="1"/>
          </p:cNvSpPr>
          <p:nvPr>
            <p:ph type="sldNum" sz="quarter" idx="12"/>
          </p:nvPr>
        </p:nvSpPr>
        <p:spPr/>
        <p:txBody>
          <a:bodyPr/>
          <a:lstStyle/>
          <a:p>
            <a:fld id="{CC057153-B650-4DEB-B370-79DDCFDCE934}" type="slidenum">
              <a:rPr lang="en-US" smtClean="0"/>
              <a:pPr/>
              <a:t>13</a:t>
            </a:fld>
            <a:endParaRPr lang="en-US" dirty="0"/>
          </a:p>
        </p:txBody>
      </p:sp>
      <p:sp>
        <p:nvSpPr>
          <p:cNvPr id="8" name="Text Placeholder 7">
            <a:extLst>
              <a:ext uri="{FF2B5EF4-FFF2-40B4-BE49-F238E27FC236}">
                <a16:creationId xmlns:a16="http://schemas.microsoft.com/office/drawing/2014/main" id="{38C996F5-2D98-3976-0FA1-5FA19E06F2CC}"/>
              </a:ext>
            </a:extLst>
          </p:cNvPr>
          <p:cNvSpPr>
            <a:spLocks noGrp="1"/>
          </p:cNvSpPr>
          <p:nvPr>
            <p:ph type="body" idx="1"/>
          </p:nvPr>
        </p:nvSpPr>
        <p:spPr>
          <a:xfrm>
            <a:off x="7141464" y="3929448"/>
            <a:ext cx="3777944" cy="2395887"/>
          </a:xfrm>
        </p:spPr>
        <p:txBody>
          <a:bodyPr vert="horz" lIns="91440" tIns="45720" rIns="91440" bIns="45720" rtlCol="0" anchor="t">
            <a:normAutofit/>
          </a:bodyPr>
          <a:lstStyle/>
          <a:p>
            <a:pPr marL="342900" indent="-342900">
              <a:buChar char="•"/>
            </a:pPr>
            <a:r>
              <a:rPr lang="en-US" dirty="0"/>
              <a:t>Physical Ergonomics</a:t>
            </a:r>
          </a:p>
          <a:p>
            <a:pPr marL="342900" indent="-342900">
              <a:buChar char="•"/>
            </a:pPr>
            <a:r>
              <a:rPr lang="en-US" dirty="0"/>
              <a:t>Cognitive Ergonomics</a:t>
            </a:r>
          </a:p>
          <a:p>
            <a:pPr marL="342900" indent="-342900">
              <a:buChar char="•"/>
            </a:pPr>
            <a:r>
              <a:rPr lang="en-US" dirty="0"/>
              <a:t>User Acceptance</a:t>
            </a:r>
          </a:p>
          <a:p>
            <a:pPr marL="342900" indent="-342900">
              <a:buChar char="•"/>
            </a:pPr>
            <a:r>
              <a:rPr lang="en-US" dirty="0"/>
              <a:t>Automation Bias</a:t>
            </a:r>
          </a:p>
          <a:p>
            <a:pPr marL="342900" indent="-342900">
              <a:buChar char="•"/>
            </a:pPr>
            <a:endParaRPr lang="en-US" dirty="0"/>
          </a:p>
        </p:txBody>
      </p:sp>
    </p:spTree>
    <p:extLst>
      <p:ext uri="{BB962C8B-B14F-4D97-AF65-F5344CB8AC3E}">
        <p14:creationId xmlns:p14="http://schemas.microsoft.com/office/powerpoint/2010/main" val="2215210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3045-B69C-AA03-DAB9-850EC528B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CBD9E-C3A5-A959-E39D-4BEC6837B59B}"/>
              </a:ext>
            </a:extLst>
          </p:cNvPr>
          <p:cNvSpPr>
            <a:spLocks noGrp="1"/>
          </p:cNvSpPr>
          <p:nvPr>
            <p:ph type="title"/>
          </p:nvPr>
        </p:nvSpPr>
        <p:spPr/>
        <p:txBody>
          <a:bodyPr/>
          <a:lstStyle/>
          <a:p>
            <a:r>
              <a:rPr lang="en-US" dirty="0"/>
              <a:t>Physical Ergonomics in HRC</a:t>
            </a:r>
          </a:p>
        </p:txBody>
      </p:sp>
      <p:pic>
        <p:nvPicPr>
          <p:cNvPr id="6" name="Picture Placeholder 5">
            <a:extLst>
              <a:ext uri="{FF2B5EF4-FFF2-40B4-BE49-F238E27FC236}">
                <a16:creationId xmlns:a16="http://schemas.microsoft.com/office/drawing/2014/main" id="{3038E02A-0D14-405B-2440-CB52C0365041}"/>
              </a:ext>
            </a:extLst>
          </p:cNvPr>
          <p:cNvPicPr>
            <a:picLocks noGrp="1" noChangeAspect="1"/>
          </p:cNvPicPr>
          <p:nvPr>
            <p:ph type="pic" sz="quarter" idx="15"/>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l="39261" r="21563"/>
          <a:stretch/>
        </p:blipFill>
        <p:spPr>
          <a:xfrm>
            <a:off x="115867" y="0"/>
            <a:ext cx="3968496" cy="6858000"/>
          </a:xfrm>
        </p:spPr>
      </p:pic>
      <p:sp>
        <p:nvSpPr>
          <p:cNvPr id="4" name="Content Placeholder 3">
            <a:extLst>
              <a:ext uri="{FF2B5EF4-FFF2-40B4-BE49-F238E27FC236}">
                <a16:creationId xmlns:a16="http://schemas.microsoft.com/office/drawing/2014/main" id="{AD514699-A7D4-5C0B-8D34-919125C9370F}"/>
              </a:ext>
            </a:extLst>
          </p:cNvPr>
          <p:cNvSpPr>
            <a:spLocks noGrp="1"/>
          </p:cNvSpPr>
          <p:nvPr>
            <p:ph sz="quarter" idx="14"/>
          </p:nvPr>
        </p:nvSpPr>
        <p:spPr/>
        <p:txBody>
          <a:bodyPr>
            <a:noAutofit/>
          </a:bodyPr>
          <a:lstStyle/>
          <a:p>
            <a:pPr marL="0" indent="0">
              <a:lnSpc>
                <a:spcPct val="100000"/>
              </a:lnSpc>
              <a:spcBef>
                <a:spcPts val="0"/>
              </a:spcBef>
              <a:spcAft>
                <a:spcPts val="400"/>
              </a:spcAft>
              <a:buNone/>
            </a:pPr>
            <a:r>
              <a:rPr lang="en-US" sz="1600" b="1" dirty="0"/>
              <a:t>Tools</a:t>
            </a:r>
            <a:r>
              <a:rPr lang="en-US" sz="1600" dirty="0"/>
              <a:t> </a:t>
            </a:r>
          </a:p>
          <a:p>
            <a:pPr lvl="1">
              <a:lnSpc>
                <a:spcPct val="100000"/>
              </a:lnSpc>
              <a:spcBef>
                <a:spcPts val="0"/>
              </a:spcBef>
              <a:spcAft>
                <a:spcPts val="400"/>
              </a:spcAft>
            </a:pPr>
            <a:r>
              <a:rPr lang="en-US" dirty="0"/>
              <a:t>REBA and RULA </a:t>
            </a:r>
          </a:p>
          <a:p>
            <a:pPr lvl="2">
              <a:lnSpc>
                <a:spcPct val="100000"/>
              </a:lnSpc>
              <a:spcBef>
                <a:spcPts val="0"/>
              </a:spcBef>
              <a:spcAft>
                <a:spcPts val="400"/>
              </a:spcAft>
            </a:pPr>
            <a:r>
              <a:rPr lang="en-US" sz="1600" dirty="0"/>
              <a:t>Allow the </a:t>
            </a:r>
            <a:r>
              <a:rPr lang="en-US" sz="1600" dirty="0" err="1"/>
              <a:t>CoBot</a:t>
            </a:r>
            <a:r>
              <a:rPr lang="en-US" sz="1600" dirty="0"/>
              <a:t> to adjust its motion </a:t>
            </a:r>
          </a:p>
          <a:p>
            <a:pPr lvl="1">
              <a:lnSpc>
                <a:spcPct val="100000"/>
              </a:lnSpc>
              <a:spcBef>
                <a:spcPts val="0"/>
              </a:spcBef>
              <a:spcAft>
                <a:spcPts val="400"/>
              </a:spcAft>
            </a:pPr>
            <a:r>
              <a:rPr lang="en-US" dirty="0"/>
              <a:t>WISHA index, OWAS, and Task Analyses </a:t>
            </a:r>
          </a:p>
          <a:p>
            <a:pPr lvl="2">
              <a:lnSpc>
                <a:spcPct val="100000"/>
              </a:lnSpc>
              <a:spcBef>
                <a:spcPts val="0"/>
              </a:spcBef>
              <a:spcAft>
                <a:spcPts val="400"/>
              </a:spcAft>
            </a:pPr>
            <a:r>
              <a:rPr lang="en-US" sz="1600" dirty="0"/>
              <a:t>Identify ergonomic costs and risks</a:t>
            </a:r>
          </a:p>
          <a:p>
            <a:pPr lvl="2">
              <a:lnSpc>
                <a:spcPct val="100000"/>
              </a:lnSpc>
              <a:spcBef>
                <a:spcPts val="0"/>
              </a:spcBef>
              <a:spcAft>
                <a:spcPts val="400"/>
              </a:spcAft>
            </a:pPr>
            <a:r>
              <a:rPr lang="en-US" sz="1600" dirty="0"/>
              <a:t>Determine which tasks should be performed by which party </a:t>
            </a:r>
          </a:p>
          <a:p>
            <a:pPr lvl="1">
              <a:lnSpc>
                <a:spcPct val="100000"/>
              </a:lnSpc>
              <a:spcBef>
                <a:spcPts val="0"/>
              </a:spcBef>
              <a:spcAft>
                <a:spcPts val="400"/>
              </a:spcAft>
            </a:pPr>
            <a:r>
              <a:rPr lang="en-US" dirty="0"/>
              <a:t>The "medium joint angle index" and "joint torque model" </a:t>
            </a:r>
          </a:p>
          <a:p>
            <a:pPr lvl="2">
              <a:lnSpc>
                <a:spcPct val="100000"/>
              </a:lnSpc>
              <a:spcBef>
                <a:spcPts val="0"/>
              </a:spcBef>
              <a:spcAft>
                <a:spcPts val="400"/>
              </a:spcAft>
            </a:pPr>
            <a:r>
              <a:rPr lang="en-US" sz="1600" dirty="0"/>
              <a:t>Model arm comfort</a:t>
            </a:r>
          </a:p>
          <a:p>
            <a:pPr lvl="2">
              <a:lnSpc>
                <a:spcPct val="100000"/>
              </a:lnSpc>
              <a:spcBef>
                <a:spcPts val="0"/>
              </a:spcBef>
              <a:spcAft>
                <a:spcPts val="400"/>
              </a:spcAft>
            </a:pPr>
            <a:r>
              <a:rPr lang="en-US" sz="1600" dirty="0"/>
              <a:t>Generate ergonomic robot paths toward the object transfer point (OTP)</a:t>
            </a:r>
          </a:p>
          <a:p>
            <a:pPr lvl="1">
              <a:lnSpc>
                <a:spcPct val="100000"/>
              </a:lnSpc>
              <a:spcBef>
                <a:spcPts val="0"/>
              </a:spcBef>
              <a:spcAft>
                <a:spcPts val="400"/>
              </a:spcAft>
            </a:pPr>
            <a:r>
              <a:rPr lang="en-US" dirty="0"/>
              <a:t>NIOSH Index, quality, and productivity measures</a:t>
            </a:r>
          </a:p>
          <a:p>
            <a:pPr lvl="1">
              <a:lnSpc>
                <a:spcPct val="100000"/>
              </a:lnSpc>
              <a:spcBef>
                <a:spcPts val="0"/>
              </a:spcBef>
              <a:spcAft>
                <a:spcPts val="400"/>
              </a:spcAft>
            </a:pPr>
            <a:r>
              <a:rPr lang="en-US" dirty="0"/>
              <a:t>Simulations</a:t>
            </a:r>
          </a:p>
          <a:p>
            <a:pPr marL="228600" lvl="1" indent="0">
              <a:lnSpc>
                <a:spcPct val="100000"/>
              </a:lnSpc>
              <a:spcBef>
                <a:spcPts val="0"/>
              </a:spcBef>
              <a:spcAft>
                <a:spcPts val="400"/>
              </a:spcAft>
              <a:buNone/>
            </a:pPr>
            <a:endParaRPr lang="en-US" dirty="0"/>
          </a:p>
          <a:p>
            <a:pPr marL="0" indent="0">
              <a:lnSpc>
                <a:spcPct val="100000"/>
              </a:lnSpc>
              <a:spcBef>
                <a:spcPts val="0"/>
              </a:spcBef>
              <a:spcAft>
                <a:spcPts val="400"/>
              </a:spcAft>
              <a:buNone/>
            </a:pPr>
            <a:r>
              <a:rPr lang="en-US" sz="1600" b="1" dirty="0"/>
              <a:t>Safety protocols </a:t>
            </a:r>
          </a:p>
          <a:p>
            <a:pPr marL="342900" indent="-342900">
              <a:lnSpc>
                <a:spcPct val="100000"/>
              </a:lnSpc>
              <a:spcBef>
                <a:spcPts val="0"/>
              </a:spcBef>
              <a:spcAft>
                <a:spcPts val="400"/>
              </a:spcAft>
              <a:buFont typeface="+mj-lt"/>
              <a:buAutoNum type="arabicPeriod"/>
            </a:pPr>
            <a:r>
              <a:rPr lang="en-US" sz="1600" dirty="0"/>
              <a:t>Hazard identification and mitigation</a:t>
            </a:r>
          </a:p>
          <a:p>
            <a:pPr marL="342900" indent="-342900">
              <a:lnSpc>
                <a:spcPct val="100000"/>
              </a:lnSpc>
              <a:spcBef>
                <a:spcPts val="0"/>
              </a:spcBef>
              <a:spcAft>
                <a:spcPts val="400"/>
              </a:spcAft>
              <a:buFont typeface="+mj-lt"/>
              <a:buAutoNum type="arabicPeriod"/>
            </a:pPr>
            <a:r>
              <a:rPr lang="en-US" sz="1600" dirty="0"/>
              <a:t>Fail-safe mechanisms</a:t>
            </a:r>
          </a:p>
          <a:p>
            <a:pPr marL="342900" indent="-342900">
              <a:lnSpc>
                <a:spcPct val="100000"/>
              </a:lnSpc>
              <a:spcBef>
                <a:spcPts val="0"/>
              </a:spcBef>
              <a:spcAft>
                <a:spcPts val="400"/>
              </a:spcAft>
              <a:buFont typeface="+mj-lt"/>
              <a:buAutoNum type="arabicPeriod"/>
            </a:pPr>
            <a:r>
              <a:rPr lang="en-US" sz="1600" dirty="0"/>
              <a:t>Safety standards (ISO 10218, ANSI/RIA R15.06)</a:t>
            </a:r>
          </a:p>
        </p:txBody>
      </p:sp>
      <p:sp>
        <p:nvSpPr>
          <p:cNvPr id="3" name="Date Placeholder 2">
            <a:extLst>
              <a:ext uri="{FF2B5EF4-FFF2-40B4-BE49-F238E27FC236}">
                <a16:creationId xmlns:a16="http://schemas.microsoft.com/office/drawing/2014/main" id="{FC027E54-2CC4-78DA-B5FE-0E28916B46A3}"/>
              </a:ext>
            </a:extLst>
          </p:cNvPr>
          <p:cNvSpPr>
            <a:spLocks noGrp="1"/>
          </p:cNvSpPr>
          <p:nvPr>
            <p:ph type="dt" sz="half" idx="16"/>
          </p:nvPr>
        </p:nvSpPr>
        <p:spPr/>
        <p:txBody>
          <a:bodyPr/>
          <a:lstStyle/>
          <a:p>
            <a:fld id="{E4BEF7BF-724E-4F45-BA72-9F706CA804E0}" type="datetime1">
              <a:rPr lang="en-US" smtClean="0"/>
              <a:t>4/16/25</a:t>
            </a:fld>
            <a:endParaRPr lang="en-US" dirty="0"/>
          </a:p>
        </p:txBody>
      </p:sp>
      <p:sp>
        <p:nvSpPr>
          <p:cNvPr id="7" name="Slide Number Placeholder 6">
            <a:extLst>
              <a:ext uri="{FF2B5EF4-FFF2-40B4-BE49-F238E27FC236}">
                <a16:creationId xmlns:a16="http://schemas.microsoft.com/office/drawing/2014/main" id="{7C8C4868-688C-C371-6BEE-1D9CF48652BE}"/>
              </a:ext>
            </a:extLst>
          </p:cNvPr>
          <p:cNvSpPr>
            <a:spLocks noGrp="1"/>
          </p:cNvSpPr>
          <p:nvPr>
            <p:ph type="sldNum" sz="quarter" idx="18"/>
          </p:nvPr>
        </p:nvSpPr>
        <p:spPr/>
        <p:txBody>
          <a:bodyPr/>
          <a:lstStyle/>
          <a:p>
            <a:fld id="{CC057153-B650-4DEB-B370-79DDCFDCE934}" type="slidenum">
              <a:rPr lang="en-US" smtClean="0"/>
              <a:pPr/>
              <a:t>14</a:t>
            </a:fld>
            <a:endParaRPr lang="en-US" dirty="0"/>
          </a:p>
        </p:txBody>
      </p:sp>
    </p:spTree>
    <p:extLst>
      <p:ext uri="{BB962C8B-B14F-4D97-AF65-F5344CB8AC3E}">
        <p14:creationId xmlns:p14="http://schemas.microsoft.com/office/powerpoint/2010/main" val="382144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a:xfrm>
            <a:off x="612648" y="640080"/>
            <a:ext cx="4215384" cy="969645"/>
          </a:xfrm>
        </p:spPr>
        <p:txBody>
          <a:bodyPr>
            <a:normAutofit fontScale="90000"/>
          </a:bodyPr>
          <a:lstStyle/>
          <a:p>
            <a:r>
              <a:rPr lang="en-US" dirty="0"/>
              <a:t>Cognitive Ergonomics in HRC</a:t>
            </a:r>
          </a:p>
        </p:txBody>
      </p:sp>
      <p:sp>
        <p:nvSpPr>
          <p:cNvPr id="3" name="Content Placeholder 2">
            <a:extLst>
              <a:ext uri="{FF2B5EF4-FFF2-40B4-BE49-F238E27FC236}">
                <a16:creationId xmlns:a16="http://schemas.microsoft.com/office/drawing/2014/main" id="{A36B70B6-B9DD-8293-E045-C9E0BE21FEB2}"/>
              </a:ext>
            </a:extLst>
          </p:cNvPr>
          <p:cNvSpPr>
            <a:spLocks noGrp="1"/>
          </p:cNvSpPr>
          <p:nvPr>
            <p:ph sz="quarter" idx="13"/>
          </p:nvPr>
        </p:nvSpPr>
        <p:spPr/>
        <p:txBody>
          <a:bodyPr vert="horz" lIns="91440" tIns="45720" rIns="91440" bIns="45720" rtlCol="0" anchor="t">
            <a:normAutofit fontScale="85000" lnSpcReduction="20000"/>
          </a:bodyPr>
          <a:lstStyle/>
          <a:p>
            <a:pPr marL="0" indent="0">
              <a:spcBef>
                <a:spcPts val="0"/>
              </a:spcBef>
              <a:spcAft>
                <a:spcPts val="400"/>
              </a:spcAft>
              <a:buNone/>
            </a:pPr>
            <a:r>
              <a:rPr lang="en-US" b="1" dirty="0">
                <a:latin typeface="Aptos Light"/>
                <a:ea typeface="Calibri"/>
                <a:cs typeface="Calibri"/>
              </a:rPr>
              <a:t>Cognitive Load Theory (CLT)</a:t>
            </a:r>
          </a:p>
          <a:p>
            <a:pPr>
              <a:spcBef>
                <a:spcPts val="0"/>
              </a:spcBef>
            </a:pPr>
            <a:r>
              <a:rPr lang="en-US" dirty="0">
                <a:latin typeface="Aptos Light"/>
                <a:ea typeface="Calibri"/>
                <a:cs typeface="Calibri"/>
              </a:rPr>
              <a:t>Includes factors such as instantaneous load, peak load, accumulated load, average load, and overall load</a:t>
            </a:r>
          </a:p>
          <a:p>
            <a:pPr>
              <a:spcBef>
                <a:spcPts val="0"/>
              </a:spcBef>
            </a:pPr>
            <a:r>
              <a:rPr lang="en-US" dirty="0">
                <a:latin typeface="Aptos Light"/>
                <a:ea typeface="Calibri"/>
                <a:cs typeface="Calibri"/>
              </a:rPr>
              <a:t>Investigates how cognitive load changes over time</a:t>
            </a:r>
          </a:p>
          <a:p>
            <a:pPr>
              <a:spcBef>
                <a:spcPts val="0"/>
              </a:spcBef>
              <a:spcAft>
                <a:spcPts val="1000"/>
              </a:spcAft>
            </a:pPr>
            <a:r>
              <a:rPr lang="en-US" dirty="0">
                <a:latin typeface="Aptos Light"/>
                <a:ea typeface="Calibri"/>
                <a:cs typeface="Calibri"/>
              </a:rPr>
              <a:t>Investigates what loads are imposed on the subject from activities and/or environmental conditions </a:t>
            </a:r>
          </a:p>
          <a:p>
            <a:pPr marL="0" indent="0">
              <a:spcBef>
                <a:spcPts val="0"/>
              </a:spcBef>
              <a:spcAft>
                <a:spcPts val="1000"/>
              </a:spcAft>
              <a:buNone/>
            </a:pPr>
            <a:r>
              <a:rPr lang="en-US" b="1" dirty="0">
                <a:latin typeface="Aptos Light"/>
                <a:ea typeface="Calibri"/>
                <a:cs typeface="Calibri"/>
              </a:rPr>
              <a:t>Cognitive Performance</a:t>
            </a:r>
          </a:p>
          <a:p>
            <a:pPr marL="0" indent="0">
              <a:spcBef>
                <a:spcPts val="0"/>
              </a:spcBef>
              <a:spcAft>
                <a:spcPts val="1000"/>
              </a:spcAft>
              <a:buNone/>
            </a:pPr>
            <a:r>
              <a:rPr lang="en-US" dirty="0">
                <a:latin typeface="Aptos Light"/>
                <a:ea typeface="Calibri"/>
                <a:cs typeface="Calibri"/>
              </a:rPr>
              <a:t>Based on questionnaires and secondary-task performance measures, "when a more significant percentage of primary task time was automated, operator perceptual resources were freed up and monitoring performance on the secondary task improved."</a:t>
            </a:r>
          </a:p>
          <a:p>
            <a:pPr marL="0" indent="0">
              <a:spcBef>
                <a:spcPts val="0"/>
              </a:spcBef>
              <a:spcAft>
                <a:spcPts val="400"/>
              </a:spcAft>
              <a:buNone/>
            </a:pPr>
            <a:r>
              <a:rPr lang="en-US" dirty="0">
                <a:latin typeface="Aptos Light"/>
                <a:ea typeface="Calibri"/>
                <a:cs typeface="Calibri"/>
              </a:rPr>
              <a:t>"The degree of robot’s transparency and observability provided to the human worker had an influence on the development of cognitive workload. Moreover, changes in experienced mental effort between human and automated assistance were mainly correlated to the operator’s familiarity with the technology."</a:t>
            </a:r>
          </a:p>
          <a:p>
            <a:pPr>
              <a:spcBef>
                <a:spcPts val="0"/>
              </a:spcBef>
            </a:pPr>
            <a:r>
              <a:rPr lang="en-US" dirty="0">
                <a:latin typeface="Aptos Light"/>
                <a:ea typeface="Calibri"/>
                <a:cs typeface="Calibri"/>
              </a:rPr>
              <a:t>Affective Robotics: mostly in research on social or service robots. </a:t>
            </a:r>
          </a:p>
          <a:p>
            <a:pPr>
              <a:spcBef>
                <a:spcPts val="0"/>
              </a:spcBef>
              <a:spcAft>
                <a:spcPts val="1000"/>
              </a:spcAft>
            </a:pPr>
            <a:r>
              <a:rPr lang="en-US" dirty="0">
                <a:latin typeface="Aptos Light"/>
                <a:ea typeface="Calibri"/>
                <a:cs typeface="Calibri"/>
              </a:rPr>
              <a:t>Difficulties from social desirability influences</a:t>
            </a:r>
          </a:p>
          <a:p>
            <a:pPr marL="0" indent="0">
              <a:spcBef>
                <a:spcPts val="0"/>
              </a:spcBef>
              <a:spcAft>
                <a:spcPts val="1000"/>
              </a:spcAft>
              <a:buNone/>
            </a:pPr>
            <a:r>
              <a:rPr lang="en-US" dirty="0">
                <a:latin typeface="Aptos Light"/>
                <a:ea typeface="Calibri"/>
                <a:cs typeface="Calibri"/>
              </a:rPr>
              <a:t>Machine learning techniques, especially the Support Vector Machine (SVM) can be fairly accurate in classifying cognitive ergonomic risk. </a:t>
            </a:r>
          </a:p>
        </p:txBody>
      </p:sp>
      <p:sp>
        <p:nvSpPr>
          <p:cNvPr id="4" name="Date Placeholder 3">
            <a:extLst>
              <a:ext uri="{FF2B5EF4-FFF2-40B4-BE49-F238E27FC236}">
                <a16:creationId xmlns:a16="http://schemas.microsoft.com/office/drawing/2014/main" id="{45238DED-5739-01ED-24CD-0D3076761CE4}"/>
              </a:ext>
            </a:extLst>
          </p:cNvPr>
          <p:cNvSpPr>
            <a:spLocks noGrp="1"/>
          </p:cNvSpPr>
          <p:nvPr>
            <p:ph type="dt" sz="half" idx="14"/>
          </p:nvPr>
        </p:nvSpPr>
        <p:spPr/>
        <p:txBody>
          <a:bodyPr/>
          <a:lstStyle/>
          <a:p>
            <a:fld id="{0D59410B-E805-47A5-9006-895DBFC3CE15}" type="datetime1">
              <a:rPr lang="en-US" smtClean="0"/>
              <a:t>4/16/25</a:t>
            </a:fld>
            <a:endParaRPr lang="en-US" dirty="0"/>
          </a:p>
        </p:txBody>
      </p:sp>
      <p:sp>
        <p:nvSpPr>
          <p:cNvPr id="6" name="Slide Number Placeholder 5">
            <a:extLst>
              <a:ext uri="{FF2B5EF4-FFF2-40B4-BE49-F238E27FC236}">
                <a16:creationId xmlns:a16="http://schemas.microsoft.com/office/drawing/2014/main" id="{06F0D43D-2BC1-CE37-D8ED-604028FDE165}"/>
              </a:ext>
            </a:extLst>
          </p:cNvPr>
          <p:cNvSpPr>
            <a:spLocks noGrp="1"/>
          </p:cNvSpPr>
          <p:nvPr>
            <p:ph type="sldNum" sz="quarter" idx="16"/>
          </p:nvPr>
        </p:nvSpPr>
        <p:spPr/>
        <p:txBody>
          <a:bodyPr/>
          <a:lstStyle/>
          <a:p>
            <a:fld id="{CC057153-B650-4DEB-B370-79DDCFDCE934}" type="slidenum">
              <a:rPr lang="en-US" smtClean="0"/>
              <a:pPr/>
              <a:t>15</a:t>
            </a:fld>
            <a:endParaRPr lang="en-US" dirty="0"/>
          </a:p>
        </p:txBody>
      </p:sp>
      <p:sp>
        <p:nvSpPr>
          <p:cNvPr id="8" name="TextBox 7">
            <a:extLst>
              <a:ext uri="{FF2B5EF4-FFF2-40B4-BE49-F238E27FC236}">
                <a16:creationId xmlns:a16="http://schemas.microsoft.com/office/drawing/2014/main" id="{88091418-15A6-5BEC-1926-4766671A1023}"/>
              </a:ext>
            </a:extLst>
          </p:cNvPr>
          <p:cNvSpPr txBox="1"/>
          <p:nvPr/>
        </p:nvSpPr>
        <p:spPr>
          <a:xfrm>
            <a:off x="609600" y="1609725"/>
            <a:ext cx="3653928" cy="1310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376"/>
              </a:lnSpc>
            </a:pPr>
            <a:r>
              <a:rPr lang="en-US" dirty="0"/>
              <a:t>"Cognitive resources demand and mental stress induced by the close interaction with a </a:t>
            </a:r>
            <a:r>
              <a:rPr lang="en-US" dirty="0" err="1"/>
              <a:t>CoBot</a:t>
            </a:r>
            <a:r>
              <a:rPr lang="en-US" dirty="0"/>
              <a:t> should not be overlooked."</a:t>
            </a:r>
          </a:p>
        </p:txBody>
      </p:sp>
      <p:pic>
        <p:nvPicPr>
          <p:cNvPr id="9" name="Picture 8">
            <a:extLst>
              <a:ext uri="{FF2B5EF4-FFF2-40B4-BE49-F238E27FC236}">
                <a16:creationId xmlns:a16="http://schemas.microsoft.com/office/drawing/2014/main" id="{E51DEA77-3818-7F9E-AE8F-48310B354B00}"/>
              </a:ext>
            </a:extLst>
          </p:cNvPr>
          <p:cNvPicPr>
            <a:picLocks noChangeAspect="1"/>
          </p:cNvPicPr>
          <p:nvPr/>
        </p:nvPicPr>
        <p:blipFill>
          <a:blip r:embed="rId3">
            <a:extLst>
              <a:ext uri="{28A0092B-C50C-407E-A947-70E740481C1C}">
                <a14:useLocalDpi xmlns:a14="http://schemas.microsoft.com/office/drawing/2010/main" val="0"/>
              </a:ext>
            </a:extLst>
          </a:blip>
          <a:srcRect l="10274" r="10274"/>
          <a:stretch/>
        </p:blipFill>
        <p:spPr>
          <a:xfrm>
            <a:off x="691930" y="3197937"/>
            <a:ext cx="4501936" cy="3135826"/>
          </a:xfrm>
          <a:prstGeom prst="rect">
            <a:avLst/>
          </a:prstGeom>
        </p:spPr>
      </p:pic>
    </p:spTree>
    <p:extLst>
      <p:ext uri="{BB962C8B-B14F-4D97-AF65-F5344CB8AC3E}">
        <p14:creationId xmlns:p14="http://schemas.microsoft.com/office/powerpoint/2010/main" val="18792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53B89-D637-F254-C1DE-DA8C0E6B65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5C1E23-9424-10D6-B3AA-CE097434CA66}"/>
              </a:ext>
            </a:extLst>
          </p:cNvPr>
          <p:cNvSpPr>
            <a:spLocks noGrp="1"/>
          </p:cNvSpPr>
          <p:nvPr>
            <p:ph sz="quarter" idx="14"/>
          </p:nvPr>
        </p:nvSpPr>
        <p:spPr>
          <a:xfrm>
            <a:off x="5605272" y="1801367"/>
            <a:ext cx="5961888" cy="4694026"/>
          </a:xfrm>
        </p:spPr>
        <p:txBody>
          <a:bodyPr>
            <a:normAutofit fontScale="92500"/>
          </a:bodyPr>
          <a:lstStyle/>
          <a:p>
            <a:pPr marL="0" indent="0">
              <a:lnSpc>
                <a:spcPct val="110000"/>
              </a:lnSpc>
              <a:spcBef>
                <a:spcPts val="0"/>
              </a:spcBef>
              <a:spcAft>
                <a:spcPts val="1000"/>
              </a:spcAft>
              <a:buNone/>
            </a:pPr>
            <a:r>
              <a:rPr lang="en-US" sz="1500" dirty="0"/>
              <a:t>"Early interviews with the potential future users (i.e., actual industrial workers) of these robots revealed controversial attitudes and social cues."</a:t>
            </a:r>
          </a:p>
          <a:p>
            <a:pPr marL="0" indent="0">
              <a:lnSpc>
                <a:spcPct val="110000"/>
              </a:lnSpc>
              <a:spcBef>
                <a:spcPts val="0"/>
              </a:spcBef>
              <a:spcAft>
                <a:spcPts val="1000"/>
              </a:spcAft>
              <a:buNone/>
            </a:pPr>
            <a:r>
              <a:rPr lang="en-US" sz="1500" dirty="0"/>
              <a:t>“Even the most efficient and ergonomic equipment, without users’ approval, becomes meaningless.”</a:t>
            </a:r>
          </a:p>
          <a:p>
            <a:pPr marL="0" indent="0">
              <a:lnSpc>
                <a:spcPct val="110000"/>
              </a:lnSpc>
              <a:spcBef>
                <a:spcPts val="0"/>
              </a:spcBef>
              <a:spcAft>
                <a:spcPts val="1000"/>
              </a:spcAft>
              <a:buNone/>
            </a:pPr>
            <a:r>
              <a:rPr lang="en-US" sz="1500" dirty="0"/>
              <a:t>Using questionnaires and biosensors, researchers found that "An increase in psychophysiological conditions was found when a robot moved closer to a worker, with high approaching speed and without notifying its motion in advance."</a:t>
            </a:r>
          </a:p>
          <a:p>
            <a:pPr marL="0" indent="0">
              <a:lnSpc>
                <a:spcPct val="110000"/>
              </a:lnSpc>
              <a:spcBef>
                <a:spcPts val="0"/>
              </a:spcBef>
              <a:spcAft>
                <a:spcPts val="1000"/>
              </a:spcAft>
              <a:buNone/>
            </a:pPr>
            <a:r>
              <a:rPr lang="en-US" sz="1500" dirty="0"/>
              <a:t>Researchers also found that “the feeling of perceived safety was enhanced when the robot's motion was fluent and predictable.” Recent research has focused on providing “smooth trajectories to generate psychologically acceptable motions without adding disturbances or uncomfortable sensations to the worker."</a:t>
            </a:r>
          </a:p>
          <a:p>
            <a:pPr marL="0" indent="0">
              <a:lnSpc>
                <a:spcPct val="110000"/>
              </a:lnSpc>
              <a:spcBef>
                <a:spcPts val="0"/>
              </a:spcBef>
              <a:spcAft>
                <a:spcPts val="1000"/>
              </a:spcAft>
              <a:buNone/>
            </a:pPr>
            <a:r>
              <a:rPr lang="en-US" sz="1500" dirty="0"/>
              <a:t>"Since they will firsthand use and experience the proposed technologies, their approval is fundamental for an effective integration. Hence, parallel to the development of HRC strategies, their evaluation with real workers in real factories is a key requirement."</a:t>
            </a:r>
          </a:p>
        </p:txBody>
      </p:sp>
      <p:pic>
        <p:nvPicPr>
          <p:cNvPr id="7" name="Picture 6">
            <a:extLst>
              <a:ext uri="{FF2B5EF4-FFF2-40B4-BE49-F238E27FC236}">
                <a16:creationId xmlns:a16="http://schemas.microsoft.com/office/drawing/2014/main" id="{8336976F-4274-9499-586A-6C0E991A8511}"/>
              </a:ext>
            </a:extLst>
          </p:cNvPr>
          <p:cNvPicPr>
            <a:picLocks noChangeAspect="1"/>
          </p:cNvPicPr>
          <p:nvPr/>
        </p:nvPicPr>
        <p:blipFill>
          <a:blip r:embed="rId3">
            <a:extLst>
              <a:ext uri="{28A0092B-C50C-407E-A947-70E740481C1C}">
                <a14:useLocalDpi xmlns:a14="http://schemas.microsoft.com/office/drawing/2010/main" val="0"/>
              </a:ext>
            </a:extLst>
          </a:blip>
          <a:srcRect l="26489" r="26489"/>
          <a:stretch/>
        </p:blipFill>
        <p:spPr>
          <a:xfrm>
            <a:off x="115866" y="10"/>
            <a:ext cx="4837176" cy="6857990"/>
          </a:xfrm>
          <a:prstGeom prst="rect">
            <a:avLst/>
          </a:prstGeom>
          <a:noFill/>
        </p:spPr>
      </p:pic>
      <p:sp>
        <p:nvSpPr>
          <p:cNvPr id="4" name="Date Placeholder 3">
            <a:extLst>
              <a:ext uri="{FF2B5EF4-FFF2-40B4-BE49-F238E27FC236}">
                <a16:creationId xmlns:a16="http://schemas.microsoft.com/office/drawing/2014/main" id="{2C88604C-3CE2-E06B-C9BB-A2713BB08DDA}"/>
              </a:ext>
            </a:extLst>
          </p:cNvPr>
          <p:cNvSpPr>
            <a:spLocks noGrp="1"/>
          </p:cNvSpPr>
          <p:nvPr>
            <p:ph type="dt" sz="half" idx="16"/>
          </p:nvPr>
        </p:nvSpPr>
        <p:spPr>
          <a:xfrm>
            <a:off x="9701784" y="6318504"/>
            <a:ext cx="1865376" cy="365760"/>
          </a:xfrm>
        </p:spPr>
        <p:txBody>
          <a:bodyPr anchor="ctr">
            <a:normAutofit/>
          </a:bodyPr>
          <a:lstStyle/>
          <a:p>
            <a:pPr>
              <a:spcAft>
                <a:spcPts val="600"/>
              </a:spcAft>
            </a:pPr>
            <a:fld id="{0D59410B-E805-47A5-9006-895DBFC3CE15}" type="datetime1">
              <a:rPr lang="en-US" smtClean="0"/>
              <a:pPr>
                <a:spcAft>
                  <a:spcPts val="600"/>
                </a:spcAft>
              </a:pPr>
              <a:t>4/16/25</a:t>
            </a:fld>
            <a:endParaRPr lang="en-US"/>
          </a:p>
        </p:txBody>
      </p:sp>
      <p:sp>
        <p:nvSpPr>
          <p:cNvPr id="6" name="Slide Number Placeholder 5">
            <a:extLst>
              <a:ext uri="{FF2B5EF4-FFF2-40B4-BE49-F238E27FC236}">
                <a16:creationId xmlns:a16="http://schemas.microsoft.com/office/drawing/2014/main" id="{71A90938-FD58-7B8D-EFEF-542FF7AE417B}"/>
              </a:ext>
            </a:extLst>
          </p:cNvPr>
          <p:cNvSpPr>
            <a:spLocks noGrp="1"/>
          </p:cNvSpPr>
          <p:nvPr>
            <p:ph type="sldNum" sz="quarter" idx="18"/>
          </p:nvPr>
        </p:nvSpPr>
        <p:spPr>
          <a:xfrm>
            <a:off x="11484864" y="6318504"/>
            <a:ext cx="493776" cy="365760"/>
          </a:xfrm>
        </p:spPr>
        <p:txBody>
          <a:bodyPr anchor="ctr">
            <a:normAutofit/>
          </a:bodyPr>
          <a:lstStyle/>
          <a:p>
            <a:pPr>
              <a:spcAft>
                <a:spcPts val="600"/>
              </a:spcAft>
            </a:pPr>
            <a:fld id="{CC057153-B650-4DEB-B370-79DDCFDCE934}" type="slidenum">
              <a:rPr lang="en-US" smtClean="0"/>
              <a:pPr>
                <a:spcAft>
                  <a:spcPts val="600"/>
                </a:spcAft>
              </a:pPr>
              <a:t>16</a:t>
            </a:fld>
            <a:endParaRPr lang="en-US"/>
          </a:p>
        </p:txBody>
      </p:sp>
      <p:sp>
        <p:nvSpPr>
          <p:cNvPr id="9" name="Title 1">
            <a:extLst>
              <a:ext uri="{FF2B5EF4-FFF2-40B4-BE49-F238E27FC236}">
                <a16:creationId xmlns:a16="http://schemas.microsoft.com/office/drawing/2014/main" id="{3D899C77-B0D9-2431-D730-F4C23CCE7A6F}"/>
              </a:ext>
            </a:extLst>
          </p:cNvPr>
          <p:cNvSpPr txBox="1">
            <a:spLocks/>
          </p:cNvSpPr>
          <p:nvPr/>
        </p:nvSpPr>
        <p:spPr>
          <a:xfrm>
            <a:off x="5605272" y="1165418"/>
            <a:ext cx="4215384" cy="63595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User Acceptance</a:t>
            </a:r>
          </a:p>
        </p:txBody>
      </p:sp>
    </p:spTree>
    <p:extLst>
      <p:ext uri="{BB962C8B-B14F-4D97-AF65-F5344CB8AC3E}">
        <p14:creationId xmlns:p14="http://schemas.microsoft.com/office/powerpoint/2010/main" val="1348520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76AE8-EFC5-CFC5-F145-78110152E20D}"/>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8E913F4A-8F22-750D-F383-B3CE0A8DBA34}"/>
              </a:ext>
            </a:extLst>
          </p:cNvPr>
          <p:cNvSpPr>
            <a:spLocks noGrp="1"/>
          </p:cNvSpPr>
          <p:nvPr>
            <p:ph sz="quarter" idx="14"/>
          </p:nvPr>
        </p:nvSpPr>
        <p:spPr>
          <a:xfrm>
            <a:off x="612648" y="1663547"/>
            <a:ext cx="3401568" cy="4590949"/>
          </a:xfrm>
        </p:spPr>
        <p:txBody>
          <a:bodyPr vert="horz" lIns="91440" tIns="45720" rIns="91440" bIns="45720" rtlCol="0">
            <a:normAutofit fontScale="85000" lnSpcReduction="20000"/>
          </a:bodyPr>
          <a:lstStyle/>
          <a:p>
            <a:pPr marL="0" indent="0">
              <a:buNone/>
            </a:pPr>
            <a:r>
              <a:rPr lang="en-US" b="1" dirty="0"/>
              <a:t>From CoPilot</a:t>
            </a:r>
            <a:r>
              <a:rPr lang="en-US" dirty="0"/>
              <a:t>: Automation bias is “the tendency of humans to over-rely on automated systems, trusting their outputs and decisions even when the automation is flawed or incorrect. This cognitive bias can manifest when people prioritize automated information over their own judgment or critical thinking, assuming that systems are infallible.”</a:t>
            </a:r>
          </a:p>
          <a:p>
            <a:pPr marL="0" indent="0">
              <a:buNone/>
            </a:pPr>
            <a:r>
              <a:rPr lang="en-US" b="1" dirty="0"/>
              <a:t>Discuss</a:t>
            </a:r>
            <a:r>
              <a:rPr lang="en-US" dirty="0"/>
              <a:t>: </a:t>
            </a:r>
          </a:p>
          <a:p>
            <a:pPr marL="0" indent="0">
              <a:buNone/>
            </a:pPr>
            <a:r>
              <a:rPr lang="en-US" dirty="0"/>
              <a:t>What role do you think automation bias could play in this kind of situation? </a:t>
            </a:r>
          </a:p>
          <a:p>
            <a:pPr marL="0" indent="0">
              <a:buNone/>
            </a:pPr>
            <a:r>
              <a:rPr lang="en-US" dirty="0"/>
              <a:t>Adaptive automation: These CoBots are being designed to assess the worker's physical and cognitive state. What could go wrong here? What might those consequences be?</a:t>
            </a:r>
          </a:p>
          <a:p>
            <a:pPr marL="0" indent="0">
              <a:buNone/>
            </a:pPr>
            <a:endParaRPr lang="en-US" dirty="0"/>
          </a:p>
          <a:p>
            <a:pPr marL="228600" lvl="1" indent="0">
              <a:buNone/>
            </a:pPr>
            <a:endParaRPr lang="en-US" sz="1800" dirty="0"/>
          </a:p>
          <a:p>
            <a:endParaRPr lang="en-US" dirty="0"/>
          </a:p>
        </p:txBody>
      </p:sp>
      <p:pic>
        <p:nvPicPr>
          <p:cNvPr id="9" name="Picture 8">
            <a:extLst>
              <a:ext uri="{FF2B5EF4-FFF2-40B4-BE49-F238E27FC236}">
                <a16:creationId xmlns:a16="http://schemas.microsoft.com/office/drawing/2014/main" id="{41D8EA01-9013-80A9-CA90-E7280FFD7328}"/>
              </a:ext>
            </a:extLst>
          </p:cNvPr>
          <p:cNvPicPr>
            <a:picLocks noChangeAspect="1"/>
          </p:cNvPicPr>
          <p:nvPr/>
        </p:nvPicPr>
        <p:blipFill>
          <a:blip r:embed="rId3">
            <a:extLst>
              <a:ext uri="{28A0092B-C50C-407E-A947-70E740481C1C}">
                <a14:useLocalDpi xmlns:a14="http://schemas.microsoft.com/office/drawing/2010/main" val="0"/>
              </a:ext>
            </a:extLst>
          </a:blip>
          <a:srcRect l="8716" r="8716"/>
          <a:stretch/>
        </p:blipFill>
        <p:spPr>
          <a:xfrm>
            <a:off x="4672711" y="10"/>
            <a:ext cx="7395927" cy="6857990"/>
          </a:xfrm>
          <a:prstGeom prst="rect">
            <a:avLst/>
          </a:prstGeom>
          <a:noFill/>
        </p:spPr>
      </p:pic>
      <p:sp>
        <p:nvSpPr>
          <p:cNvPr id="2" name="Date Placeholder 1">
            <a:extLst>
              <a:ext uri="{FF2B5EF4-FFF2-40B4-BE49-F238E27FC236}">
                <a16:creationId xmlns:a16="http://schemas.microsoft.com/office/drawing/2014/main" id="{BDE20A45-BB71-C150-8CF2-3350990ADB72}"/>
              </a:ext>
            </a:extLst>
          </p:cNvPr>
          <p:cNvSpPr>
            <a:spLocks noGrp="1"/>
          </p:cNvSpPr>
          <p:nvPr>
            <p:ph type="dt" sz="half" idx="10"/>
          </p:nvPr>
        </p:nvSpPr>
        <p:spPr>
          <a:xfrm>
            <a:off x="2588150" y="6318504"/>
            <a:ext cx="1014586" cy="365760"/>
          </a:xfrm>
        </p:spPr>
        <p:txBody>
          <a:bodyPr anchor="ctr">
            <a:normAutofit/>
          </a:bodyPr>
          <a:lstStyle/>
          <a:p>
            <a:pPr>
              <a:spcAft>
                <a:spcPts val="600"/>
              </a:spcAft>
            </a:pPr>
            <a:fld id="{2CD49549-11A9-4B38-B938-FADC6DCE9904}" type="datetime1">
              <a:rPr lang="en-US" smtClean="0"/>
              <a:pPr>
                <a:spcAft>
                  <a:spcPts val="600"/>
                </a:spcAft>
              </a:pPr>
              <a:t>4/16/25</a:t>
            </a:fld>
            <a:endParaRPr lang="en-US"/>
          </a:p>
        </p:txBody>
      </p:sp>
      <p:sp>
        <p:nvSpPr>
          <p:cNvPr id="4" name="Slide Number Placeholder 3">
            <a:extLst>
              <a:ext uri="{FF2B5EF4-FFF2-40B4-BE49-F238E27FC236}">
                <a16:creationId xmlns:a16="http://schemas.microsoft.com/office/drawing/2014/main" id="{5DC17BF5-9D8D-1C2E-6FAC-7727182121B4}"/>
              </a:ext>
            </a:extLst>
          </p:cNvPr>
          <p:cNvSpPr>
            <a:spLocks noGrp="1"/>
          </p:cNvSpPr>
          <p:nvPr>
            <p:ph type="sldNum" sz="quarter" idx="12"/>
          </p:nvPr>
        </p:nvSpPr>
        <p:spPr>
          <a:xfrm>
            <a:off x="3520440" y="6318504"/>
            <a:ext cx="493776" cy="365760"/>
          </a:xfrm>
        </p:spPr>
        <p:txBody>
          <a:bodyPr anchor="ctr">
            <a:normAutofit/>
          </a:bodyPr>
          <a:lstStyle/>
          <a:p>
            <a:pPr>
              <a:spcAft>
                <a:spcPts val="600"/>
              </a:spcAft>
            </a:pPr>
            <a:fld id="{CC057153-B650-4DEB-B370-79DDCFDCE934}" type="slidenum">
              <a:rPr lang="en-US" smtClean="0"/>
              <a:pPr>
                <a:spcAft>
                  <a:spcPts val="600"/>
                </a:spcAft>
              </a:pPr>
              <a:t>17</a:t>
            </a:fld>
            <a:endParaRPr lang="en-US"/>
          </a:p>
        </p:txBody>
      </p:sp>
      <p:sp>
        <p:nvSpPr>
          <p:cNvPr id="14" name="Title 1">
            <a:extLst>
              <a:ext uri="{FF2B5EF4-FFF2-40B4-BE49-F238E27FC236}">
                <a16:creationId xmlns:a16="http://schemas.microsoft.com/office/drawing/2014/main" id="{8F50209D-A52B-6BE2-F922-7D6FC5085025}"/>
              </a:ext>
            </a:extLst>
          </p:cNvPr>
          <p:cNvSpPr>
            <a:spLocks noGrp="1"/>
          </p:cNvSpPr>
          <p:nvPr/>
        </p:nvSpPr>
        <p:spPr>
          <a:xfrm>
            <a:off x="612648" y="640080"/>
            <a:ext cx="3386709" cy="132664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Automation Bias</a:t>
            </a:r>
            <a:endParaRPr lang="en-US" dirty="0">
              <a:gradFill>
                <a:gsLst>
                  <a:gs pos="0">
                    <a:srgbClr val="66C26C"/>
                  </a:gs>
                  <a:gs pos="100000">
                    <a:srgbClr val="25AAD5"/>
                  </a:gs>
                </a:gsLst>
                <a:lin ang="13800000" scaled="0"/>
              </a:gradFill>
            </a:endParaRPr>
          </a:p>
        </p:txBody>
      </p:sp>
    </p:spTree>
    <p:extLst>
      <p:ext uri="{BB962C8B-B14F-4D97-AF65-F5344CB8AC3E}">
        <p14:creationId xmlns:p14="http://schemas.microsoft.com/office/powerpoint/2010/main" val="809188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63550-AD33-001A-E9F3-431C15775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D2851-8F15-7015-AA13-7AFD7A223110}"/>
              </a:ext>
            </a:extLst>
          </p:cNvPr>
          <p:cNvSpPr>
            <a:spLocks noGrp="1"/>
          </p:cNvSpPr>
          <p:nvPr>
            <p:ph type="title"/>
          </p:nvPr>
        </p:nvSpPr>
        <p:spPr>
          <a:xfrm>
            <a:off x="612648" y="683839"/>
            <a:ext cx="4763583" cy="2745162"/>
          </a:xfrm>
        </p:spPr>
        <p:txBody>
          <a:bodyPr>
            <a:normAutofit/>
          </a:bodyPr>
          <a:lstStyle/>
          <a:p>
            <a:r>
              <a:rPr lang="en-US" dirty="0"/>
              <a:t>Assessment Tools</a:t>
            </a:r>
          </a:p>
        </p:txBody>
      </p:sp>
      <p:sp>
        <p:nvSpPr>
          <p:cNvPr id="4" name="Date Placeholder 3">
            <a:extLst>
              <a:ext uri="{FF2B5EF4-FFF2-40B4-BE49-F238E27FC236}">
                <a16:creationId xmlns:a16="http://schemas.microsoft.com/office/drawing/2014/main" id="{94D3825C-72EC-BCFD-0CF9-6973BFAC901F}"/>
              </a:ext>
            </a:extLst>
          </p:cNvPr>
          <p:cNvSpPr>
            <a:spLocks noGrp="1"/>
          </p:cNvSpPr>
          <p:nvPr>
            <p:ph type="dt" sz="half" idx="10"/>
          </p:nvPr>
        </p:nvSpPr>
        <p:spPr/>
        <p:txBody>
          <a:bodyPr/>
          <a:lstStyle/>
          <a:p>
            <a:fld id="{4525A5FE-397B-448A-8A6A-CC4A8695FBAC}" type="datetime1">
              <a:rPr lang="en-US" smtClean="0"/>
              <a:t>4/16/25</a:t>
            </a:fld>
            <a:endParaRPr lang="en-US" dirty="0"/>
          </a:p>
        </p:txBody>
      </p:sp>
      <p:sp>
        <p:nvSpPr>
          <p:cNvPr id="6" name="Slide Number Placeholder 5">
            <a:extLst>
              <a:ext uri="{FF2B5EF4-FFF2-40B4-BE49-F238E27FC236}">
                <a16:creationId xmlns:a16="http://schemas.microsoft.com/office/drawing/2014/main" id="{7AE5EE43-B3A2-602A-C9E1-30D72D1C1038}"/>
              </a:ext>
            </a:extLst>
          </p:cNvPr>
          <p:cNvSpPr>
            <a:spLocks noGrp="1"/>
          </p:cNvSpPr>
          <p:nvPr>
            <p:ph type="sldNum" sz="quarter" idx="12"/>
          </p:nvPr>
        </p:nvSpPr>
        <p:spPr/>
        <p:txBody>
          <a:bodyPr/>
          <a:lstStyle/>
          <a:p>
            <a:fld id="{CC057153-B650-4DEB-B370-79DDCFDCE934}" type="slidenum">
              <a:rPr lang="en-US" smtClean="0"/>
              <a:pPr/>
              <a:t>18</a:t>
            </a:fld>
            <a:endParaRPr lang="en-US" dirty="0"/>
          </a:p>
        </p:txBody>
      </p:sp>
      <p:sp>
        <p:nvSpPr>
          <p:cNvPr id="8" name="Text Placeholder 7">
            <a:extLst>
              <a:ext uri="{FF2B5EF4-FFF2-40B4-BE49-F238E27FC236}">
                <a16:creationId xmlns:a16="http://schemas.microsoft.com/office/drawing/2014/main" id="{96B2EF98-1450-A4AC-C759-9E03B6CDD997}"/>
              </a:ext>
            </a:extLst>
          </p:cNvPr>
          <p:cNvSpPr>
            <a:spLocks noGrp="1"/>
          </p:cNvSpPr>
          <p:nvPr>
            <p:ph type="body" idx="1"/>
          </p:nvPr>
        </p:nvSpPr>
        <p:spPr>
          <a:xfrm>
            <a:off x="6734432" y="3429000"/>
            <a:ext cx="4184976" cy="2896336"/>
          </a:xfrm>
        </p:spPr>
        <p:txBody>
          <a:bodyPr vert="horz" lIns="91440" tIns="45720" rIns="91440" bIns="45720" rtlCol="0" anchor="t">
            <a:normAutofit/>
          </a:bodyPr>
          <a:lstStyle/>
          <a:p>
            <a:pPr marL="342900" indent="-342900">
              <a:buChar char="•"/>
            </a:pPr>
            <a:r>
              <a:rPr lang="en-US" dirty="0"/>
              <a:t>Types of Tools</a:t>
            </a:r>
          </a:p>
          <a:p>
            <a:pPr marL="342900" indent="-342900">
              <a:buChar char="•"/>
            </a:pPr>
            <a:r>
              <a:rPr lang="en-US" dirty="0"/>
              <a:t>Physical Assessment Tools</a:t>
            </a:r>
          </a:p>
          <a:p>
            <a:pPr marL="342900" indent="-342900">
              <a:buChar char="•"/>
            </a:pPr>
            <a:r>
              <a:rPr lang="en-US" dirty="0"/>
              <a:t>Cognitive Assessment Tools</a:t>
            </a:r>
          </a:p>
          <a:p>
            <a:endParaRPr lang="en-US" dirty="0"/>
          </a:p>
          <a:p>
            <a:pPr marL="342900" indent="-342900">
              <a:buChar char="•"/>
            </a:pPr>
            <a:endParaRPr lang="en-US" dirty="0"/>
          </a:p>
        </p:txBody>
      </p:sp>
    </p:spTree>
    <p:extLst>
      <p:ext uri="{BB962C8B-B14F-4D97-AF65-F5344CB8AC3E}">
        <p14:creationId xmlns:p14="http://schemas.microsoft.com/office/powerpoint/2010/main" val="3465494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2E0C51A2-07E3-D7D8-D8C4-E1E5A56A9C5E}"/>
              </a:ext>
            </a:extLst>
          </p:cNvPr>
          <p:cNvSpPr>
            <a:spLocks noGrp="1"/>
          </p:cNvSpPr>
          <p:nvPr>
            <p:ph type="title"/>
          </p:nvPr>
        </p:nvSpPr>
        <p:spPr>
          <a:xfrm>
            <a:off x="612648" y="640080"/>
            <a:ext cx="10890373" cy="1463040"/>
          </a:xfrm>
        </p:spPr>
        <p:txBody>
          <a:bodyPr/>
          <a:lstStyle/>
          <a:p>
            <a:r>
              <a:rPr lang="en-US" dirty="0"/>
              <a:t>Human-Monitoring Assessments</a:t>
            </a:r>
          </a:p>
        </p:txBody>
      </p:sp>
      <p:pic>
        <p:nvPicPr>
          <p:cNvPr id="9" name="Picture Placeholder 8" descr="A diagram of a data processing process&#10;&#10;Description automatically generated">
            <a:extLst>
              <a:ext uri="{FF2B5EF4-FFF2-40B4-BE49-F238E27FC236}">
                <a16:creationId xmlns:a16="http://schemas.microsoft.com/office/drawing/2014/main" id="{DC0ECC93-667A-7842-DEB3-F3E6BA488008}"/>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t="-247" b="-1384"/>
          <a:stretch/>
        </p:blipFill>
        <p:spPr>
          <a:xfrm>
            <a:off x="650813" y="3114799"/>
            <a:ext cx="10890374" cy="3569465"/>
          </a:xfrm>
          <a:noFill/>
        </p:spPr>
      </p:pic>
      <p:sp>
        <p:nvSpPr>
          <p:cNvPr id="5" name="Date Placeholder 4">
            <a:extLst>
              <a:ext uri="{FF2B5EF4-FFF2-40B4-BE49-F238E27FC236}">
                <a16:creationId xmlns:a16="http://schemas.microsoft.com/office/drawing/2014/main" id="{94099857-CFA1-4E7F-0011-AD65EDA8B19B}"/>
              </a:ext>
            </a:extLst>
          </p:cNvPr>
          <p:cNvSpPr>
            <a:spLocks noGrp="1"/>
          </p:cNvSpPr>
          <p:nvPr>
            <p:ph type="dt" sz="half" idx="14"/>
          </p:nvPr>
        </p:nvSpPr>
        <p:spPr>
          <a:xfrm>
            <a:off x="8430768" y="6318504"/>
            <a:ext cx="3136392" cy="365760"/>
          </a:xfrm>
        </p:spPr>
        <p:txBody>
          <a:bodyPr anchor="ctr">
            <a:normAutofit/>
          </a:bodyPr>
          <a:lstStyle/>
          <a:p>
            <a:pPr>
              <a:spcAft>
                <a:spcPts val="600"/>
              </a:spcAft>
            </a:pPr>
            <a:fld id="{13AC11FC-F97A-4B81-A1A4-C0675DB25670}" type="datetime1">
              <a:rPr lang="en-US" smtClean="0"/>
              <a:pPr>
                <a:spcAft>
                  <a:spcPts val="600"/>
                </a:spcAft>
              </a:pPr>
              <a:t>4/16/25</a:t>
            </a:fld>
            <a:endParaRPr lang="en-US"/>
          </a:p>
        </p:txBody>
      </p:sp>
      <p:sp>
        <p:nvSpPr>
          <p:cNvPr id="6" name="Footer Placeholder 5">
            <a:extLst>
              <a:ext uri="{FF2B5EF4-FFF2-40B4-BE49-F238E27FC236}">
                <a16:creationId xmlns:a16="http://schemas.microsoft.com/office/drawing/2014/main" id="{87FB96BD-0791-1D74-74FC-AEEB4B4D183E}"/>
              </a:ext>
            </a:extLst>
          </p:cNvPr>
          <p:cNvSpPr>
            <a:spLocks noGrp="1"/>
          </p:cNvSpPr>
          <p:nvPr>
            <p:ph type="ftr" sz="quarter" idx="15"/>
          </p:nvPr>
        </p:nvSpPr>
        <p:spPr>
          <a:xfrm>
            <a:off x="612648" y="6318504"/>
            <a:ext cx="4096512"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11B2E7CD-2209-506B-93DE-B66D72996AF2}"/>
              </a:ext>
            </a:extLst>
          </p:cNvPr>
          <p:cNvSpPr>
            <a:spLocks noGrp="1"/>
          </p:cNvSpPr>
          <p:nvPr>
            <p:ph type="sldNum" sz="quarter" idx="16"/>
          </p:nvPr>
        </p:nvSpPr>
        <p:spPr>
          <a:xfrm>
            <a:off x="11484864" y="6318504"/>
            <a:ext cx="493776" cy="365760"/>
          </a:xfrm>
        </p:spPr>
        <p:txBody>
          <a:bodyPr anchor="ctr">
            <a:normAutofit/>
          </a:bodyPr>
          <a:lstStyle/>
          <a:p>
            <a:pPr>
              <a:spcAft>
                <a:spcPts val="600"/>
              </a:spcAft>
            </a:pPr>
            <a:fld id="{CC057153-B650-4DEB-B370-79DDCFDCE934}" type="slidenum">
              <a:rPr lang="en-US" smtClean="0"/>
              <a:pPr>
                <a:spcAft>
                  <a:spcPts val="600"/>
                </a:spcAft>
              </a:pPr>
              <a:t>19</a:t>
            </a:fld>
            <a:endParaRPr lang="en-US"/>
          </a:p>
        </p:txBody>
      </p:sp>
    </p:spTree>
    <p:extLst>
      <p:ext uri="{BB962C8B-B14F-4D97-AF65-F5344CB8AC3E}">
        <p14:creationId xmlns:p14="http://schemas.microsoft.com/office/powerpoint/2010/main" val="1211921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A7DD2-CE86-0C66-A4AA-2216FDF5FA96}"/>
              </a:ext>
            </a:extLst>
          </p:cNvPr>
          <p:cNvSpPr>
            <a:spLocks noGrp="1"/>
          </p:cNvSpPr>
          <p:nvPr>
            <p:ph type="title"/>
          </p:nvPr>
        </p:nvSpPr>
        <p:spPr>
          <a:xfrm>
            <a:off x="658368" y="560758"/>
            <a:ext cx="3666744" cy="2624328"/>
          </a:xfrm>
        </p:spPr>
        <p:txBody>
          <a:bodyPr>
            <a:normAutofit/>
          </a:bodyPr>
          <a:lstStyle/>
          <a:p>
            <a:pPr algn="l"/>
            <a:r>
              <a:rPr lang="en-US" sz="4400" dirty="0"/>
              <a:t>Human Monitoring Technologies</a:t>
            </a:r>
          </a:p>
        </p:txBody>
      </p:sp>
      <p:pic>
        <p:nvPicPr>
          <p:cNvPr id="8" name="Content Placeholder 7" descr="A diagram of a human body&#10;&#10;Description automatically generated">
            <a:extLst>
              <a:ext uri="{FF2B5EF4-FFF2-40B4-BE49-F238E27FC236}">
                <a16:creationId xmlns:a16="http://schemas.microsoft.com/office/drawing/2014/main" id="{F497C1B2-7FB3-CDCA-E8CC-FC38E7C83DE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057900" y="1581411"/>
            <a:ext cx="5508625" cy="3695179"/>
          </a:xfrm>
        </p:spPr>
      </p:pic>
      <p:sp>
        <p:nvSpPr>
          <p:cNvPr id="4" name="Date Placeholder 3">
            <a:extLst>
              <a:ext uri="{FF2B5EF4-FFF2-40B4-BE49-F238E27FC236}">
                <a16:creationId xmlns:a16="http://schemas.microsoft.com/office/drawing/2014/main" id="{EFF1F135-DDF8-822D-180A-1AAF4DD05143}"/>
              </a:ext>
            </a:extLst>
          </p:cNvPr>
          <p:cNvSpPr>
            <a:spLocks noGrp="1"/>
          </p:cNvSpPr>
          <p:nvPr>
            <p:ph type="dt" sz="half" idx="14"/>
          </p:nvPr>
        </p:nvSpPr>
        <p:spPr/>
        <p:txBody>
          <a:bodyPr/>
          <a:lstStyle/>
          <a:p>
            <a:fld id="{FF1DB633-1864-45A5-BE51-B3688A1CEEA6}" type="datetime1">
              <a:rPr lang="en-US" smtClean="0"/>
              <a:t>4/16/25</a:t>
            </a:fld>
            <a:endParaRPr lang="en-US" dirty="0"/>
          </a:p>
        </p:txBody>
      </p:sp>
      <p:sp>
        <p:nvSpPr>
          <p:cNvPr id="5" name="Footer Placeholder 4">
            <a:extLst>
              <a:ext uri="{FF2B5EF4-FFF2-40B4-BE49-F238E27FC236}">
                <a16:creationId xmlns:a16="http://schemas.microsoft.com/office/drawing/2014/main" id="{6F0C05FC-4382-8CC0-3CBB-6E3AEC693F56}"/>
              </a:ext>
            </a:extLst>
          </p:cNvPr>
          <p:cNvSpPr>
            <a:spLocks noGrp="1"/>
          </p:cNvSpPr>
          <p:nvPr>
            <p:ph type="ftr" sz="quarter" idx="15"/>
          </p:nvPr>
        </p:nvSpPr>
        <p:spPr>
          <a:xfrm>
            <a:off x="612648" y="3185086"/>
            <a:ext cx="4096512" cy="3499178"/>
          </a:xfrm>
        </p:spPr>
        <p:txBody>
          <a:bodyPr/>
          <a:lstStyle/>
          <a:p>
            <a:pPr algn="l"/>
            <a:r>
              <a:rPr lang="en-US" sz="1800" dirty="0"/>
              <a:t>Effective tools must be able to: </a:t>
            </a:r>
          </a:p>
          <a:p>
            <a:pPr rtl="0" fontAlgn="ctr">
              <a:spcBef>
                <a:spcPts val="0"/>
              </a:spcBef>
              <a:spcAft>
                <a:spcPts val="0"/>
              </a:spcAft>
              <a:buFont typeface="+mj-lt"/>
              <a:buAutoNum type="arabicPeriod"/>
            </a:pPr>
            <a:endParaRPr lang="en-US" sz="1800" b="0" i="0" dirty="0">
              <a:effectLst/>
              <a:latin typeface="Calibri" panose="020F0502020204030204" pitchFamily="34" charset="0"/>
            </a:endParaRPr>
          </a:p>
          <a:p>
            <a:pPr marL="342900" indent="-342900" algn="l">
              <a:buFont typeface="+mj-lt"/>
              <a:buAutoNum type="arabicPeriod"/>
            </a:pPr>
            <a:r>
              <a:rPr lang="en-US" sz="1800" dirty="0"/>
              <a:t>Guarantee task timing and data synchronization</a:t>
            </a:r>
          </a:p>
          <a:p>
            <a:pPr marL="342900" indent="-342900" algn="l">
              <a:buFont typeface="+mj-lt"/>
              <a:buAutoNum type="arabicPeriod"/>
            </a:pPr>
            <a:r>
              <a:rPr lang="en-US" sz="1800" dirty="0"/>
              <a:t>Ensure workers' safety and avoid excessive encumbrance, physically and mentally (they should not be distracting)</a:t>
            </a:r>
          </a:p>
          <a:p>
            <a:pPr marL="342900" indent="-342900" algn="l">
              <a:buFont typeface="+mj-lt"/>
              <a:buAutoNum type="arabicPeriod"/>
            </a:pPr>
            <a:r>
              <a:rPr lang="en-US" sz="1800" dirty="0"/>
              <a:t>Ensure the quality of measurement</a:t>
            </a:r>
          </a:p>
          <a:p>
            <a:pPr algn="l"/>
            <a:endParaRPr lang="en-US" sz="1800" dirty="0"/>
          </a:p>
        </p:txBody>
      </p:sp>
      <p:sp>
        <p:nvSpPr>
          <p:cNvPr id="6" name="Slide Number Placeholder 5">
            <a:extLst>
              <a:ext uri="{FF2B5EF4-FFF2-40B4-BE49-F238E27FC236}">
                <a16:creationId xmlns:a16="http://schemas.microsoft.com/office/drawing/2014/main" id="{6669FD43-16B9-BBE2-DE1F-83D41E36FCDA}"/>
              </a:ext>
            </a:extLst>
          </p:cNvPr>
          <p:cNvSpPr>
            <a:spLocks noGrp="1"/>
          </p:cNvSpPr>
          <p:nvPr>
            <p:ph type="sldNum" sz="quarter" idx="16"/>
          </p:nvPr>
        </p:nvSpPr>
        <p:spPr/>
        <p:txBody>
          <a:bodyPr/>
          <a:lstStyle/>
          <a:p>
            <a:fld id="{CC057153-B650-4DEB-B370-79DDCFDCE934}" type="slidenum">
              <a:rPr lang="en-US" smtClean="0"/>
              <a:pPr/>
              <a:t>20</a:t>
            </a:fld>
            <a:endParaRPr lang="en-US" dirty="0"/>
          </a:p>
        </p:txBody>
      </p:sp>
    </p:spTree>
    <p:extLst>
      <p:ext uri="{BB962C8B-B14F-4D97-AF65-F5344CB8AC3E}">
        <p14:creationId xmlns:p14="http://schemas.microsoft.com/office/powerpoint/2010/main" val="714875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8FAF082F-3473-7831-7FFA-88D321116B66}"/>
              </a:ext>
            </a:extLst>
          </p:cNvPr>
          <p:cNvGraphicFramePr>
            <a:graphicFrameLocks noGrp="1"/>
          </p:cNvGraphicFramePr>
          <p:nvPr>
            <p:ph idx="1"/>
            <p:extLst>
              <p:ext uri="{D42A27DB-BD31-4B8C-83A1-F6EECF244321}">
                <p14:modId xmlns:p14="http://schemas.microsoft.com/office/powerpoint/2010/main" val="1079161544"/>
              </p:ext>
            </p:extLst>
          </p:nvPr>
        </p:nvGraphicFramePr>
        <p:xfrm>
          <a:off x="612775" y="1362075"/>
          <a:ext cx="10953750" cy="4211320"/>
        </p:xfrm>
        <a:graphic>
          <a:graphicData uri="http://schemas.openxmlformats.org/drawingml/2006/table">
            <a:tbl>
              <a:tblPr firstRow="1" bandRow="1">
                <a:tableStyleId>{F5AB1C69-6EDB-4FF4-983F-18BD219EF322}</a:tableStyleId>
              </a:tblPr>
              <a:tblGrid>
                <a:gridCol w="2339745">
                  <a:extLst>
                    <a:ext uri="{9D8B030D-6E8A-4147-A177-3AD203B41FA5}">
                      <a16:colId xmlns:a16="http://schemas.microsoft.com/office/drawing/2014/main" val="3053643476"/>
                    </a:ext>
                  </a:extLst>
                </a:gridCol>
                <a:gridCol w="4010140">
                  <a:extLst>
                    <a:ext uri="{9D8B030D-6E8A-4147-A177-3AD203B41FA5}">
                      <a16:colId xmlns:a16="http://schemas.microsoft.com/office/drawing/2014/main" val="324410078"/>
                    </a:ext>
                  </a:extLst>
                </a:gridCol>
                <a:gridCol w="4603865">
                  <a:extLst>
                    <a:ext uri="{9D8B030D-6E8A-4147-A177-3AD203B41FA5}">
                      <a16:colId xmlns:a16="http://schemas.microsoft.com/office/drawing/2014/main" val="3519416089"/>
                    </a:ext>
                  </a:extLst>
                </a:gridCol>
              </a:tblGrid>
              <a:tr h="370840">
                <a:tc>
                  <a:txBody>
                    <a:bodyPr/>
                    <a:lstStyle/>
                    <a:p>
                      <a:endParaRPr lang="en-US" dirty="0"/>
                    </a:p>
                  </a:txBody>
                  <a:tcPr/>
                </a:tc>
                <a:tc>
                  <a:txBody>
                    <a:bodyPr/>
                    <a:lstStyle/>
                    <a:p>
                      <a:r>
                        <a:rPr lang="en-US" dirty="0"/>
                        <a:t>Physical Assessments</a:t>
                      </a:r>
                    </a:p>
                  </a:txBody>
                  <a:tcPr/>
                </a:tc>
                <a:tc>
                  <a:txBody>
                    <a:bodyPr/>
                    <a:lstStyle/>
                    <a:p>
                      <a:r>
                        <a:rPr lang="en-US" dirty="0"/>
                        <a:t>Cognitive Assessments</a:t>
                      </a:r>
                    </a:p>
                  </a:txBody>
                  <a:tcPr/>
                </a:tc>
                <a:extLst>
                  <a:ext uri="{0D108BD9-81ED-4DB2-BD59-A6C34878D82A}">
                    <a16:rowId xmlns:a16="http://schemas.microsoft.com/office/drawing/2014/main" val="2119104543"/>
                  </a:ext>
                </a:extLst>
              </a:tr>
              <a:tr h="370840">
                <a:tc>
                  <a:txBody>
                    <a:bodyPr/>
                    <a:lstStyle/>
                    <a:p>
                      <a:r>
                        <a:rPr lang="en-US" b="1" dirty="0"/>
                        <a:t>Subjective Assessments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Self-questionnaires and Expert Interviews</a:t>
                      </a:r>
                    </a:p>
                  </a:txBody>
                  <a:tcPr/>
                </a:tc>
                <a:tc>
                  <a:txBody>
                    <a:bodyPr/>
                    <a:lstStyle/>
                    <a:p>
                      <a:r>
                        <a:rPr lang="en-US" dirty="0"/>
                        <a:t>NASA-TLX</a:t>
                      </a:r>
                    </a:p>
                  </a:txBody>
                  <a:tcPr/>
                </a:tc>
                <a:tc>
                  <a:txBody>
                    <a:bodyPr/>
                    <a:lstStyle/>
                    <a:p>
                      <a:r>
                        <a:rPr lang="en-US" dirty="0"/>
                        <a:t>Subjective self-reports:</a:t>
                      </a:r>
                    </a:p>
                    <a:p>
                      <a:r>
                        <a:rPr lang="en-US" dirty="0"/>
                        <a:t>Cognitive Load Assessment for Manufacturing (CLAM)</a:t>
                      </a:r>
                    </a:p>
                  </a:txBody>
                  <a:tcPr/>
                </a:tc>
                <a:extLst>
                  <a:ext uri="{0D108BD9-81ED-4DB2-BD59-A6C34878D82A}">
                    <a16:rowId xmlns:a16="http://schemas.microsoft.com/office/drawing/2014/main" val="1286255169"/>
                  </a:ext>
                </a:extLst>
              </a:tr>
              <a:tr h="370840">
                <a:tc>
                  <a:txBody>
                    <a:bodyPr/>
                    <a:lstStyle/>
                    <a:p>
                      <a:r>
                        <a:rPr lang="en-US" b="1" dirty="0"/>
                        <a:t>Systematic Observations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Worksheets filled by skilled observers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RULA, REBA, Ergonomic Assessment Worksheet (EAWS), NIOSH Lifting Equation, SI</a:t>
                      </a:r>
                    </a:p>
                  </a:txBody>
                  <a:tcPr/>
                </a:tc>
                <a:tc>
                  <a:txBody>
                    <a:bodyPr/>
                    <a:lstStyle/>
                    <a:p>
                      <a:r>
                        <a:rPr lang="en-US" dirty="0"/>
                        <a:t>Performance measures on primary and secondary tasks, </a:t>
                      </a:r>
                      <a:r>
                        <a:rPr lang="en-US" b="1" dirty="0"/>
                        <a:t>cameras with emotion-recognition software</a:t>
                      </a:r>
                      <a:r>
                        <a:rPr lang="en-US" dirty="0"/>
                        <a:t>*</a:t>
                      </a:r>
                    </a:p>
                  </a:txBody>
                  <a:tcPr/>
                </a:tc>
                <a:extLst>
                  <a:ext uri="{0D108BD9-81ED-4DB2-BD59-A6C34878D82A}">
                    <a16:rowId xmlns:a16="http://schemas.microsoft.com/office/drawing/2014/main" val="2677279261"/>
                  </a:ext>
                </a:extLst>
              </a:tr>
              <a:tr h="370840">
                <a:tc>
                  <a:txBody>
                    <a:bodyPr/>
                    <a:lstStyle/>
                    <a:p>
                      <a:r>
                        <a:rPr lang="en-US" b="1" dirty="0"/>
                        <a:t>Direct Measures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Performed on-site or during simulations</a:t>
                      </a:r>
                    </a:p>
                  </a:txBody>
                  <a:tcPr/>
                </a:tc>
                <a:tc>
                  <a:txBody>
                    <a:bodyPr/>
                    <a:lstStyle/>
                    <a:p>
                      <a:r>
                        <a:rPr lang="en-US" dirty="0" err="1"/>
                        <a:t>OpenSim</a:t>
                      </a:r>
                      <a:r>
                        <a:rPr lang="en-US" dirty="0"/>
                        <a:t>, Anybody, Virtual Interactive Musculoskeletal System (VIMS), EMG, Biosensors (</a:t>
                      </a:r>
                      <a:r>
                        <a:rPr lang="en-US" b="1" dirty="0"/>
                        <a:t>especially eye-tracking, motion capture, force gloves, and force boots</a:t>
                      </a:r>
                      <a:r>
                        <a:rPr lang="en-US" dirty="0"/>
                        <a:t>)</a:t>
                      </a:r>
                    </a:p>
                  </a:txBody>
                  <a:tcPr/>
                </a:tc>
                <a:tc>
                  <a:txBody>
                    <a:bodyPr/>
                    <a:lstStyle/>
                    <a:p>
                      <a:r>
                        <a:rPr lang="en-US" dirty="0"/>
                        <a:t>EEG, Galvanic Skin Response (GSR or EDA), respiratory activity, eye activity, cortisol level, speech measures</a:t>
                      </a:r>
                    </a:p>
                  </a:txBody>
                  <a:tcPr/>
                </a:tc>
                <a:extLst>
                  <a:ext uri="{0D108BD9-81ED-4DB2-BD59-A6C34878D82A}">
                    <a16:rowId xmlns:a16="http://schemas.microsoft.com/office/drawing/2014/main" val="1340041467"/>
                  </a:ext>
                </a:extLst>
              </a:tr>
            </a:tbl>
          </a:graphicData>
        </a:graphic>
      </p:graphicFrame>
      <p:sp>
        <p:nvSpPr>
          <p:cNvPr id="3" name="Date Placeholder 2">
            <a:extLst>
              <a:ext uri="{FF2B5EF4-FFF2-40B4-BE49-F238E27FC236}">
                <a16:creationId xmlns:a16="http://schemas.microsoft.com/office/drawing/2014/main" id="{BECF49D8-3E9F-8465-2BF0-94543FB36CC3}"/>
              </a:ext>
            </a:extLst>
          </p:cNvPr>
          <p:cNvSpPr>
            <a:spLocks noGrp="1"/>
          </p:cNvSpPr>
          <p:nvPr>
            <p:ph type="dt" sz="half" idx="10"/>
          </p:nvPr>
        </p:nvSpPr>
        <p:spPr/>
        <p:txBody>
          <a:bodyPr/>
          <a:lstStyle/>
          <a:p>
            <a:fld id="{B6FF065F-039D-47CE-A441-ACC369394919}" type="datetime1">
              <a:rPr lang="en-US" smtClean="0"/>
              <a:t>4/16/25</a:t>
            </a:fld>
            <a:endParaRPr lang="en-US" dirty="0"/>
          </a:p>
        </p:txBody>
      </p:sp>
      <p:sp>
        <p:nvSpPr>
          <p:cNvPr id="5" name="Slide Number Placeholder 4">
            <a:extLst>
              <a:ext uri="{FF2B5EF4-FFF2-40B4-BE49-F238E27FC236}">
                <a16:creationId xmlns:a16="http://schemas.microsoft.com/office/drawing/2014/main" id="{47A535A1-8335-0742-24A9-36112381602C}"/>
              </a:ext>
            </a:extLst>
          </p:cNvPr>
          <p:cNvSpPr>
            <a:spLocks noGrp="1"/>
          </p:cNvSpPr>
          <p:nvPr>
            <p:ph type="sldNum" sz="quarter" idx="12"/>
          </p:nvPr>
        </p:nvSpPr>
        <p:spPr/>
        <p:txBody>
          <a:bodyPr/>
          <a:lstStyle/>
          <a:p>
            <a:fld id="{CC057153-B650-4DEB-B370-79DDCFDCE934}" type="slidenum">
              <a:rPr lang="en-US" smtClean="0"/>
              <a:pPr/>
              <a:t>21</a:t>
            </a:fld>
            <a:endParaRPr lang="en-US" dirty="0"/>
          </a:p>
        </p:txBody>
      </p:sp>
      <p:sp>
        <p:nvSpPr>
          <p:cNvPr id="6" name="Title 5">
            <a:extLst>
              <a:ext uri="{FF2B5EF4-FFF2-40B4-BE49-F238E27FC236}">
                <a16:creationId xmlns:a16="http://schemas.microsoft.com/office/drawing/2014/main" id="{1B8CB3B6-6904-346C-9F13-2ECAC43E5671}"/>
              </a:ext>
            </a:extLst>
          </p:cNvPr>
          <p:cNvSpPr>
            <a:spLocks noGrp="1"/>
          </p:cNvSpPr>
          <p:nvPr>
            <p:ph type="ctrTitle"/>
          </p:nvPr>
        </p:nvSpPr>
        <p:spPr/>
        <p:txBody>
          <a:bodyPr/>
          <a:lstStyle/>
          <a:p>
            <a:r>
              <a:rPr lang="en-US" dirty="0"/>
              <a:t>Summary of Available Assessment Tools</a:t>
            </a:r>
          </a:p>
        </p:txBody>
      </p:sp>
    </p:spTree>
    <p:extLst>
      <p:ext uri="{BB962C8B-B14F-4D97-AF65-F5344CB8AC3E}">
        <p14:creationId xmlns:p14="http://schemas.microsoft.com/office/powerpoint/2010/main" val="4174991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3F33D-9C03-311C-AEA5-5308F693B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5F430-C2E3-BDA6-1974-7AEC48A91352}"/>
              </a:ext>
            </a:extLst>
          </p:cNvPr>
          <p:cNvSpPr>
            <a:spLocks noGrp="1"/>
          </p:cNvSpPr>
          <p:nvPr>
            <p:ph type="title"/>
          </p:nvPr>
        </p:nvSpPr>
        <p:spPr>
          <a:xfrm>
            <a:off x="612647" y="683839"/>
            <a:ext cx="5821203" cy="2745162"/>
          </a:xfrm>
        </p:spPr>
        <p:txBody>
          <a:bodyPr>
            <a:normAutofit fontScale="90000"/>
          </a:bodyPr>
          <a:lstStyle/>
          <a:p>
            <a:r>
              <a:rPr lang="en-US" dirty="0"/>
              <a:t>Future Research Trends</a:t>
            </a:r>
          </a:p>
        </p:txBody>
      </p:sp>
      <p:sp>
        <p:nvSpPr>
          <p:cNvPr id="4" name="Date Placeholder 3">
            <a:extLst>
              <a:ext uri="{FF2B5EF4-FFF2-40B4-BE49-F238E27FC236}">
                <a16:creationId xmlns:a16="http://schemas.microsoft.com/office/drawing/2014/main" id="{A5A99391-7E14-97BA-BFFF-2ED15260FF47}"/>
              </a:ext>
            </a:extLst>
          </p:cNvPr>
          <p:cNvSpPr>
            <a:spLocks noGrp="1"/>
          </p:cNvSpPr>
          <p:nvPr>
            <p:ph type="dt" sz="half" idx="10"/>
          </p:nvPr>
        </p:nvSpPr>
        <p:spPr/>
        <p:txBody>
          <a:bodyPr/>
          <a:lstStyle/>
          <a:p>
            <a:fld id="{4525A5FE-397B-448A-8A6A-CC4A8695FBAC}" type="datetime1">
              <a:rPr lang="en-US" smtClean="0"/>
              <a:t>4/16/25</a:t>
            </a:fld>
            <a:endParaRPr lang="en-US" dirty="0"/>
          </a:p>
        </p:txBody>
      </p:sp>
      <p:sp>
        <p:nvSpPr>
          <p:cNvPr id="6" name="Slide Number Placeholder 5">
            <a:extLst>
              <a:ext uri="{FF2B5EF4-FFF2-40B4-BE49-F238E27FC236}">
                <a16:creationId xmlns:a16="http://schemas.microsoft.com/office/drawing/2014/main" id="{30E74139-3CF1-E32C-2212-0F0F47A8500C}"/>
              </a:ext>
            </a:extLst>
          </p:cNvPr>
          <p:cNvSpPr>
            <a:spLocks noGrp="1"/>
          </p:cNvSpPr>
          <p:nvPr>
            <p:ph type="sldNum" sz="quarter" idx="12"/>
          </p:nvPr>
        </p:nvSpPr>
        <p:spPr/>
        <p:txBody>
          <a:bodyPr/>
          <a:lstStyle/>
          <a:p>
            <a:fld id="{CC057153-B650-4DEB-B370-79DDCFDCE934}" type="slidenum">
              <a:rPr lang="en-US" smtClean="0"/>
              <a:pPr/>
              <a:t>22</a:t>
            </a:fld>
            <a:endParaRPr lang="en-US" dirty="0"/>
          </a:p>
        </p:txBody>
      </p:sp>
      <p:sp>
        <p:nvSpPr>
          <p:cNvPr id="8" name="Text Placeholder 7">
            <a:extLst>
              <a:ext uri="{FF2B5EF4-FFF2-40B4-BE49-F238E27FC236}">
                <a16:creationId xmlns:a16="http://schemas.microsoft.com/office/drawing/2014/main" id="{6A3992FF-A79E-5031-FF06-E23B11AA44CC}"/>
              </a:ext>
            </a:extLst>
          </p:cNvPr>
          <p:cNvSpPr>
            <a:spLocks noGrp="1"/>
          </p:cNvSpPr>
          <p:nvPr>
            <p:ph type="body" idx="1"/>
          </p:nvPr>
        </p:nvSpPr>
        <p:spPr>
          <a:xfrm>
            <a:off x="6734432" y="3429000"/>
            <a:ext cx="4184976" cy="2896336"/>
          </a:xfrm>
        </p:spPr>
        <p:txBody>
          <a:bodyPr vert="horz" lIns="91440" tIns="45720" rIns="91440" bIns="45720" rtlCol="0" anchor="t">
            <a:normAutofit/>
          </a:bodyPr>
          <a:lstStyle/>
          <a:p>
            <a:pPr marL="342900" indent="-342900">
              <a:buChar char="•"/>
            </a:pPr>
            <a:r>
              <a:rPr lang="en-US" dirty="0"/>
              <a:t>Increasing Adoptability</a:t>
            </a:r>
          </a:p>
          <a:p>
            <a:pPr marL="342900" indent="-342900">
              <a:buChar char="•"/>
            </a:pPr>
            <a:r>
              <a:rPr lang="en-US" dirty="0"/>
              <a:t>Improving Assessments</a:t>
            </a:r>
          </a:p>
          <a:p>
            <a:pPr marL="342900" indent="-342900">
              <a:buChar char="•"/>
            </a:pPr>
            <a:r>
              <a:rPr lang="en-US" dirty="0"/>
              <a:t>Discussion</a:t>
            </a:r>
          </a:p>
          <a:p>
            <a:endParaRPr lang="en-US" dirty="0"/>
          </a:p>
          <a:p>
            <a:pPr marL="342900" indent="-342900">
              <a:buChar char="•"/>
            </a:pPr>
            <a:endParaRPr lang="en-US" dirty="0"/>
          </a:p>
        </p:txBody>
      </p:sp>
    </p:spTree>
    <p:extLst>
      <p:ext uri="{BB962C8B-B14F-4D97-AF65-F5344CB8AC3E}">
        <p14:creationId xmlns:p14="http://schemas.microsoft.com/office/powerpoint/2010/main" val="4049905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93D26-FD3E-9608-ACB1-D40FA75B43FE}"/>
              </a:ext>
            </a:extLst>
          </p:cNvPr>
          <p:cNvSpPr>
            <a:spLocks noGrp="1"/>
          </p:cNvSpPr>
          <p:nvPr>
            <p:ph sz="quarter" idx="14"/>
          </p:nvPr>
        </p:nvSpPr>
        <p:spPr/>
        <p:txBody>
          <a:bodyPr>
            <a:normAutofit fontScale="92500" lnSpcReduction="20000"/>
          </a:bodyPr>
          <a:lstStyle/>
          <a:p>
            <a:pPr marL="0" indent="0">
              <a:buNone/>
            </a:pPr>
            <a:r>
              <a:rPr lang="en-US" dirty="0"/>
              <a:t>More accessible tools are needed so CoBots can be adopted by more industries and audiences. </a:t>
            </a:r>
          </a:p>
          <a:p>
            <a:pPr marL="0" indent="0">
              <a:buNone/>
            </a:pPr>
            <a:r>
              <a:rPr lang="en-US" dirty="0"/>
              <a:t>“...the study of human ergonomics in collaborative robotic workstations is relatively a new topic, still looking for practical solutions. ... The actual research tends to rely on elaborate and time-consuming data post-processing. Consequently, available tools can be used almost exclusively by experts or merely provide subjective and offline insights about human ergonomics, inhibiting their applicability in real-world environments.”</a:t>
            </a:r>
          </a:p>
          <a:p>
            <a:pPr marL="0" indent="0">
              <a:buNone/>
            </a:pPr>
            <a:r>
              <a:rPr lang="en-US" dirty="0"/>
              <a:t>“One of the main current challenges is being able to perform assessments on the actual manufacturing floor instead of in a lab. As such, the present researchers advocate for adopting wearable sensor technologies to maximize user comfort without hindering workers' daily activity.”</a:t>
            </a:r>
          </a:p>
          <a:p>
            <a:pPr marL="0" indent="0">
              <a:buNone/>
            </a:pPr>
            <a:endParaRPr lang="en-US" dirty="0"/>
          </a:p>
        </p:txBody>
      </p:sp>
      <p:pic>
        <p:nvPicPr>
          <p:cNvPr id="10" name="Picture Placeholder 9" descr="A person in a lab coat working on a robotic arm&#10;&#10;Description automatically generated">
            <a:extLst>
              <a:ext uri="{FF2B5EF4-FFF2-40B4-BE49-F238E27FC236}">
                <a16:creationId xmlns:a16="http://schemas.microsoft.com/office/drawing/2014/main" id="{B9A4F2C3-8ED2-A482-F2DC-AA2D68C51E4B}"/>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31632" r="31632"/>
          <a:stretch>
            <a:fillRect/>
          </a:stretch>
        </p:blipFill>
        <p:spPr>
          <a:xfrm flipH="1">
            <a:off x="115866" y="0"/>
            <a:ext cx="4837176" cy="6858000"/>
          </a:xfrm>
        </p:spPr>
      </p:pic>
      <p:sp>
        <p:nvSpPr>
          <p:cNvPr id="5" name="Date Placeholder 4">
            <a:extLst>
              <a:ext uri="{FF2B5EF4-FFF2-40B4-BE49-F238E27FC236}">
                <a16:creationId xmlns:a16="http://schemas.microsoft.com/office/drawing/2014/main" id="{9457C785-4042-805E-5305-5881FDA23334}"/>
              </a:ext>
            </a:extLst>
          </p:cNvPr>
          <p:cNvSpPr>
            <a:spLocks noGrp="1"/>
          </p:cNvSpPr>
          <p:nvPr>
            <p:ph type="dt" sz="half" idx="16"/>
          </p:nvPr>
        </p:nvSpPr>
        <p:spPr/>
        <p:txBody>
          <a:bodyPr/>
          <a:lstStyle/>
          <a:p>
            <a:fld id="{5BD047E1-4E32-4ED1-A1F2-DE594031C39B}" type="datetime1">
              <a:rPr lang="en-US" smtClean="0"/>
              <a:t>4/16/25</a:t>
            </a:fld>
            <a:endParaRPr lang="en-US" dirty="0"/>
          </a:p>
        </p:txBody>
      </p:sp>
      <p:sp>
        <p:nvSpPr>
          <p:cNvPr id="7" name="Slide Number Placeholder 6">
            <a:extLst>
              <a:ext uri="{FF2B5EF4-FFF2-40B4-BE49-F238E27FC236}">
                <a16:creationId xmlns:a16="http://schemas.microsoft.com/office/drawing/2014/main" id="{E82521D7-D517-5D72-9CAB-1011F5DDF65F}"/>
              </a:ext>
            </a:extLst>
          </p:cNvPr>
          <p:cNvSpPr>
            <a:spLocks noGrp="1"/>
          </p:cNvSpPr>
          <p:nvPr>
            <p:ph type="sldNum" sz="quarter" idx="18"/>
          </p:nvPr>
        </p:nvSpPr>
        <p:spPr/>
        <p:txBody>
          <a:bodyPr/>
          <a:lstStyle/>
          <a:p>
            <a:fld id="{CC057153-B650-4DEB-B370-79DDCFDCE934}" type="slidenum">
              <a:rPr lang="en-US" smtClean="0"/>
              <a:pPr/>
              <a:t>23</a:t>
            </a:fld>
            <a:endParaRPr lang="en-US" dirty="0"/>
          </a:p>
        </p:txBody>
      </p:sp>
      <p:sp>
        <p:nvSpPr>
          <p:cNvPr id="8" name="Title 1">
            <a:extLst>
              <a:ext uri="{FF2B5EF4-FFF2-40B4-BE49-F238E27FC236}">
                <a16:creationId xmlns:a16="http://schemas.microsoft.com/office/drawing/2014/main" id="{204209E5-6470-7D94-72AE-6E5EC06EC345}"/>
              </a:ext>
            </a:extLst>
          </p:cNvPr>
          <p:cNvSpPr>
            <a:spLocks noGrp="1"/>
          </p:cNvSpPr>
          <p:nvPr/>
        </p:nvSpPr>
        <p:spPr>
          <a:xfrm>
            <a:off x="5605272" y="914400"/>
            <a:ext cx="5961888" cy="8229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Increasing Adopt-ability</a:t>
            </a:r>
            <a:endParaRPr lang="en-US" dirty="0">
              <a:gradFill>
                <a:gsLst>
                  <a:gs pos="0">
                    <a:srgbClr val="66C26C"/>
                  </a:gs>
                  <a:gs pos="100000">
                    <a:srgbClr val="25AAD5"/>
                  </a:gs>
                </a:gsLst>
                <a:lin ang="13800000" scaled="0"/>
              </a:gradFill>
            </a:endParaRPr>
          </a:p>
        </p:txBody>
      </p:sp>
    </p:spTree>
    <p:extLst>
      <p:ext uri="{BB962C8B-B14F-4D97-AF65-F5344CB8AC3E}">
        <p14:creationId xmlns:p14="http://schemas.microsoft.com/office/powerpoint/2010/main" val="2917560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4ADDBC-799F-D984-B7F3-88AC531E6F3E}"/>
              </a:ext>
            </a:extLst>
          </p:cNvPr>
          <p:cNvSpPr>
            <a:spLocks noGrp="1"/>
          </p:cNvSpPr>
          <p:nvPr>
            <p:ph sz="quarter" idx="14"/>
          </p:nvPr>
        </p:nvSpPr>
        <p:spPr>
          <a:xfrm>
            <a:off x="612648" y="2084832"/>
            <a:ext cx="4389120" cy="4169664"/>
          </a:xfrm>
        </p:spPr>
        <p:txBody>
          <a:bodyPr>
            <a:normAutofit/>
          </a:bodyPr>
          <a:lstStyle/>
          <a:p>
            <a:pPr marL="0" indent="0">
              <a:lnSpc>
                <a:spcPct val="110000"/>
              </a:lnSpc>
              <a:buNone/>
            </a:pPr>
            <a:r>
              <a:rPr lang="en-US" sz="1500" dirty="0"/>
              <a:t>Cognitive ergonomics, user acceptance, and reliable mental load measures will be required to ensure safe and effective adoption of CoBots in real-world industrial environments. </a:t>
            </a:r>
          </a:p>
          <a:p>
            <a:pPr marL="0" indent="0">
              <a:lnSpc>
                <a:spcPct val="110000"/>
              </a:lnSpc>
              <a:buNone/>
            </a:pPr>
            <a:r>
              <a:rPr lang="en-US" sz="1500" dirty="0"/>
              <a:t>Tools like the NASA-TLX should be updated.</a:t>
            </a:r>
          </a:p>
          <a:p>
            <a:pPr marL="0" indent="0">
              <a:lnSpc>
                <a:spcPct val="110000"/>
              </a:lnSpc>
              <a:buNone/>
            </a:pPr>
            <a:r>
              <a:rPr lang="en-US" sz="1500" dirty="0"/>
              <a:t>"When the technologies for ergonomics monitoring and HRC ... reach a more mature level, the challenges to be addressed include the cost-effectiveness, the level of expertise needed to implement and maintain them, and the multi-person examination capacity. These challenges are not only limited to the technical aspects but also to the regulatory ones, such as privacy issues when it comes to monitoring of humans."</a:t>
            </a:r>
          </a:p>
        </p:txBody>
      </p:sp>
      <p:pic>
        <p:nvPicPr>
          <p:cNvPr id="9" name="Picture Placeholder 8" descr="A person and person standing next to a robot&#10;&#10;Description automatically generated">
            <a:extLst>
              <a:ext uri="{FF2B5EF4-FFF2-40B4-BE49-F238E27FC236}">
                <a16:creationId xmlns:a16="http://schemas.microsoft.com/office/drawing/2014/main" id="{4540CF64-51D5-EF18-ACC1-96AEB08452E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6867" t="-1" r="20758" b="-1"/>
          <a:stretch/>
        </p:blipFill>
        <p:spPr>
          <a:xfrm>
            <a:off x="5660263" y="10"/>
            <a:ext cx="6408375" cy="6857990"/>
          </a:xfrm>
          <a:noFill/>
        </p:spPr>
      </p:pic>
      <p:sp>
        <p:nvSpPr>
          <p:cNvPr id="5" name="Date Placeholder 4">
            <a:extLst>
              <a:ext uri="{FF2B5EF4-FFF2-40B4-BE49-F238E27FC236}">
                <a16:creationId xmlns:a16="http://schemas.microsoft.com/office/drawing/2014/main" id="{EE91B5C7-2D82-6A21-F286-EC01E32AF035}"/>
              </a:ext>
            </a:extLst>
          </p:cNvPr>
          <p:cNvSpPr>
            <a:spLocks noGrp="1"/>
          </p:cNvSpPr>
          <p:nvPr>
            <p:ph type="dt" sz="half" idx="16"/>
          </p:nvPr>
        </p:nvSpPr>
        <p:spPr>
          <a:xfrm>
            <a:off x="3264408" y="6318504"/>
            <a:ext cx="1325880" cy="365760"/>
          </a:xfrm>
        </p:spPr>
        <p:txBody>
          <a:bodyPr anchor="ctr">
            <a:normAutofit/>
          </a:bodyPr>
          <a:lstStyle/>
          <a:p>
            <a:pPr>
              <a:spcAft>
                <a:spcPts val="600"/>
              </a:spcAft>
            </a:pPr>
            <a:fld id="{CD5645A2-ECAE-40B8-8DE1-E5D730275A56}" type="datetime1">
              <a:rPr lang="en-US" smtClean="0"/>
              <a:pPr>
                <a:spcAft>
                  <a:spcPts val="600"/>
                </a:spcAft>
              </a:pPr>
              <a:t>4/16/25</a:t>
            </a:fld>
            <a:endParaRPr lang="en-US"/>
          </a:p>
        </p:txBody>
      </p:sp>
      <p:sp>
        <p:nvSpPr>
          <p:cNvPr id="7" name="Slide Number Placeholder 6">
            <a:extLst>
              <a:ext uri="{FF2B5EF4-FFF2-40B4-BE49-F238E27FC236}">
                <a16:creationId xmlns:a16="http://schemas.microsoft.com/office/drawing/2014/main" id="{DE27ECA2-BBD1-AD54-4C39-654D0CC3C70C}"/>
              </a:ext>
            </a:extLst>
          </p:cNvPr>
          <p:cNvSpPr>
            <a:spLocks noGrp="1"/>
          </p:cNvSpPr>
          <p:nvPr>
            <p:ph type="sldNum" sz="quarter" idx="18"/>
          </p:nvPr>
        </p:nvSpPr>
        <p:spPr>
          <a:xfrm>
            <a:off x="4507992" y="6318504"/>
            <a:ext cx="493776" cy="365760"/>
          </a:xfrm>
        </p:spPr>
        <p:txBody>
          <a:bodyPr anchor="ctr">
            <a:normAutofit/>
          </a:bodyPr>
          <a:lstStyle/>
          <a:p>
            <a:pPr>
              <a:spcAft>
                <a:spcPts val="600"/>
              </a:spcAft>
            </a:pPr>
            <a:fld id="{CC057153-B650-4DEB-B370-79DDCFDCE934}" type="slidenum">
              <a:rPr lang="en-US" smtClean="0"/>
              <a:pPr>
                <a:spcAft>
                  <a:spcPts val="600"/>
                </a:spcAft>
              </a:pPr>
              <a:t>24</a:t>
            </a:fld>
            <a:endParaRPr lang="en-US"/>
          </a:p>
        </p:txBody>
      </p:sp>
      <p:sp>
        <p:nvSpPr>
          <p:cNvPr id="10" name="Title 1">
            <a:extLst>
              <a:ext uri="{FF2B5EF4-FFF2-40B4-BE49-F238E27FC236}">
                <a16:creationId xmlns:a16="http://schemas.microsoft.com/office/drawing/2014/main" id="{A25AC168-15CD-E924-D410-F413D3C15A30}"/>
              </a:ext>
            </a:extLst>
          </p:cNvPr>
          <p:cNvSpPr>
            <a:spLocks noGrp="1"/>
          </p:cNvSpPr>
          <p:nvPr/>
        </p:nvSpPr>
        <p:spPr>
          <a:xfrm>
            <a:off x="592818" y="1407735"/>
            <a:ext cx="4499179" cy="8229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gradFill>
                  <a:gsLst>
                    <a:gs pos="0">
                      <a:schemeClr val="accent5"/>
                    </a:gs>
                    <a:gs pos="100000">
                      <a:schemeClr val="accent2"/>
                    </a:gs>
                  </a:gsLst>
                  <a:lin ang="13800000" scaled="0"/>
                </a:gradFill>
                <a:latin typeface="+mj-lt"/>
                <a:ea typeface="+mj-ea"/>
                <a:cs typeface="+mj-cs"/>
              </a:defRPr>
            </a:lvl1pPr>
          </a:lstStyle>
          <a:p>
            <a:r>
              <a:rPr lang="en-US" dirty="0"/>
              <a:t>Improving Assessments</a:t>
            </a:r>
            <a:endParaRPr lang="en-US" dirty="0">
              <a:gradFill>
                <a:gsLst>
                  <a:gs pos="0">
                    <a:srgbClr val="66C26C"/>
                  </a:gs>
                  <a:gs pos="100000">
                    <a:srgbClr val="25AAD5"/>
                  </a:gs>
                </a:gsLst>
                <a:lin ang="13800000" scaled="0"/>
              </a:gradFill>
            </a:endParaRPr>
          </a:p>
        </p:txBody>
      </p:sp>
    </p:spTree>
    <p:extLst>
      <p:ext uri="{BB962C8B-B14F-4D97-AF65-F5344CB8AC3E}">
        <p14:creationId xmlns:p14="http://schemas.microsoft.com/office/powerpoint/2010/main" val="229694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BA28-7B5B-3D59-0D23-C072A5C2A52B}"/>
              </a:ext>
            </a:extLst>
          </p:cNvPr>
          <p:cNvSpPr>
            <a:spLocks noGrp="1"/>
          </p:cNvSpPr>
          <p:nvPr>
            <p:ph type="title"/>
          </p:nvPr>
        </p:nvSpPr>
        <p:spPr>
          <a:xfrm>
            <a:off x="612648" y="441124"/>
            <a:ext cx="6528816" cy="1376319"/>
          </a:xfrm>
        </p:spPr>
        <p:txBody>
          <a:bodyPr/>
          <a:lstStyle/>
          <a:p>
            <a:r>
              <a:rPr lang="en-US" dirty="0"/>
              <a:t>Discussion</a:t>
            </a:r>
          </a:p>
        </p:txBody>
      </p:sp>
      <p:sp>
        <p:nvSpPr>
          <p:cNvPr id="3" name="Subtitle 2">
            <a:extLst>
              <a:ext uri="{FF2B5EF4-FFF2-40B4-BE49-F238E27FC236}">
                <a16:creationId xmlns:a16="http://schemas.microsoft.com/office/drawing/2014/main" id="{58443BCF-B6AE-B157-B5A8-60575A5F5EBF}"/>
              </a:ext>
            </a:extLst>
          </p:cNvPr>
          <p:cNvSpPr>
            <a:spLocks noGrp="1"/>
          </p:cNvSpPr>
          <p:nvPr>
            <p:ph type="body" idx="1"/>
          </p:nvPr>
        </p:nvSpPr>
        <p:spPr>
          <a:xfrm>
            <a:off x="612648" y="2633031"/>
            <a:ext cx="5345700" cy="3354814"/>
          </a:xfrm>
        </p:spPr>
        <p:txBody>
          <a:bodyPr>
            <a:noAutofit/>
          </a:bodyPr>
          <a:lstStyle/>
          <a:p>
            <a:r>
              <a:rPr lang="en-US" dirty="0"/>
              <a:t>What do you think could get in the way of CoBots being adopted more widely?</a:t>
            </a:r>
          </a:p>
          <a:p>
            <a:r>
              <a:rPr lang="en-US" dirty="0"/>
              <a:t>Are there other factors that need to be considered? </a:t>
            </a:r>
          </a:p>
          <a:p>
            <a:r>
              <a:rPr lang="en-US" dirty="0"/>
              <a:t>What other applications do you see for these devices? </a:t>
            </a:r>
          </a:p>
          <a:p>
            <a:r>
              <a:rPr lang="en-US" dirty="0"/>
              <a:t>What advantages do these machines have over Exoskeletons? </a:t>
            </a:r>
          </a:p>
        </p:txBody>
      </p:sp>
      <p:sp>
        <p:nvSpPr>
          <p:cNvPr id="4" name="Date Placeholder 3">
            <a:extLst>
              <a:ext uri="{FF2B5EF4-FFF2-40B4-BE49-F238E27FC236}">
                <a16:creationId xmlns:a16="http://schemas.microsoft.com/office/drawing/2014/main" id="{89DE6DB8-6BE8-7C97-E61C-F94DAF2C554E}"/>
              </a:ext>
            </a:extLst>
          </p:cNvPr>
          <p:cNvSpPr>
            <a:spLocks noGrp="1"/>
          </p:cNvSpPr>
          <p:nvPr>
            <p:ph type="dt" sz="half" idx="10"/>
          </p:nvPr>
        </p:nvSpPr>
        <p:spPr/>
        <p:txBody>
          <a:bodyPr/>
          <a:lstStyle/>
          <a:p>
            <a:fld id="{AFB669B5-CAEA-4965-985A-5433764635B5}" type="datetime1">
              <a:rPr lang="en-US" smtClean="0"/>
              <a:t>4/16/25</a:t>
            </a:fld>
            <a:endParaRPr lang="en-US" dirty="0"/>
          </a:p>
        </p:txBody>
      </p:sp>
      <p:sp>
        <p:nvSpPr>
          <p:cNvPr id="6" name="Slide Number Placeholder 5">
            <a:extLst>
              <a:ext uri="{FF2B5EF4-FFF2-40B4-BE49-F238E27FC236}">
                <a16:creationId xmlns:a16="http://schemas.microsoft.com/office/drawing/2014/main" id="{63D053D8-E943-8E14-7BB2-B2C5B1114FE4}"/>
              </a:ext>
            </a:extLst>
          </p:cNvPr>
          <p:cNvSpPr>
            <a:spLocks noGrp="1"/>
          </p:cNvSpPr>
          <p:nvPr>
            <p:ph type="sldNum" sz="quarter" idx="12"/>
          </p:nvPr>
        </p:nvSpPr>
        <p:spPr/>
        <p:txBody>
          <a:bodyPr/>
          <a:lstStyle/>
          <a:p>
            <a:fld id="{CC057153-B650-4DEB-B370-79DDCFDCE934}" type="slidenum">
              <a:rPr lang="en-US" smtClean="0"/>
              <a:pPr/>
              <a:t>25</a:t>
            </a:fld>
            <a:endParaRPr lang="en-US" dirty="0"/>
          </a:p>
        </p:txBody>
      </p:sp>
    </p:spTree>
    <p:extLst>
      <p:ext uri="{BB962C8B-B14F-4D97-AF65-F5344CB8AC3E}">
        <p14:creationId xmlns:p14="http://schemas.microsoft.com/office/powerpoint/2010/main" val="3762730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09B1-CECE-7466-7044-9D73619E56A1}"/>
              </a:ext>
            </a:extLst>
          </p:cNvPr>
          <p:cNvSpPr>
            <a:spLocks noGrp="1"/>
          </p:cNvSpPr>
          <p:nvPr>
            <p:ph type="ctrTitle"/>
          </p:nvPr>
        </p:nvSpPr>
        <p:spPr>
          <a:xfrm>
            <a:off x="522732" y="4965192"/>
            <a:ext cx="11146536" cy="786384"/>
          </a:xfrm>
        </p:spPr>
        <p:txBody>
          <a:bodyPr/>
          <a:lstStyle/>
          <a:p>
            <a:r>
              <a:rPr lang="en-US" dirty="0"/>
              <a:t>Thank you!</a:t>
            </a:r>
          </a:p>
        </p:txBody>
      </p:sp>
      <p:pic>
        <p:nvPicPr>
          <p:cNvPr id="6" name="Picture Placeholder 5">
            <a:extLst>
              <a:ext uri="{FF2B5EF4-FFF2-40B4-BE49-F238E27FC236}">
                <a16:creationId xmlns:a16="http://schemas.microsoft.com/office/drawing/2014/main" id="{F399F6D6-E5DD-9B87-60D7-475C923835E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2477" b="25260"/>
          <a:stretch/>
        </p:blipFill>
        <p:spPr>
          <a:xfrm>
            <a:off x="0" y="0"/>
            <a:ext cx="12188952" cy="4398264"/>
          </a:xfrm>
        </p:spPr>
      </p:pic>
      <p:sp>
        <p:nvSpPr>
          <p:cNvPr id="4" name="Date Placeholder 3">
            <a:extLst>
              <a:ext uri="{FF2B5EF4-FFF2-40B4-BE49-F238E27FC236}">
                <a16:creationId xmlns:a16="http://schemas.microsoft.com/office/drawing/2014/main" id="{9F4516EC-75B1-4899-74D6-E7BE24A7B7C2}"/>
              </a:ext>
            </a:extLst>
          </p:cNvPr>
          <p:cNvSpPr>
            <a:spLocks noGrp="1"/>
          </p:cNvSpPr>
          <p:nvPr>
            <p:ph type="dt" sz="half" idx="14"/>
          </p:nvPr>
        </p:nvSpPr>
        <p:spPr/>
        <p:txBody>
          <a:bodyPr/>
          <a:lstStyle/>
          <a:p>
            <a:fld id="{FF32851B-FD3A-4AFC-9936-1B34FE4578A4}" type="datetime1">
              <a:rPr lang="en-US" smtClean="0"/>
              <a:t>4/16/25</a:t>
            </a:fld>
            <a:endParaRPr lang="en-US" dirty="0"/>
          </a:p>
        </p:txBody>
      </p:sp>
      <p:sp>
        <p:nvSpPr>
          <p:cNvPr id="7" name="Slide Number Placeholder 6">
            <a:extLst>
              <a:ext uri="{FF2B5EF4-FFF2-40B4-BE49-F238E27FC236}">
                <a16:creationId xmlns:a16="http://schemas.microsoft.com/office/drawing/2014/main" id="{FDA9C1C2-5458-2A1E-EB88-C74415D41A30}"/>
              </a:ext>
            </a:extLst>
          </p:cNvPr>
          <p:cNvSpPr>
            <a:spLocks noGrp="1"/>
          </p:cNvSpPr>
          <p:nvPr>
            <p:ph type="sldNum" sz="quarter" idx="16"/>
          </p:nvPr>
        </p:nvSpPr>
        <p:spPr/>
        <p:txBody>
          <a:bodyPr/>
          <a:lstStyle/>
          <a:p>
            <a:fld id="{CC057153-B650-4DEB-B370-79DDCFDCE934}" type="slidenum">
              <a:rPr lang="en-US" smtClean="0"/>
              <a:pPr/>
              <a:t>26</a:t>
            </a:fld>
            <a:endParaRPr lang="en-US" dirty="0"/>
          </a:p>
        </p:txBody>
      </p:sp>
      <p:sp>
        <p:nvSpPr>
          <p:cNvPr id="9" name="Subtitle 8">
            <a:extLst>
              <a:ext uri="{FF2B5EF4-FFF2-40B4-BE49-F238E27FC236}">
                <a16:creationId xmlns:a16="http://schemas.microsoft.com/office/drawing/2014/main" id="{1A9FAF47-FD0E-8CD2-FA26-FC3213AECD72}"/>
              </a:ext>
            </a:extLst>
          </p:cNvPr>
          <p:cNvSpPr>
            <a:spLocks noGrp="1"/>
          </p:cNvSpPr>
          <p:nvPr>
            <p:ph type="subTitle" idx="1"/>
          </p:nvPr>
        </p:nvSpPr>
        <p:spPr/>
        <p:txBody>
          <a:bodyPr/>
          <a:lstStyle/>
          <a:p>
            <a:r>
              <a:rPr lang="en-US" dirty="0"/>
              <a:t>Any questions?</a:t>
            </a:r>
          </a:p>
        </p:txBody>
      </p:sp>
    </p:spTree>
    <p:extLst>
      <p:ext uri="{BB962C8B-B14F-4D97-AF65-F5344CB8AC3E}">
        <p14:creationId xmlns:p14="http://schemas.microsoft.com/office/powerpoint/2010/main" val="2999686948"/>
      </p:ext>
    </p:extLst>
  </p:cSld>
  <p:clrMapOvr>
    <a:masterClrMapping/>
  </p:clrMapOvr>
</p:sld>
</file>

<file path=ppt/theme/theme1.xml><?xml version="1.0" encoding="utf-8"?>
<a:theme xmlns:a="http://schemas.openxmlformats.org/drawingml/2006/main" name="ChromaVTI">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_wac_SD_V6" id="{813CACB7-FFBF-451F-BE39-76C974DD84B4}" vid="{7DDF0AE8-F247-461D-B301-0BD9E5C3AC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8FCE68-7C0E-458F-8958-F02EA893DC07}">
  <ds:schemaRefs>
    <ds:schemaRef ds:uri="http://schemas.microsoft.com/sharepoint/v3/contenttype/forms"/>
  </ds:schemaRefs>
</ds:datastoreItem>
</file>

<file path=customXml/itemProps2.xml><?xml version="1.0" encoding="utf-8"?>
<ds:datastoreItem xmlns:ds="http://schemas.openxmlformats.org/officeDocument/2006/customXml" ds:itemID="{92C7DF8D-60D2-4621-89C6-7BC9EA12CA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99A683-6565-4AA8-B99A-7A5F367B8743}">
  <ds:schemaRefs>
    <ds:schemaRef ds:uri="http://purl.org/dc/elements/1.1/"/>
    <ds:schemaRef ds:uri="http://purl.org/dc/dcmitype/"/>
    <ds:schemaRef ds:uri="http://schemas.microsoft.com/office/2006/documentManagement/types"/>
    <ds:schemaRef ds:uri="230e9df3-be65-4c73-a93b-d1236ebd677e"/>
    <ds:schemaRef ds:uri="http://schemas.microsoft.com/office/infopath/2007/PartnerControls"/>
    <ds:schemaRef ds:uri="http://schemas.openxmlformats.org/package/2006/metadata/core-properties"/>
    <ds:schemaRef ds:uri="http://purl.org/dc/terms/"/>
    <ds:schemaRef ds:uri="16c05727-aa75-4e4a-9b5f-8a80a1165891"/>
    <ds:schemaRef ds:uri="71af3243-3dd4-4a8d-8c0d-dd76da1f02a5"/>
    <ds:schemaRef ds:uri="http://schemas.microsoft.com/sharepoint/v3"/>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473</TotalTime>
  <Words>3430</Words>
  <Application>Microsoft Macintosh PowerPoint</Application>
  <PresentationFormat>Widescreen</PresentationFormat>
  <Paragraphs>319</Paragraphs>
  <Slides>26</Slides>
  <Notes>20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Light</vt:lpstr>
      <vt:lpstr>Arial</vt:lpstr>
      <vt:lpstr>Calibri</vt:lpstr>
      <vt:lpstr>ChromaVTI</vt:lpstr>
      <vt:lpstr>The Ergonomics of Workplace Robotics</vt:lpstr>
      <vt:lpstr>Overview</vt:lpstr>
      <vt:lpstr>Introduction to Workplace Ergonomics</vt:lpstr>
      <vt:lpstr>The Problems</vt:lpstr>
      <vt:lpstr>Possible Solutions</vt:lpstr>
      <vt:lpstr>PowerPoint Presentation</vt:lpstr>
      <vt:lpstr>PowerPoint Presentation</vt:lpstr>
      <vt:lpstr>CoBots</vt:lpstr>
      <vt:lpstr>PowerPoint Presentation</vt:lpstr>
      <vt:lpstr>PowerPoint Presentation</vt:lpstr>
      <vt:lpstr>PowerPoint Presentation</vt:lpstr>
      <vt:lpstr>PowerPoint Presentation</vt:lpstr>
      <vt:lpstr>Ergonomics of Human-Robot Collaboration</vt:lpstr>
      <vt:lpstr>Physical Ergonomics in HRC</vt:lpstr>
      <vt:lpstr>Cognitive Ergonomics in HRC</vt:lpstr>
      <vt:lpstr>PowerPoint Presentation</vt:lpstr>
      <vt:lpstr>PowerPoint Presentation</vt:lpstr>
      <vt:lpstr>Assessment Tools</vt:lpstr>
      <vt:lpstr>Human-Monitoring Assessments</vt:lpstr>
      <vt:lpstr>Human Monitoring Technologies</vt:lpstr>
      <vt:lpstr>Summary of Available Assessment Tools</vt:lpstr>
      <vt:lpstr>Future Research Trends</vt:lpstr>
      <vt:lpstr>PowerPoint Presentation</vt:lpstr>
      <vt:lpstr>PowerPoint Presentation</vt:lpstr>
      <vt:lpstr>Discussion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Tanner Hansen</cp:lastModifiedBy>
  <cp:revision>534</cp:revision>
  <dcterms:created xsi:type="dcterms:W3CDTF">2025-04-02T06:16:12Z</dcterms:created>
  <dcterms:modified xsi:type="dcterms:W3CDTF">2025-04-16T22:16:34Z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