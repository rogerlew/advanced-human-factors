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3.xml" ContentType="application/vnd.openxmlformats-officedocument.theme+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4.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314" r:id="rId1"/>
    <p:sldMasterId id="2147484317" r:id="rId2"/>
    <p:sldMasterId id="2147484326" r:id="rId3"/>
    <p:sldMasterId id="2147484315" r:id="rId4"/>
    <p:sldMasterId id="2147484316" r:id="rId5"/>
  </p:sldMasterIdLst>
  <p:notesMasterIdLst>
    <p:notesMasterId r:id="rId26"/>
  </p:notesMasterIdLst>
  <p:handoutMasterIdLst>
    <p:handoutMasterId r:id="rId27"/>
  </p:handoutMasterIdLst>
  <p:sldIdLst>
    <p:sldId id="261" r:id="rId6"/>
    <p:sldId id="289" r:id="rId7"/>
    <p:sldId id="296" r:id="rId8"/>
    <p:sldId id="287" r:id="rId9"/>
    <p:sldId id="290" r:id="rId10"/>
    <p:sldId id="281" r:id="rId11"/>
    <p:sldId id="299" r:id="rId12"/>
    <p:sldId id="297" r:id="rId13"/>
    <p:sldId id="300" r:id="rId14"/>
    <p:sldId id="301" r:id="rId15"/>
    <p:sldId id="291" r:id="rId16"/>
    <p:sldId id="283" r:id="rId17"/>
    <p:sldId id="303" r:id="rId18"/>
    <p:sldId id="284" r:id="rId19"/>
    <p:sldId id="285" r:id="rId20"/>
    <p:sldId id="286" r:id="rId21"/>
    <p:sldId id="304" r:id="rId22"/>
    <p:sldId id="305" r:id="rId23"/>
    <p:sldId id="293" r:id="rId24"/>
    <p:sldId id="279" r:id="rId25"/>
  </p:sldIdLst>
  <p:sldSz cx="24385588" cy="13717588"/>
  <p:notesSz cx="6858000" cy="9144000"/>
  <p:defaultTextStyle>
    <a:defPPr>
      <a:defRPr lang="ru-RU"/>
    </a:defPPr>
    <a:lvl1pPr marL="0" algn="l" defTabSz="2438092" rtl="0" eaLnBrk="1" latinLnBrk="0" hangingPunct="1">
      <a:defRPr sz="4800" kern="1200">
        <a:solidFill>
          <a:schemeClr val="tx1"/>
        </a:solidFill>
        <a:latin typeface="+mn-lt"/>
        <a:ea typeface="+mn-ea"/>
        <a:cs typeface="+mn-cs"/>
      </a:defRPr>
    </a:lvl1pPr>
    <a:lvl2pPr marL="1219047" algn="l" defTabSz="2438092" rtl="0" eaLnBrk="1" latinLnBrk="0" hangingPunct="1">
      <a:defRPr sz="4800" kern="1200">
        <a:solidFill>
          <a:schemeClr val="tx1"/>
        </a:solidFill>
        <a:latin typeface="+mn-lt"/>
        <a:ea typeface="+mn-ea"/>
        <a:cs typeface="+mn-cs"/>
      </a:defRPr>
    </a:lvl2pPr>
    <a:lvl3pPr marL="2438092" algn="l" defTabSz="2438092" rtl="0" eaLnBrk="1" latinLnBrk="0" hangingPunct="1">
      <a:defRPr sz="4800" kern="1200">
        <a:solidFill>
          <a:schemeClr val="tx1"/>
        </a:solidFill>
        <a:latin typeface="+mn-lt"/>
        <a:ea typeface="+mn-ea"/>
        <a:cs typeface="+mn-cs"/>
      </a:defRPr>
    </a:lvl3pPr>
    <a:lvl4pPr marL="3657139" algn="l" defTabSz="2438092" rtl="0" eaLnBrk="1" latinLnBrk="0" hangingPunct="1">
      <a:defRPr sz="4800" kern="1200">
        <a:solidFill>
          <a:schemeClr val="tx1"/>
        </a:solidFill>
        <a:latin typeface="+mn-lt"/>
        <a:ea typeface="+mn-ea"/>
        <a:cs typeface="+mn-cs"/>
      </a:defRPr>
    </a:lvl4pPr>
    <a:lvl5pPr marL="4876186" algn="l" defTabSz="2438092" rtl="0" eaLnBrk="1" latinLnBrk="0" hangingPunct="1">
      <a:defRPr sz="4800" kern="1200">
        <a:solidFill>
          <a:schemeClr val="tx1"/>
        </a:solidFill>
        <a:latin typeface="+mn-lt"/>
        <a:ea typeface="+mn-ea"/>
        <a:cs typeface="+mn-cs"/>
      </a:defRPr>
    </a:lvl5pPr>
    <a:lvl6pPr marL="6095230" algn="l" defTabSz="2438092" rtl="0" eaLnBrk="1" latinLnBrk="0" hangingPunct="1">
      <a:defRPr sz="4800" kern="1200">
        <a:solidFill>
          <a:schemeClr val="tx1"/>
        </a:solidFill>
        <a:latin typeface="+mn-lt"/>
        <a:ea typeface="+mn-ea"/>
        <a:cs typeface="+mn-cs"/>
      </a:defRPr>
    </a:lvl6pPr>
    <a:lvl7pPr marL="7314277" algn="l" defTabSz="2438092" rtl="0" eaLnBrk="1" latinLnBrk="0" hangingPunct="1">
      <a:defRPr sz="4800" kern="1200">
        <a:solidFill>
          <a:schemeClr val="tx1"/>
        </a:solidFill>
        <a:latin typeface="+mn-lt"/>
        <a:ea typeface="+mn-ea"/>
        <a:cs typeface="+mn-cs"/>
      </a:defRPr>
    </a:lvl7pPr>
    <a:lvl8pPr marL="8533324" algn="l" defTabSz="2438092" rtl="0" eaLnBrk="1" latinLnBrk="0" hangingPunct="1">
      <a:defRPr sz="4800" kern="1200">
        <a:solidFill>
          <a:schemeClr val="tx1"/>
        </a:solidFill>
        <a:latin typeface="+mn-lt"/>
        <a:ea typeface="+mn-ea"/>
        <a:cs typeface="+mn-cs"/>
      </a:defRPr>
    </a:lvl8pPr>
    <a:lvl9pPr marL="9752371" algn="l" defTabSz="2438092" rtl="0" eaLnBrk="1" latinLnBrk="0" hangingPunct="1">
      <a:defRPr sz="4800" kern="1200">
        <a:solidFill>
          <a:schemeClr val="tx1"/>
        </a:solidFill>
        <a:latin typeface="+mn-lt"/>
        <a:ea typeface="+mn-ea"/>
        <a:cs typeface="+mn-cs"/>
      </a:defRPr>
    </a:lvl9pPr>
  </p:defaultTextStyle>
  <p:extLst>
    <p:ext uri="{521415D9-36F7-43E2-AB2F-B90AF26B5E84}">
      <p14:sectionLst xmlns:p14="http://schemas.microsoft.com/office/powerpoint/2010/main">
        <p14:section name="MAIN" id="{C934344E-928D-9747-A758-2D473ED4398A}">
          <p14:sldIdLst>
            <p14:sldId id="261"/>
            <p14:sldId id="289"/>
            <p14:sldId id="296"/>
            <p14:sldId id="287"/>
            <p14:sldId id="290"/>
            <p14:sldId id="281"/>
            <p14:sldId id="299"/>
            <p14:sldId id="297"/>
            <p14:sldId id="300"/>
            <p14:sldId id="301"/>
            <p14:sldId id="291"/>
            <p14:sldId id="283"/>
            <p14:sldId id="303"/>
            <p14:sldId id="284"/>
            <p14:sldId id="285"/>
            <p14:sldId id="286"/>
            <p14:sldId id="304"/>
            <p14:sldId id="305"/>
            <p14:sldId id="293"/>
            <p14:sldId id="279"/>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08080"/>
    <a:srgbClr val="F1B300"/>
    <a:srgbClr val="FBC71A"/>
    <a:srgbClr val="E1E1E1"/>
    <a:srgbClr val="FFFFFF"/>
    <a:srgbClr val="649FFF"/>
    <a:srgbClr val="F2F2F2"/>
    <a:srgbClr val="FAFAFA"/>
    <a:srgbClr val="242529"/>
    <a:srgbClr val="D1D9E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89AB0F1-AB34-A002-B6B4-52E01BE994D6}" v="816" dt="2025-01-20T23:36:57.048"/>
    <p1510:client id="{8C4C6DE9-7AC3-18A4-3CB4-C39007353E8C}" v="2027" dt="2025-01-21T05:08:44.556"/>
  </p1510:revLst>
</p1510:revInfo>
</file>

<file path=ppt/tableStyles.xml><?xml version="1.0" encoding="utf-8"?>
<a:tblStyleLst xmlns:a="http://schemas.openxmlformats.org/drawingml/2006/main" def="{5C22544A-7EE6-4342-B048-85BDC9FD1C3A}">
  <a:tblStyle styleId="{7E9639D4-E3E2-4D34-9284-5A2195B3D0D7}" styleName="Светлый стиль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Средний стиль 2 — акцент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notesMaster" Target="notesMasters/notesMaster1.xml"/><Relationship Id="rId3" Type="http://schemas.openxmlformats.org/officeDocument/2006/relationships/slideMaster" Target="slideMasters/slideMaster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2" Type="http://schemas.openxmlformats.org/officeDocument/2006/relationships/slideMaster" Target="slideMasters/slideMaster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microsoft.com/office/2015/10/relationships/revisionInfo" Target="revisionInfo.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presProps" Target="presProp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handoutMaster" Target="handoutMasters/handoutMaster1.xml"/><Relationship Id="rId3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Дата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B6D41B0E-0A9B-FB43-B29A-2C5A495EA0A7}" type="datetimeFigureOut">
              <a:rPr lang="ru-RU" smtClean="0">
                <a:latin typeface="Archivo Regular" charset="0"/>
              </a:rPr>
              <a:t>20.01.2025</a:t>
            </a:fld>
            <a:endParaRPr lang="ru-RU">
              <a:latin typeface="Archivo Regular" charset="0"/>
            </a:endParaRPr>
          </a:p>
        </p:txBody>
      </p:sp>
      <p:sp>
        <p:nvSpPr>
          <p:cNvPr id="4" name="Нижний колонтитул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ru-RU">
              <a:latin typeface="Archivo Regular" charset="0"/>
            </a:endParaRPr>
          </a:p>
        </p:txBody>
      </p:sp>
      <p:sp>
        <p:nvSpPr>
          <p:cNvPr id="5" name="Номер слайда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D2111949-EE69-F440-BF44-484174DCC2AF}" type="slidenum">
              <a:rPr lang="ru-RU" smtClean="0">
                <a:latin typeface="Archivo Regular" charset="0"/>
              </a:rPr>
              <a:t>‹#›</a:t>
            </a:fld>
            <a:endParaRPr lang="ru-RU">
              <a:latin typeface="Archivo Regular" charset="0"/>
            </a:endParaRPr>
          </a:p>
        </p:txBody>
      </p:sp>
      <p:sp>
        <p:nvSpPr>
          <p:cNvPr id="6" name="Верхний колонтитул 5"/>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latin typeface="Archivo Regular" charset="0"/>
            </a:endParaRPr>
          </a:p>
        </p:txBody>
      </p:sp>
    </p:spTree>
    <p:extLst>
      <p:ext uri="{BB962C8B-B14F-4D97-AF65-F5344CB8AC3E}">
        <p14:creationId xmlns:p14="http://schemas.microsoft.com/office/powerpoint/2010/main" val="2399242790"/>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b="0" i="0">
                <a:latin typeface="Archivo Regular" charset="0"/>
              </a:defRPr>
            </a:lvl1pPr>
          </a:lstStyle>
          <a:p>
            <a:endParaRPr lang="ru-RU"/>
          </a:p>
        </p:txBody>
      </p:sp>
      <p:sp>
        <p:nvSpPr>
          <p:cNvPr id="3" name="Дата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b="0" i="0">
                <a:latin typeface="Archivo Regular" charset="0"/>
              </a:defRPr>
            </a:lvl1pPr>
          </a:lstStyle>
          <a:p>
            <a:fld id="{E7E03F2D-4C40-8A47-B131-FA84CE0A3C0A}" type="datetimeFigureOut">
              <a:rPr lang="ru-RU" smtClean="0"/>
              <a:pPr/>
              <a:t>20.01.2025</a:t>
            </a:fld>
            <a:endParaRPr lang="ru-RU"/>
          </a:p>
        </p:txBody>
      </p:sp>
      <p:sp>
        <p:nvSpPr>
          <p:cNvPr id="4" name="Образ слайда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err="1"/>
              <a:t>Образец</a:t>
            </a:r>
            <a:r>
              <a:rPr lang="en-US"/>
              <a:t> </a:t>
            </a:r>
            <a:r>
              <a:rPr lang="en-US" err="1"/>
              <a:t>текста</a:t>
            </a:r>
            <a:endParaRPr lang="en-US"/>
          </a:p>
          <a:p>
            <a:pPr lvl="1"/>
            <a:r>
              <a:rPr lang="en-US" err="1"/>
              <a:t>Второй</a:t>
            </a:r>
            <a:r>
              <a:rPr lang="en-US"/>
              <a:t> </a:t>
            </a:r>
            <a:r>
              <a:rPr lang="en-US" err="1"/>
              <a:t>уровень</a:t>
            </a:r>
            <a:endParaRPr lang="en-US"/>
          </a:p>
          <a:p>
            <a:pPr lvl="2"/>
            <a:r>
              <a:rPr lang="en-US" err="1"/>
              <a:t>Третий</a:t>
            </a:r>
            <a:r>
              <a:rPr lang="en-US"/>
              <a:t> </a:t>
            </a:r>
            <a:r>
              <a:rPr lang="en-US" err="1"/>
              <a:t>уровень</a:t>
            </a:r>
            <a:endParaRPr lang="en-US"/>
          </a:p>
          <a:p>
            <a:pPr lvl="3"/>
            <a:r>
              <a:rPr lang="en-US" err="1"/>
              <a:t>Четвертый</a:t>
            </a:r>
            <a:r>
              <a:rPr lang="en-US"/>
              <a:t> </a:t>
            </a:r>
            <a:r>
              <a:rPr lang="en-US" err="1"/>
              <a:t>уровень</a:t>
            </a:r>
            <a:endParaRPr lang="en-US"/>
          </a:p>
          <a:p>
            <a:pPr lvl="4"/>
            <a:r>
              <a:rPr lang="en-US" err="1"/>
              <a:t>Пятый</a:t>
            </a:r>
            <a:r>
              <a:rPr lang="en-US"/>
              <a:t> </a:t>
            </a:r>
            <a:r>
              <a:rPr lang="en-US" err="1"/>
              <a:t>уровень</a:t>
            </a:r>
            <a:endParaRPr lang="ru-RU"/>
          </a:p>
        </p:txBody>
      </p:sp>
      <p:sp>
        <p:nvSpPr>
          <p:cNvPr id="6" name="Нижний колонтитул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b="0" i="0">
                <a:latin typeface="Archivo Regular" charset="0"/>
              </a:defRPr>
            </a:lvl1pPr>
          </a:lstStyle>
          <a:p>
            <a:endParaRPr lang="ru-RU"/>
          </a:p>
        </p:txBody>
      </p:sp>
      <p:sp>
        <p:nvSpPr>
          <p:cNvPr id="7" name="Номер слайда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b="0" i="0">
                <a:latin typeface="Archivo Regular" charset="0"/>
              </a:defRPr>
            </a:lvl1pPr>
          </a:lstStyle>
          <a:p>
            <a:fld id="{013FC40D-6FB9-1648-B027-EAD4E7DC4F2C}" type="slidenum">
              <a:rPr lang="ru-RU" smtClean="0"/>
              <a:pPr/>
              <a:t>‹#›</a:t>
            </a:fld>
            <a:endParaRPr lang="ru-RU"/>
          </a:p>
        </p:txBody>
      </p:sp>
    </p:spTree>
    <p:extLst>
      <p:ext uri="{BB962C8B-B14F-4D97-AF65-F5344CB8AC3E}">
        <p14:creationId xmlns:p14="http://schemas.microsoft.com/office/powerpoint/2010/main" val="4180741598"/>
      </p:ext>
    </p:extLst>
  </p:cSld>
  <p:clrMap bg1="lt1" tx1="dk1" bg2="lt2" tx2="dk2" accent1="accent1" accent2="accent2" accent3="accent3" accent4="accent4" accent5="accent5" accent6="accent6" hlink="hlink" folHlink="folHlink"/>
  <p:hf hdr="0" ftr="0" dt="0"/>
  <p:notesStyle>
    <a:lvl1pPr marL="0" algn="l" defTabSz="1219047" rtl="0" eaLnBrk="1" latinLnBrk="0" hangingPunct="1">
      <a:defRPr sz="3200" b="0" i="0" kern="1200">
        <a:solidFill>
          <a:schemeClr val="tx1"/>
        </a:solidFill>
        <a:latin typeface="Archivo Regular" charset="0"/>
        <a:ea typeface="+mn-ea"/>
        <a:cs typeface="+mn-cs"/>
      </a:defRPr>
    </a:lvl1pPr>
    <a:lvl2pPr marL="1219047" algn="l" defTabSz="1219047" rtl="0" eaLnBrk="1" latinLnBrk="0" hangingPunct="1">
      <a:defRPr sz="3200" b="0" i="0" kern="1200">
        <a:solidFill>
          <a:schemeClr val="tx1"/>
        </a:solidFill>
        <a:latin typeface="Archivo Regular" charset="0"/>
        <a:ea typeface="+mn-ea"/>
        <a:cs typeface="+mn-cs"/>
      </a:defRPr>
    </a:lvl2pPr>
    <a:lvl3pPr marL="2438092" algn="l" defTabSz="1219047" rtl="0" eaLnBrk="1" latinLnBrk="0" hangingPunct="1">
      <a:defRPr sz="3200" b="0" i="0" kern="1200">
        <a:solidFill>
          <a:schemeClr val="tx1"/>
        </a:solidFill>
        <a:latin typeface="Archivo Regular" charset="0"/>
        <a:ea typeface="+mn-ea"/>
        <a:cs typeface="+mn-cs"/>
      </a:defRPr>
    </a:lvl3pPr>
    <a:lvl4pPr marL="3657139" algn="l" defTabSz="1219047" rtl="0" eaLnBrk="1" latinLnBrk="0" hangingPunct="1">
      <a:defRPr sz="3200" b="0" i="0" kern="1200">
        <a:solidFill>
          <a:schemeClr val="tx1"/>
        </a:solidFill>
        <a:latin typeface="Archivo Regular" charset="0"/>
        <a:ea typeface="+mn-ea"/>
        <a:cs typeface="+mn-cs"/>
      </a:defRPr>
    </a:lvl4pPr>
    <a:lvl5pPr marL="4876186" algn="l" defTabSz="1219047" rtl="0" eaLnBrk="1" latinLnBrk="0" hangingPunct="1">
      <a:defRPr sz="3200" b="0" i="0" kern="1200">
        <a:solidFill>
          <a:schemeClr val="tx1"/>
        </a:solidFill>
        <a:latin typeface="Archivo Regular" charset="0"/>
        <a:ea typeface="+mn-ea"/>
        <a:cs typeface="+mn-cs"/>
      </a:defRPr>
    </a:lvl5pPr>
    <a:lvl6pPr marL="6095230" algn="l" defTabSz="1219047" rtl="0" eaLnBrk="1" latinLnBrk="0" hangingPunct="1">
      <a:defRPr sz="3200" kern="1200">
        <a:solidFill>
          <a:schemeClr val="tx1"/>
        </a:solidFill>
        <a:latin typeface="+mn-lt"/>
        <a:ea typeface="+mn-ea"/>
        <a:cs typeface="+mn-cs"/>
      </a:defRPr>
    </a:lvl6pPr>
    <a:lvl7pPr marL="7314277" algn="l" defTabSz="1219047" rtl="0" eaLnBrk="1" latinLnBrk="0" hangingPunct="1">
      <a:defRPr sz="3200" kern="1200">
        <a:solidFill>
          <a:schemeClr val="tx1"/>
        </a:solidFill>
        <a:latin typeface="+mn-lt"/>
        <a:ea typeface="+mn-ea"/>
        <a:cs typeface="+mn-cs"/>
      </a:defRPr>
    </a:lvl7pPr>
    <a:lvl8pPr marL="8533324" algn="l" defTabSz="1219047" rtl="0" eaLnBrk="1" latinLnBrk="0" hangingPunct="1">
      <a:defRPr sz="3200" kern="1200">
        <a:solidFill>
          <a:schemeClr val="tx1"/>
        </a:solidFill>
        <a:latin typeface="+mn-lt"/>
        <a:ea typeface="+mn-ea"/>
        <a:cs typeface="+mn-cs"/>
      </a:defRPr>
    </a:lvl8pPr>
    <a:lvl9pPr marL="9752371" algn="l" defTabSz="1219047" rtl="0" eaLnBrk="1" latinLnBrk="0" hangingPunct="1">
      <a:defRPr sz="3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images.app.goo.gl/jhxJh3UcQFhGtQUS6" TargetMode="External"/><Relationship Id="rId7" Type="http://schemas.openxmlformats.org/officeDocument/2006/relationships/hyperlink" Target="https://images.app.goo.gl/ysYxNpN7fAMfeyuJ6" TargetMode="External"/><Relationship Id="rId2" Type="http://schemas.openxmlformats.org/officeDocument/2006/relationships/slide" Target="../slides/slide5.xml"/><Relationship Id="rId1" Type="http://schemas.openxmlformats.org/officeDocument/2006/relationships/notesMaster" Target="../notesMasters/notesMaster1.xml"/><Relationship Id="rId6" Type="http://schemas.openxmlformats.org/officeDocument/2006/relationships/hyperlink" Target="https://images.app.goo.gl/n5SxjN3gJxREyjX6A" TargetMode="External"/><Relationship Id="rId5" Type="http://schemas.openxmlformats.org/officeDocument/2006/relationships/hyperlink" Target="https://images.app.goo.gl/1LZuiwsF6nCUMPYr8" TargetMode="External"/><Relationship Id="rId4" Type="http://schemas.openxmlformats.org/officeDocument/2006/relationships/hyperlink" Target="https://images.app.goo.gl/dyQxZCyNcaDbevyb9" TargetMode="Externa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webaim.org/projects/million/#wcag" TargetMode="External"/><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www.w3.org/TR/2006/WD-WCAG20-20060427/appendixA.html#atdef" TargetMode="External"/><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www.w3.org/TR/2006/WD-WCAG20-20060427/appendixA.html#blinksdef" TargetMode="External"/><Relationship Id="rId2" Type="http://schemas.openxmlformats.org/officeDocument/2006/relationships/slide" Target="../slides/slide14.xml"/><Relationship Id="rId1" Type="http://schemas.openxmlformats.org/officeDocument/2006/relationships/notesMaster" Target="../notesMasters/notesMaster1.xml"/><Relationship Id="rId4" Type="http://schemas.openxmlformats.org/officeDocument/2006/relationships/hyperlink" Target="https://www.w3.org/TR/2006/WD-WCAG20-20060427/appendixA.html#programmaticallydetermineddef" TargetMode="Externa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s://www.w3.org/TR/2006/WD-WCAG20-20060427/appendixA.html#natural-langdef" TargetMode="External"/><Relationship Id="rId2" Type="http://schemas.openxmlformats.org/officeDocument/2006/relationships/slide" Target="../slides/slide15.xml"/><Relationship Id="rId1" Type="http://schemas.openxmlformats.org/officeDocument/2006/relationships/notesMaster" Target="../notesMasters/notesMaster1.xml"/><Relationship Id="rId6" Type="http://schemas.openxmlformats.org/officeDocument/2006/relationships/hyperlink" Target="https://www.w3.org/TR/2006/WD-WCAG20-20060427/appendixA.html#context-changedef" TargetMode="External"/><Relationship Id="rId5" Type="http://schemas.openxmlformats.org/officeDocument/2006/relationships/hyperlink" Target="https://www.w3.org/TR/2006/WD-WCAG20-20060427/appendixA.html#programmaticallydetermineddef" TargetMode="External"/><Relationship Id="rId4" Type="http://schemas.openxmlformats.org/officeDocument/2006/relationships/hyperlink" Target="https://www.w3.org/TR/2006/WD-WCAG20-20060427/appendixA.html#webunitdef" TargetMode="External"/></Relationships>
</file>

<file path=ppt/notesSlides/_rels/notesSlide12.xml.rels><?xml version="1.0" encoding="UTF-8" standalone="yes"?>
<Relationships xmlns="http://schemas.openxmlformats.org/package/2006/relationships"><Relationship Id="rId3" Type="http://schemas.openxmlformats.org/officeDocument/2006/relationships/hyperlink" Target="https://www.w3.org/TR/2006/WD-WCAG20-20060427/appendixA.html#namedef" TargetMode="External"/><Relationship Id="rId2" Type="http://schemas.openxmlformats.org/officeDocument/2006/relationships/slide" Target="../slides/slide16.xml"/><Relationship Id="rId1" Type="http://schemas.openxmlformats.org/officeDocument/2006/relationships/notesMaster" Target="../notesMasters/notesMaster1.xml"/><Relationship Id="rId6" Type="http://schemas.openxmlformats.org/officeDocument/2006/relationships/hyperlink" Target="https://www.w3.org/TR/2006/WD-WCAG20-20060427/appendixA.html#programmaticallysetdef" TargetMode="External"/><Relationship Id="rId5" Type="http://schemas.openxmlformats.org/officeDocument/2006/relationships/hyperlink" Target="https://www.w3.org/TR/2006/WD-WCAG20-20060427/appendixA.html#programmaticallydetermineddef" TargetMode="External"/><Relationship Id="rId4" Type="http://schemas.openxmlformats.org/officeDocument/2006/relationships/hyperlink" Target="https://www.w3.org/TR/2006/WD-WCAG20-20060427/appendixA.html#roledef" TargetMode="Externa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"Accessible" means usable to a wide range of people with disabilities, including blindness and low vision, deafness and hearing loss, learning difficulties, cognitive limitations, limited movement, speech difficulties, photosensitivity and combinations of these.</a:t>
            </a:r>
          </a:p>
          <a:p>
            <a:endParaRPr lang="en-US" dirty="0"/>
          </a:p>
          <a:p>
            <a:r>
              <a:rPr lang="en-US" dirty="0"/>
              <a:t>Following these guidelines will also make your Web content more accessible to the vast majority of users, including older users. It will also enable people to access Web content using many different devices - including a wide variety of assistive technologies. </a:t>
            </a:r>
          </a:p>
          <a:p>
            <a:r>
              <a:rPr lang="en-US"/>
              <a:t> </a:t>
            </a:r>
            <a:endParaRPr lang="en-US" dirty="0"/>
          </a:p>
          <a:p>
            <a:r>
              <a:rPr lang="en-US"/>
              <a:t> </a:t>
            </a:r>
            <a:endParaRPr lang="en-US" dirty="0"/>
          </a:p>
          <a:p>
            <a:endParaRPr lang="en-US" dirty="0">
              <a:latin typeface="Calibri"/>
              <a:ea typeface="Calibri"/>
              <a:cs typeface="Calibri"/>
            </a:endParaRPr>
          </a:p>
        </p:txBody>
      </p:sp>
      <p:sp>
        <p:nvSpPr>
          <p:cNvPr id="4" name="Slide Number Placeholder 3"/>
          <p:cNvSpPr>
            <a:spLocks noGrp="1"/>
          </p:cNvSpPr>
          <p:nvPr>
            <p:ph type="sldNum" sz="quarter" idx="5"/>
          </p:nvPr>
        </p:nvSpPr>
        <p:spPr/>
        <p:txBody>
          <a:bodyPr/>
          <a:lstStyle/>
          <a:p>
            <a:fld id="{013FC40D-6FB9-1648-B027-EAD4E7DC4F2C}" type="slidenum">
              <a:rPr lang="ru-RU" smtClean="0"/>
              <a:pPr/>
              <a:t>3</a:t>
            </a:fld>
            <a:endParaRPr lang="ru-RU"/>
          </a:p>
        </p:txBody>
      </p:sp>
    </p:spTree>
    <p:extLst>
      <p:ext uri="{BB962C8B-B14F-4D97-AF65-F5344CB8AC3E}">
        <p14:creationId xmlns:p14="http://schemas.microsoft.com/office/powerpoint/2010/main" val="26284731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Archivo Regular"/>
              </a:rPr>
              <a:t>A user agent that relies on services (such as retrieving Web content and parsing markup) provided by one or more other "host" user agents. Assistive technologies communicate data and messages with host user agents by using and monitoring APIs. </a:t>
            </a:r>
          </a:p>
          <a:p>
            <a:r>
              <a:rPr lang="en-US" dirty="0">
                <a:latin typeface="Archivo Regular"/>
              </a:rPr>
              <a:t> </a:t>
            </a:r>
          </a:p>
          <a:p>
            <a:r>
              <a:rPr lang="en-US" dirty="0"/>
              <a:t>They provides services beyond those offered by the host user agents to meet the requirements of users with disabilities. Additional services include alternative renderings (e.g., as synthesized speech or magnified content), alternative input methods (e.g., voice), additional navigation or orientation mechanisms, and content transformations (e.g., to make tables more accessible). </a:t>
            </a:r>
          </a:p>
        </p:txBody>
      </p:sp>
      <p:sp>
        <p:nvSpPr>
          <p:cNvPr id="4" name="Slide Number Placeholder 3"/>
          <p:cNvSpPr>
            <a:spLocks noGrp="1"/>
          </p:cNvSpPr>
          <p:nvPr>
            <p:ph type="sldNum" sz="quarter" idx="5"/>
          </p:nvPr>
        </p:nvSpPr>
        <p:spPr/>
        <p:txBody>
          <a:bodyPr/>
          <a:lstStyle/>
          <a:p>
            <a:fld id="{013FC40D-6FB9-1648-B027-EAD4E7DC4F2C}" type="slidenum">
              <a:rPr lang="ru-RU" smtClean="0"/>
              <a:pPr/>
              <a:t>4</a:t>
            </a:fld>
            <a:endParaRPr lang="ru-RU"/>
          </a:p>
        </p:txBody>
      </p:sp>
    </p:spTree>
    <p:extLst>
      <p:ext uri="{BB962C8B-B14F-4D97-AF65-F5344CB8AC3E}">
        <p14:creationId xmlns:p14="http://schemas.microsoft.com/office/powerpoint/2010/main" val="14468950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Archivo Regular"/>
              </a:rPr>
              <a:t>Example: Examples of assistive technologies that are important in the context of this document include the following: screen magnifiers, which are used by people with visual disabilities to enlarge and change colors on the screen to improve the visual readability of rendered text and images; screen readers, which are used by people who are blind or have reading disabilities to read textual information through synthesized speech or braille displays; voice recognition software, which may be used by people who have some physical disabilities; alternative keyboards, which are used by people with certain physical disabilities to simulate the keyboard; alternative pointing devices, which are used by people with certain physical disabilities to simulate mouse pointing and button activations. </a:t>
            </a:r>
          </a:p>
          <a:p>
            <a:endParaRPr lang="en-US" dirty="0">
              <a:latin typeface="Calibri"/>
              <a:ea typeface="Calibri"/>
              <a:cs typeface="Calibri"/>
            </a:endParaRPr>
          </a:p>
          <a:p>
            <a:r>
              <a:rPr lang="en-US" dirty="0">
                <a:hlinkClick r:id="rId3"/>
              </a:rPr>
              <a:t>https://images.app.goo.gl/jhxJh3UcQFhGtQUS6</a:t>
            </a:r>
            <a:endParaRPr lang="en-US"/>
          </a:p>
          <a:p>
            <a:r>
              <a:rPr lang="en-US" dirty="0">
                <a:latin typeface="Archivo Regular"/>
                <a:hlinkClick r:id="rId4"/>
              </a:rPr>
              <a:t>https://images.app.goo.gl/dyQxZCyNcaDbevyb9</a:t>
            </a:r>
          </a:p>
          <a:p>
            <a:r>
              <a:rPr lang="en-US" dirty="0">
                <a:latin typeface="Archivo Regular"/>
                <a:hlinkClick r:id="rId5"/>
              </a:rPr>
              <a:t>https://images.app.goo.gl/1LZuiwsF6nCUMPYr8</a:t>
            </a:r>
            <a:endParaRPr lang="en-US"/>
          </a:p>
          <a:p>
            <a:r>
              <a:rPr lang="en-US" dirty="0">
                <a:latin typeface="Archivo Regular"/>
                <a:hlinkClick r:id="rId6"/>
              </a:rPr>
              <a:t>https://images.app.goo.gl/n5SxjN3gJxREyjX6A</a:t>
            </a:r>
          </a:p>
          <a:p>
            <a:r>
              <a:rPr lang="en-US" dirty="0">
                <a:hlinkClick r:id="rId7"/>
              </a:rPr>
              <a:t>https://images.app.goo.gl/ysYxNpN7fAMfeyuJ6</a:t>
            </a:r>
          </a:p>
          <a:p>
            <a:endParaRPr lang="en-US" dirty="0"/>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013FC40D-6FB9-1648-B027-EAD4E7DC4F2C}" type="slidenum">
              <a:rPr lang="ru-RU" smtClean="0"/>
              <a:pPr/>
              <a:t>5</a:t>
            </a:fld>
            <a:endParaRPr lang="ru-RU"/>
          </a:p>
        </p:txBody>
      </p:sp>
    </p:spTree>
    <p:extLst>
      <p:ext uri="{BB962C8B-B14F-4D97-AF65-F5344CB8AC3E}">
        <p14:creationId xmlns:p14="http://schemas.microsoft.com/office/powerpoint/2010/main" val="13849802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Calibri"/>
                <a:ea typeface="Calibri"/>
                <a:cs typeface="Calibri"/>
              </a:rPr>
              <a:t>Barriers in the environment due to lack of physical access – think about trying to enter a destination on google maps while driving, you need voice control for that. Or setting a kitchen timer when your hands are full (</a:t>
            </a:r>
            <a:r>
              <a:rPr lang="en-US" dirty="0" err="1">
                <a:latin typeface="Calibri"/>
                <a:ea typeface="Calibri"/>
                <a:cs typeface="Calibri"/>
              </a:rPr>
              <a:t>alexa</a:t>
            </a:r>
            <a:r>
              <a:rPr lang="en-US" dirty="0">
                <a:latin typeface="Calibri"/>
                <a:ea typeface="Calibri"/>
                <a:cs typeface="Calibri"/>
              </a:rPr>
              <a:t> or google home)</a:t>
            </a:r>
          </a:p>
          <a:p>
            <a:endParaRPr lang="en-US" dirty="0">
              <a:latin typeface="Calibri"/>
              <a:ea typeface="Calibri"/>
              <a:cs typeface="Calibri"/>
            </a:endParaRPr>
          </a:p>
          <a:p>
            <a:r>
              <a:rPr lang="en-US" dirty="0">
                <a:latin typeface="Calibri"/>
                <a:ea typeface="Calibri"/>
                <a:cs typeface="Calibri"/>
              </a:rPr>
              <a:t>Legal case: </a:t>
            </a:r>
            <a:r>
              <a:rPr lang="en-US" dirty="0">
                <a:latin typeface="Archivo Regular"/>
              </a:rPr>
              <a:t>In the US, per Section 508 of the ADA federal agencies must develop, procure, maintain, and use Information and Communication Technology (ICT) that is accessible to people with disabilities, with exceptions for undue hardship. ICT includes websites, software, and electronic documents.</a:t>
            </a:r>
            <a:endParaRPr lang="en-US"/>
          </a:p>
          <a:p>
            <a:endParaRPr lang="en-US" dirty="0">
              <a:latin typeface="Calibri"/>
              <a:ea typeface="Calibri"/>
              <a:cs typeface="Calibri"/>
            </a:endParaRPr>
          </a:p>
          <a:p>
            <a:r>
              <a:rPr lang="en-US" dirty="0">
                <a:latin typeface="Calibri"/>
                <a:ea typeface="Calibri"/>
                <a:cs typeface="Calibri"/>
              </a:rPr>
              <a:t>Moral case from a business's perspective</a:t>
            </a:r>
          </a:p>
          <a:p>
            <a:endParaRPr lang="en-US" dirty="0">
              <a:latin typeface="Calibri"/>
              <a:ea typeface="Calibri"/>
              <a:cs typeface="Calibri"/>
            </a:endParaRPr>
          </a:p>
          <a:p>
            <a:pPr marL="457200" indent="-457200">
              <a:lnSpc>
                <a:spcPts val="5300"/>
              </a:lnSpc>
              <a:spcAft>
                <a:spcPts val="2500"/>
              </a:spcAft>
              <a:buFont typeface="Arial,Sans-Serif"/>
              <a:buChar char="•"/>
            </a:pPr>
            <a:r>
              <a:rPr lang="en-US"/>
              <a:t>Design for accessibility allows products and services to be usable and available to the broadest range of users.</a:t>
            </a:r>
          </a:p>
          <a:p>
            <a:endParaRPr lang="en-US" dirty="0">
              <a:latin typeface="Calibri"/>
              <a:ea typeface="Calibri"/>
              <a:cs typeface="Calibri"/>
            </a:endParaRPr>
          </a:p>
        </p:txBody>
      </p:sp>
      <p:sp>
        <p:nvSpPr>
          <p:cNvPr id="4" name="Slide Number Placeholder 3"/>
          <p:cNvSpPr>
            <a:spLocks noGrp="1"/>
          </p:cNvSpPr>
          <p:nvPr>
            <p:ph type="sldNum" sz="quarter" idx="5"/>
          </p:nvPr>
        </p:nvSpPr>
        <p:spPr/>
        <p:txBody>
          <a:bodyPr/>
          <a:lstStyle/>
          <a:p>
            <a:fld id="{013FC40D-6FB9-1648-B027-EAD4E7DC4F2C}" type="slidenum">
              <a:rPr lang="ru-RU" smtClean="0"/>
              <a:pPr/>
              <a:t>6</a:t>
            </a:fld>
            <a:endParaRPr lang="ru-RU"/>
          </a:p>
        </p:txBody>
      </p:sp>
    </p:spTree>
    <p:extLst>
      <p:ext uri="{BB962C8B-B14F-4D97-AF65-F5344CB8AC3E}">
        <p14:creationId xmlns:p14="http://schemas.microsoft.com/office/powerpoint/2010/main" val="37808783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hlinkClick r:id="rId3"/>
              </a:rPr>
              <a:t>https://webaim.org/projects/million/#wcag</a:t>
            </a:r>
            <a:endParaRPr lang="en-US" dirty="0"/>
          </a:p>
          <a:p>
            <a:endParaRPr lang="en-US" dirty="0"/>
          </a:p>
          <a:p>
            <a:r>
              <a:rPr lang="en-US" dirty="0">
                <a:latin typeface="Archivo Regular"/>
                <a:ea typeface="Calibri"/>
                <a:cs typeface="Calibri"/>
              </a:rPr>
              <a:t>Even with pages that look good at first glance, these are common accessibility errors that many websites lack. They are things that are often code-based like missing alternative text, empty links, and empty buttons, things that you won't notice unless you're interacting with it or need to use APIs to read what the page contains. </a:t>
            </a:r>
            <a:endParaRPr lang="en-US" dirty="0">
              <a:ea typeface="Calibri"/>
              <a:cs typeface="Calibri"/>
            </a:endParaRPr>
          </a:p>
          <a:p>
            <a:endParaRPr lang="en-US" dirty="0">
              <a:ea typeface="Calibri"/>
              <a:cs typeface="Calibri"/>
            </a:endParaRPr>
          </a:p>
          <a:p>
            <a:endParaRPr lang="en-US" dirty="0">
              <a:latin typeface="Calibri"/>
              <a:ea typeface="Calibri"/>
              <a:cs typeface="Calibri"/>
            </a:endParaRPr>
          </a:p>
        </p:txBody>
      </p:sp>
      <p:sp>
        <p:nvSpPr>
          <p:cNvPr id="4" name="Slide Number Placeholder 3"/>
          <p:cNvSpPr>
            <a:spLocks noGrp="1"/>
          </p:cNvSpPr>
          <p:nvPr>
            <p:ph type="sldNum" sz="quarter" idx="5"/>
          </p:nvPr>
        </p:nvSpPr>
        <p:spPr/>
        <p:txBody>
          <a:bodyPr/>
          <a:lstStyle/>
          <a:p>
            <a:fld id="{013FC40D-6FB9-1648-B027-EAD4E7DC4F2C}" type="slidenum">
              <a:rPr lang="ru-RU" smtClean="0"/>
              <a:pPr/>
              <a:t>7</a:t>
            </a:fld>
            <a:endParaRPr lang="ru-RU"/>
          </a:p>
        </p:txBody>
      </p:sp>
    </p:spTree>
    <p:extLst>
      <p:ext uri="{BB962C8B-B14F-4D97-AF65-F5344CB8AC3E}">
        <p14:creationId xmlns:p14="http://schemas.microsoft.com/office/powerpoint/2010/main" val="38777887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Calibri"/>
                <a:ea typeface="Calibri"/>
                <a:cs typeface="Calibri"/>
              </a:rPr>
              <a:t>Just some history of the standard...</a:t>
            </a:r>
          </a:p>
          <a:p>
            <a:r>
              <a:rPr lang="en-US" dirty="0">
                <a:latin typeface="Calibri"/>
                <a:ea typeface="Calibri"/>
                <a:cs typeface="Calibri"/>
              </a:rPr>
              <a:t>First established in 1999 and has had a couple of revisions since then.</a:t>
            </a:r>
          </a:p>
        </p:txBody>
      </p:sp>
      <p:sp>
        <p:nvSpPr>
          <p:cNvPr id="4" name="Slide Number Placeholder 3"/>
          <p:cNvSpPr>
            <a:spLocks noGrp="1"/>
          </p:cNvSpPr>
          <p:nvPr>
            <p:ph type="sldNum" sz="quarter" idx="5"/>
          </p:nvPr>
        </p:nvSpPr>
        <p:spPr/>
        <p:txBody>
          <a:bodyPr/>
          <a:lstStyle/>
          <a:p>
            <a:fld id="{013FC40D-6FB9-1648-B027-EAD4E7DC4F2C}" type="slidenum">
              <a:rPr lang="ru-RU" smtClean="0"/>
              <a:pPr/>
              <a:t>8</a:t>
            </a:fld>
            <a:endParaRPr lang="ru-RU"/>
          </a:p>
        </p:txBody>
      </p:sp>
    </p:spTree>
    <p:extLst>
      <p:ext uri="{BB962C8B-B14F-4D97-AF65-F5344CB8AC3E}">
        <p14:creationId xmlns:p14="http://schemas.microsoft.com/office/powerpoint/2010/main" val="1756793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user agent</a:t>
            </a:r>
            <a:endParaRPr lang="en-US"/>
          </a:p>
          <a:p>
            <a:r>
              <a:rPr lang="en-US"/>
              <a:t>any software that retrieves and renders Web content for users</a:t>
            </a:r>
          </a:p>
          <a:p>
            <a:r>
              <a:rPr lang="en-US" b="1">
                <a:latin typeface="Archivo Regular"/>
              </a:rPr>
              <a:t>Example: </a:t>
            </a:r>
            <a:r>
              <a:rPr lang="en-US">
                <a:latin typeface="Archivo Regular"/>
              </a:rPr>
              <a:t>Web browsers, media players, plug-ins, and other programs — including </a:t>
            </a:r>
            <a:r>
              <a:rPr lang="en-US" i="1" dirty="0">
                <a:latin typeface="Archivo Regular"/>
                <a:hlinkClick r:id="rId3"/>
              </a:rPr>
              <a:t>assistive technologies</a:t>
            </a:r>
            <a:r>
              <a:rPr lang="en-US">
                <a:latin typeface="Archivo Regular"/>
              </a:rPr>
              <a:t> — that help in retrieving and rendering Web content.</a:t>
            </a:r>
          </a:p>
          <a:p>
            <a:endParaRPr lang="en-US" dirty="0">
              <a:latin typeface="Archivo Regular"/>
            </a:endParaRPr>
          </a:p>
          <a:p>
            <a:r>
              <a:rPr lang="en-US" dirty="0">
                <a:latin typeface="Archivo Regular"/>
              </a:rPr>
              <a:t>WCAG AA and AAA refer to the two highest levels of conformance within the Web Content Accessibility Guidelines (WCAG), with AA being the mid-range level considered widely acceptable, and AAA being the most stringent level, representing the highest possible accessibility standard on a website; both levels build upon the basic "A" level, meaning that achieving AA compliance automatically includes meeting A level requirements, and AAA includes both A and AA levels.</a:t>
            </a:r>
            <a:endParaRPr lang="en-US" dirty="0"/>
          </a:p>
        </p:txBody>
      </p:sp>
      <p:sp>
        <p:nvSpPr>
          <p:cNvPr id="4" name="Slide Number Placeholder 3"/>
          <p:cNvSpPr>
            <a:spLocks noGrp="1"/>
          </p:cNvSpPr>
          <p:nvPr>
            <p:ph type="sldNum" sz="quarter" idx="5"/>
          </p:nvPr>
        </p:nvSpPr>
        <p:spPr/>
        <p:txBody>
          <a:bodyPr/>
          <a:lstStyle/>
          <a:p>
            <a:fld id="{013FC40D-6FB9-1648-B027-EAD4E7DC4F2C}" type="slidenum">
              <a:rPr lang="ru-RU" smtClean="0"/>
              <a:pPr/>
              <a:t>10</a:t>
            </a:fld>
            <a:endParaRPr lang="ru-RU"/>
          </a:p>
        </p:txBody>
      </p:sp>
    </p:spTree>
    <p:extLst>
      <p:ext uri="{BB962C8B-B14F-4D97-AF65-F5344CB8AC3E}">
        <p14:creationId xmlns:p14="http://schemas.microsoft.com/office/powerpoint/2010/main" val="315321097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1">
                <a:latin typeface="Archivo Regular"/>
              </a:rPr>
              <a:t>What are some ways to make sure your website is perceivable? </a:t>
            </a:r>
          </a:p>
          <a:p>
            <a:r>
              <a:rPr lang="en-US" dirty="0">
                <a:latin typeface="Archivo Regular"/>
              </a:rPr>
              <a:t> </a:t>
            </a:r>
          </a:p>
          <a:p>
            <a:r>
              <a:rPr lang="en-US" dirty="0">
                <a:latin typeface="Archivo Regular"/>
              </a:rPr>
              <a:t>Text-alternatives to graphs, images, visuals </a:t>
            </a:r>
          </a:p>
          <a:p>
            <a:r>
              <a:rPr lang="en-US" dirty="0">
                <a:latin typeface="Archivo Regular"/>
              </a:rPr>
              <a:t>Descriptive text </a:t>
            </a:r>
          </a:p>
          <a:p>
            <a:r>
              <a:rPr lang="en-US" dirty="0">
                <a:latin typeface="Archivo Regular"/>
              </a:rPr>
              <a:t>Different forms of portraying the system status </a:t>
            </a:r>
          </a:p>
          <a:p>
            <a:r>
              <a:rPr lang="en-US"/>
              <a:t>Mark pure decoration content to be ignored by assistive technology </a:t>
            </a:r>
          </a:p>
          <a:p>
            <a:r>
              <a:rPr lang="en-US" dirty="0">
                <a:latin typeface="Archivo Regular"/>
              </a:rPr>
              <a:t>Captions </a:t>
            </a:r>
          </a:p>
          <a:p>
            <a:r>
              <a:rPr lang="en-US" dirty="0">
                <a:latin typeface="Archivo Regular"/>
              </a:rPr>
              <a:t>Audio descriptions </a:t>
            </a:r>
          </a:p>
          <a:p>
            <a:r>
              <a:rPr lang="en-US" dirty="0">
                <a:latin typeface="Archivo Regular"/>
              </a:rPr>
              <a:t>Sign language interpretation (level 3) </a:t>
            </a:r>
          </a:p>
          <a:p>
            <a:r>
              <a:rPr lang="en-US" dirty="0">
                <a:latin typeface="Archivo Regular"/>
              </a:rPr>
              <a:t>Don't rely on color alone for information </a:t>
            </a:r>
          </a:p>
          <a:p>
            <a:r>
              <a:rPr lang="en-US"/>
              <a:t>information and relationships conveyed through presentation can be programmatically determined, </a:t>
            </a:r>
          </a:p>
          <a:p>
            <a:r>
              <a:rPr lang="en-US" dirty="0">
                <a:latin typeface="Archivo Regular"/>
              </a:rPr>
              <a:t>Information required to understand and operate content does not rely on shape, size, visual location, or orientation of components </a:t>
            </a:r>
          </a:p>
          <a:p>
            <a:r>
              <a:rPr lang="en-US" dirty="0">
                <a:latin typeface="Archivo Regular"/>
              </a:rPr>
              <a:t>Contrast ratio 5:1 (level 2) </a:t>
            </a:r>
          </a:p>
          <a:p>
            <a:r>
              <a:rPr lang="en-US" b="1" dirty="0">
                <a:latin typeface="Archivo Regular"/>
              </a:rPr>
              <a:t>Audio content</a:t>
            </a:r>
            <a:r>
              <a:rPr lang="en-US" dirty="0">
                <a:latin typeface="Archivo Regular"/>
              </a:rPr>
              <a:t> does not contain background sounds, background sounds can be turned off, or background sounds are at least 20 decibels lower than the foreground audio content </a:t>
            </a:r>
          </a:p>
          <a:p>
            <a:r>
              <a:rPr lang="en-US" dirty="0">
                <a:latin typeface="Archivo Regular"/>
              </a:rPr>
              <a:t> </a:t>
            </a:r>
          </a:p>
        </p:txBody>
      </p:sp>
      <p:sp>
        <p:nvSpPr>
          <p:cNvPr id="4" name="Slide Number Placeholder 3"/>
          <p:cNvSpPr>
            <a:spLocks noGrp="1"/>
          </p:cNvSpPr>
          <p:nvPr>
            <p:ph type="sldNum" sz="quarter" idx="5"/>
          </p:nvPr>
        </p:nvSpPr>
        <p:spPr/>
        <p:txBody>
          <a:bodyPr/>
          <a:lstStyle/>
          <a:p>
            <a:fld id="{013FC40D-6FB9-1648-B027-EAD4E7DC4F2C}" type="slidenum">
              <a:rPr lang="ru-RU" smtClean="0"/>
              <a:pPr/>
              <a:t>12</a:t>
            </a:fld>
            <a:endParaRPr lang="ru-RU"/>
          </a:p>
        </p:txBody>
      </p:sp>
    </p:spTree>
    <p:extLst>
      <p:ext uri="{BB962C8B-B14F-4D97-AF65-F5344CB8AC3E}">
        <p14:creationId xmlns:p14="http://schemas.microsoft.com/office/powerpoint/2010/main" val="235714147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Calibri"/>
                <a:ea typeface="Calibri"/>
                <a:cs typeface="Calibri"/>
              </a:rPr>
              <a:t>Example of the 3 levels of success criteria for a guideline. Not all guidelines have success criteria for all 3 levels.</a:t>
            </a:r>
          </a:p>
        </p:txBody>
      </p:sp>
      <p:sp>
        <p:nvSpPr>
          <p:cNvPr id="4" name="Slide Number Placeholder 3"/>
          <p:cNvSpPr>
            <a:spLocks noGrp="1"/>
          </p:cNvSpPr>
          <p:nvPr>
            <p:ph type="sldNum" sz="quarter" idx="5"/>
          </p:nvPr>
        </p:nvSpPr>
        <p:spPr/>
        <p:txBody>
          <a:bodyPr/>
          <a:lstStyle/>
          <a:p>
            <a:fld id="{013FC40D-6FB9-1648-B027-EAD4E7DC4F2C}" type="slidenum">
              <a:rPr lang="ru-RU" smtClean="0"/>
              <a:pPr/>
              <a:t>13</a:t>
            </a:fld>
            <a:endParaRPr lang="ru-RU"/>
          </a:p>
        </p:txBody>
      </p:sp>
    </p:spTree>
    <p:extLst>
      <p:ext uri="{BB962C8B-B14F-4D97-AF65-F5344CB8AC3E}">
        <p14:creationId xmlns:p14="http://schemas.microsoft.com/office/powerpoint/2010/main" val="16145157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Calibri"/>
                <a:ea typeface="Calibri"/>
                <a:cs typeface="Calibri"/>
              </a:rPr>
              <a:t>What are some ways to make sure the website is operable?</a:t>
            </a:r>
          </a:p>
          <a:p>
            <a:endParaRPr lang="en-US" dirty="0">
              <a:latin typeface="Calibri"/>
              <a:ea typeface="Calibri"/>
              <a:cs typeface="Calibri"/>
            </a:endParaRPr>
          </a:p>
          <a:p>
            <a:r>
              <a:rPr lang="en-US" dirty="0">
                <a:latin typeface="Archivo Regular"/>
              </a:rPr>
              <a:t>Content does not </a:t>
            </a:r>
            <a:r>
              <a:rPr lang="en-US" i="1" dirty="0">
                <a:latin typeface="Archivo Regular"/>
                <a:hlinkClick r:id="rId3"/>
              </a:rPr>
              <a:t>blink</a:t>
            </a:r>
            <a:r>
              <a:rPr lang="en-US" dirty="0">
                <a:latin typeface="Archivo Regular"/>
              </a:rPr>
              <a:t> for more than three seconds </a:t>
            </a:r>
          </a:p>
          <a:p>
            <a:r>
              <a:rPr lang="en-US" dirty="0">
                <a:latin typeface="Archivo Regular"/>
              </a:rPr>
              <a:t>content can be paused by the user (level 2)</a:t>
            </a:r>
          </a:p>
          <a:p>
            <a:r>
              <a:rPr lang="en-US" dirty="0">
                <a:latin typeface="Archivo Regular"/>
              </a:rPr>
              <a:t>Interruptions, such as updated content, can be postponed or suppressed by the user</a:t>
            </a:r>
          </a:p>
          <a:p>
            <a:r>
              <a:rPr lang="en-US" dirty="0">
                <a:latin typeface="Archivo Regular"/>
              </a:rPr>
              <a:t>Content cannot flash more than 3 times per second (level 3)</a:t>
            </a:r>
            <a:endParaRPr lang="en-US" dirty="0"/>
          </a:p>
          <a:p>
            <a:r>
              <a:rPr lang="en-US" dirty="0">
                <a:latin typeface="Archivo Regular"/>
              </a:rPr>
              <a:t>Web units have titles</a:t>
            </a:r>
            <a:endParaRPr lang="en-US" dirty="0"/>
          </a:p>
          <a:p>
            <a:r>
              <a:rPr lang="en-US" dirty="0">
                <a:latin typeface="Archivo Regular"/>
              </a:rPr>
              <a:t>Users can skip through repeated web units</a:t>
            </a:r>
            <a:endParaRPr lang="en-US" dirty="0"/>
          </a:p>
          <a:p>
            <a:r>
              <a:rPr lang="en-US" dirty="0">
                <a:latin typeface="Archivo Regular"/>
              </a:rPr>
              <a:t>Links are associated with things</a:t>
            </a:r>
            <a:endParaRPr lang="en-US" dirty="0"/>
          </a:p>
          <a:p>
            <a:r>
              <a:rPr lang="en-US" dirty="0">
                <a:latin typeface="Archivo Regular"/>
              </a:rPr>
              <a:t>Titles, headings, and labels are descriptive</a:t>
            </a:r>
            <a:endParaRPr lang="en-US" dirty="0"/>
          </a:p>
          <a:p>
            <a:r>
              <a:rPr lang="en-US" dirty="0">
                <a:latin typeface="Archivo Regular"/>
              </a:rPr>
              <a:t>More than one way to locate content</a:t>
            </a:r>
            <a:endParaRPr lang="en-US" dirty="0"/>
          </a:p>
          <a:p>
            <a:r>
              <a:rPr lang="en-US" dirty="0">
                <a:latin typeface="Archivo Regular"/>
              </a:rPr>
              <a:t>The purpose of each link can be </a:t>
            </a:r>
            <a:r>
              <a:rPr lang="en-US" i="1" dirty="0">
                <a:latin typeface="Archivo Regular"/>
                <a:hlinkClick r:id="rId4"/>
              </a:rPr>
              <a:t>programmatically determined</a:t>
            </a:r>
            <a:r>
              <a:rPr lang="en-US" dirty="0">
                <a:latin typeface="Archivo Regular"/>
              </a:rPr>
              <a:t> from the link</a:t>
            </a:r>
          </a:p>
          <a:p>
            <a:r>
              <a:rPr lang="en-US" dirty="0">
                <a:latin typeface="Archivo Regular"/>
              </a:rPr>
              <a:t>Provide breadcrumbs (level 3)</a:t>
            </a:r>
            <a:endParaRPr lang="en-US" dirty="0"/>
          </a:p>
          <a:p>
            <a:r>
              <a:rPr lang="en-US" dirty="0">
                <a:latin typeface="Archivo Regular"/>
              </a:rPr>
              <a:t>Actions are </a:t>
            </a:r>
            <a:r>
              <a:rPr lang="en-US" dirty="0" err="1">
                <a:latin typeface="Archivo Regular"/>
              </a:rPr>
              <a:t>reversivle</a:t>
            </a:r>
            <a:r>
              <a:rPr lang="en-US" dirty="0">
                <a:latin typeface="Archivo Regular"/>
              </a:rPr>
              <a:t> (level 2)</a:t>
            </a:r>
            <a:endParaRPr lang="en-US" dirty="0"/>
          </a:p>
          <a:p>
            <a:r>
              <a:rPr lang="en-US" dirty="0">
                <a:latin typeface="Archivo Regular"/>
              </a:rPr>
              <a:t>Context-sensitive help (level 3)</a:t>
            </a:r>
            <a:endParaRPr lang="en-US" dirty="0"/>
          </a:p>
          <a:p>
            <a:endParaRPr lang="en-US" dirty="0"/>
          </a:p>
        </p:txBody>
      </p:sp>
      <p:sp>
        <p:nvSpPr>
          <p:cNvPr id="4" name="Slide Number Placeholder 3"/>
          <p:cNvSpPr>
            <a:spLocks noGrp="1"/>
          </p:cNvSpPr>
          <p:nvPr>
            <p:ph type="sldNum" sz="quarter" idx="5"/>
          </p:nvPr>
        </p:nvSpPr>
        <p:spPr/>
        <p:txBody>
          <a:bodyPr/>
          <a:lstStyle/>
          <a:p>
            <a:fld id="{013FC40D-6FB9-1648-B027-EAD4E7DC4F2C}" type="slidenum">
              <a:rPr lang="ru-RU" smtClean="0"/>
              <a:pPr/>
              <a:t>14</a:t>
            </a:fld>
            <a:endParaRPr lang="ru-RU"/>
          </a:p>
        </p:txBody>
      </p:sp>
    </p:spTree>
    <p:extLst>
      <p:ext uri="{BB962C8B-B14F-4D97-AF65-F5344CB8AC3E}">
        <p14:creationId xmlns:p14="http://schemas.microsoft.com/office/powerpoint/2010/main" val="401393727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How can we make sure the website is understandable?</a:t>
            </a:r>
          </a:p>
          <a:p>
            <a:endParaRPr lang="en-US" dirty="0">
              <a:latin typeface="Calibri"/>
              <a:ea typeface="Calibri"/>
              <a:cs typeface="Calibri"/>
            </a:endParaRPr>
          </a:p>
          <a:p>
            <a:r>
              <a:rPr lang="en-US" dirty="0">
                <a:latin typeface="Archivo Regular"/>
              </a:rPr>
              <a:t>The primary </a:t>
            </a:r>
            <a:r>
              <a:rPr lang="en-US" i="1" dirty="0">
                <a:latin typeface="Archivo Regular"/>
                <a:hlinkClick r:id="rId3"/>
              </a:rPr>
              <a:t>natural language</a:t>
            </a:r>
            <a:r>
              <a:rPr lang="en-US" dirty="0">
                <a:latin typeface="Archivo Regular"/>
              </a:rPr>
              <a:t> or languages of the </a:t>
            </a:r>
            <a:r>
              <a:rPr lang="en-US" i="1" dirty="0">
                <a:latin typeface="Archivo Regular"/>
                <a:hlinkClick r:id="rId4"/>
              </a:rPr>
              <a:t>Web unit</a:t>
            </a:r>
            <a:r>
              <a:rPr lang="en-US" dirty="0">
                <a:latin typeface="Archivo Regular"/>
              </a:rPr>
              <a:t> can be </a:t>
            </a:r>
            <a:r>
              <a:rPr lang="en-US" i="1" dirty="0">
                <a:latin typeface="Archivo Regular"/>
                <a:hlinkClick r:id="rId5"/>
              </a:rPr>
              <a:t>programmatically determined</a:t>
            </a:r>
            <a:r>
              <a:rPr lang="en-US" dirty="0">
                <a:latin typeface="Archivo Regular"/>
              </a:rPr>
              <a:t>.</a:t>
            </a:r>
          </a:p>
          <a:p>
            <a:r>
              <a:rPr lang="en-US" dirty="0">
                <a:latin typeface="Archivo Regular"/>
              </a:rPr>
              <a:t>Help the user find definitions (level 3)</a:t>
            </a:r>
          </a:p>
          <a:p>
            <a:r>
              <a:rPr lang="en-US" dirty="0">
                <a:latin typeface="Archivo Regular"/>
              </a:rPr>
              <a:t>Help the user find abbreviations (level 3)</a:t>
            </a:r>
          </a:p>
          <a:p>
            <a:r>
              <a:rPr lang="en-US">
                <a:latin typeface="Archivo Regular"/>
              </a:rPr>
              <a:t>Help users find pronunciation (level 3)</a:t>
            </a:r>
            <a:endParaRPr lang="en-US"/>
          </a:p>
          <a:p>
            <a:r>
              <a:rPr lang="en-US" dirty="0">
                <a:latin typeface="Archivo Regular"/>
              </a:rPr>
              <a:t>When any component receives focus, it does not cause a </a:t>
            </a:r>
            <a:r>
              <a:rPr lang="en-US" i="1" dirty="0">
                <a:latin typeface="Archivo Regular"/>
                <a:hlinkClick r:id="rId6"/>
              </a:rPr>
              <a:t>change of context</a:t>
            </a:r>
            <a:r>
              <a:rPr lang="en-US" dirty="0">
                <a:latin typeface="Archivo Regular"/>
              </a:rPr>
              <a:t>.</a:t>
            </a:r>
          </a:p>
          <a:p>
            <a:r>
              <a:rPr lang="en-US" dirty="0">
                <a:latin typeface="Archivo Regular"/>
              </a:rPr>
              <a:t>Changing the setting of any form control or field does not automatically cause a </a:t>
            </a:r>
            <a:r>
              <a:rPr lang="en-US" i="1" dirty="0">
                <a:latin typeface="Archivo Regular"/>
                <a:hlinkClick r:id="rId6"/>
              </a:rPr>
              <a:t>change of context</a:t>
            </a:r>
            <a:endParaRPr lang="en-US">
              <a:latin typeface="Archivo Regular"/>
            </a:endParaRPr>
          </a:p>
          <a:p>
            <a:r>
              <a:rPr lang="en-US" i="1" dirty="0">
                <a:latin typeface="Archivo Regular"/>
              </a:rPr>
              <a:t>Steps are logical</a:t>
            </a:r>
            <a:endParaRPr lang="en-US" i="1" dirty="0"/>
          </a:p>
          <a:p>
            <a:r>
              <a:rPr lang="en-US" i="1" dirty="0">
                <a:latin typeface="Archivo Regular"/>
              </a:rPr>
              <a:t>Components that have the same functionality are consistent (level 2)</a:t>
            </a:r>
            <a:endParaRPr lang="en-US" i="1" dirty="0"/>
          </a:p>
          <a:p>
            <a:r>
              <a:rPr lang="en-US" i="1" dirty="0">
                <a:latin typeface="Archivo Regular"/>
                <a:hlinkClick r:id="rId6"/>
              </a:rPr>
              <a:t>Changes of context</a:t>
            </a:r>
            <a:r>
              <a:rPr lang="en-US" dirty="0">
                <a:latin typeface="Archivo Regular"/>
              </a:rPr>
              <a:t> are initiated only by user request. (level 3)</a:t>
            </a:r>
            <a:endParaRPr lang="en-US" dirty="0"/>
          </a:p>
          <a:p>
            <a:endParaRPr lang="en-US" dirty="0"/>
          </a:p>
        </p:txBody>
      </p:sp>
      <p:sp>
        <p:nvSpPr>
          <p:cNvPr id="4" name="Slide Number Placeholder 3"/>
          <p:cNvSpPr>
            <a:spLocks noGrp="1"/>
          </p:cNvSpPr>
          <p:nvPr>
            <p:ph type="sldNum" sz="quarter" idx="5"/>
          </p:nvPr>
        </p:nvSpPr>
        <p:spPr/>
        <p:txBody>
          <a:bodyPr/>
          <a:lstStyle/>
          <a:p>
            <a:fld id="{013FC40D-6FB9-1648-B027-EAD4E7DC4F2C}" type="slidenum">
              <a:rPr lang="ru-RU" smtClean="0"/>
              <a:pPr/>
              <a:t>15</a:t>
            </a:fld>
            <a:endParaRPr lang="ru-RU"/>
          </a:p>
        </p:txBody>
      </p:sp>
    </p:spTree>
    <p:extLst>
      <p:ext uri="{BB962C8B-B14F-4D97-AF65-F5344CB8AC3E}">
        <p14:creationId xmlns:p14="http://schemas.microsoft.com/office/powerpoint/2010/main" val="92796020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How can we make sure the website is robust?</a:t>
            </a:r>
          </a:p>
          <a:p>
            <a:endParaRPr lang="en-US" dirty="0">
              <a:latin typeface="Calibri"/>
              <a:ea typeface="Calibri"/>
              <a:cs typeface="Calibri"/>
            </a:endParaRPr>
          </a:p>
          <a:p>
            <a:r>
              <a:rPr lang="en-US" dirty="0">
                <a:latin typeface="Calibri"/>
                <a:ea typeface="Calibri"/>
                <a:cs typeface="Calibri"/>
              </a:rPr>
              <a:t>Help assistive technologies parse the website components</a:t>
            </a:r>
          </a:p>
          <a:p>
            <a:r>
              <a:rPr lang="en-US" dirty="0">
                <a:latin typeface="Archivo Regular"/>
              </a:rPr>
              <a:t>For all user interface components, the </a:t>
            </a:r>
            <a:r>
              <a:rPr lang="en-US" i="1" dirty="0">
                <a:latin typeface="Archivo Regular"/>
                <a:hlinkClick r:id="rId3"/>
              </a:rPr>
              <a:t>name</a:t>
            </a:r>
            <a:r>
              <a:rPr lang="en-US" dirty="0">
                <a:latin typeface="Archivo Regular"/>
              </a:rPr>
              <a:t> and </a:t>
            </a:r>
            <a:r>
              <a:rPr lang="en-US" i="1" dirty="0">
                <a:latin typeface="Archivo Regular"/>
                <a:hlinkClick r:id="rId4"/>
              </a:rPr>
              <a:t>role</a:t>
            </a:r>
            <a:r>
              <a:rPr lang="en-US" dirty="0">
                <a:latin typeface="Archivo Regular"/>
              </a:rPr>
              <a:t> can be </a:t>
            </a:r>
            <a:r>
              <a:rPr lang="en-US" i="1" dirty="0">
                <a:latin typeface="Archivo Regular"/>
                <a:hlinkClick r:id="rId5"/>
              </a:rPr>
              <a:t>programmatically determined</a:t>
            </a:r>
            <a:r>
              <a:rPr lang="en-US" dirty="0">
                <a:latin typeface="Archivo Regular"/>
              </a:rPr>
              <a:t>, values that can be set by the user can be </a:t>
            </a:r>
            <a:r>
              <a:rPr lang="en-US" i="1" dirty="0">
                <a:latin typeface="Archivo Regular"/>
                <a:hlinkClick r:id="rId6"/>
              </a:rPr>
              <a:t>programmatically set</a:t>
            </a:r>
            <a:r>
              <a:rPr lang="en-US" dirty="0">
                <a:latin typeface="Archivo Regular"/>
              </a:rPr>
              <a:t>,</a:t>
            </a:r>
          </a:p>
          <a:p>
            <a:r>
              <a:rPr lang="en-US"/>
              <a:t>If content can be entered using the keyboard, then the content can be exited using the keyboard.</a:t>
            </a:r>
          </a:p>
          <a:p>
            <a:pPr marL="457200" indent="-457200">
              <a:buFont typeface="Arial"/>
              <a:buChar char="•"/>
            </a:pPr>
            <a:endParaRPr lang="en-US"/>
          </a:p>
          <a:p>
            <a:br>
              <a:rPr lang="en-US" dirty="0"/>
            </a:br>
            <a:endParaRPr lang="en-US" dirty="0"/>
          </a:p>
          <a:p>
            <a:endParaRPr lang="en-US" dirty="0">
              <a:latin typeface="Calibri"/>
              <a:ea typeface="Calibri"/>
              <a:cs typeface="Calibri"/>
            </a:endParaRPr>
          </a:p>
        </p:txBody>
      </p:sp>
      <p:sp>
        <p:nvSpPr>
          <p:cNvPr id="4" name="Slide Number Placeholder 3"/>
          <p:cNvSpPr>
            <a:spLocks noGrp="1"/>
          </p:cNvSpPr>
          <p:nvPr>
            <p:ph type="sldNum" sz="quarter" idx="5"/>
          </p:nvPr>
        </p:nvSpPr>
        <p:spPr/>
        <p:txBody>
          <a:bodyPr/>
          <a:lstStyle/>
          <a:p>
            <a:fld id="{013FC40D-6FB9-1648-B027-EAD4E7DC4F2C}" type="slidenum">
              <a:rPr lang="ru-RU" smtClean="0"/>
              <a:pPr/>
              <a:t>16</a:t>
            </a:fld>
            <a:endParaRPr lang="ru-RU"/>
          </a:p>
        </p:txBody>
      </p:sp>
    </p:spTree>
    <p:extLst>
      <p:ext uri="{BB962C8B-B14F-4D97-AF65-F5344CB8AC3E}">
        <p14:creationId xmlns:p14="http://schemas.microsoft.com/office/powerpoint/2010/main" val="78210406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Archivo Regular"/>
              </a:rPr>
              <a:t>Americans with Disabilities Act (ADA)</a:t>
            </a:r>
          </a:p>
          <a:p>
            <a:r>
              <a:rPr lang="en-US" dirty="0"/>
              <a:t>Section 508 compliance means that information and communication technology (ICT) is accessible to people with disabilities. It's a federal law that applies to all federal agencies. </a:t>
            </a:r>
          </a:p>
        </p:txBody>
      </p:sp>
      <p:sp>
        <p:nvSpPr>
          <p:cNvPr id="4" name="Slide Number Placeholder 3"/>
          <p:cNvSpPr>
            <a:spLocks noGrp="1"/>
          </p:cNvSpPr>
          <p:nvPr>
            <p:ph type="sldNum" sz="quarter" idx="5"/>
          </p:nvPr>
        </p:nvSpPr>
        <p:spPr/>
        <p:txBody>
          <a:bodyPr/>
          <a:lstStyle/>
          <a:p>
            <a:fld id="{013FC40D-6FB9-1648-B027-EAD4E7DC4F2C}" type="slidenum">
              <a:rPr lang="ru-RU" smtClean="0"/>
              <a:pPr/>
              <a:t>17</a:t>
            </a:fld>
            <a:endParaRPr lang="ru-RU"/>
          </a:p>
        </p:txBody>
      </p:sp>
    </p:spTree>
    <p:extLst>
      <p:ext uri="{BB962C8B-B14F-4D97-AF65-F5344CB8AC3E}">
        <p14:creationId xmlns:p14="http://schemas.microsoft.com/office/powerpoint/2010/main" val="300948169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5.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Presentation Title Gold Angle">
    <p:spTree>
      <p:nvGrpSpPr>
        <p:cNvPr id="1" name=""/>
        <p:cNvGrpSpPr/>
        <p:nvPr/>
      </p:nvGrpSpPr>
      <p:grpSpPr>
        <a:xfrm>
          <a:off x="0" y="0"/>
          <a:ext cx="0" cy="0"/>
          <a:chOff x="0" y="0"/>
          <a:chExt cx="0" cy="0"/>
        </a:xfrm>
      </p:grpSpPr>
      <p:sp>
        <p:nvSpPr>
          <p:cNvPr id="16" name="Freeform 15"/>
          <p:cNvSpPr/>
          <p:nvPr userDrawn="1"/>
        </p:nvSpPr>
        <p:spPr>
          <a:xfrm>
            <a:off x="0" y="0"/>
            <a:ext cx="11127100" cy="13717588"/>
          </a:xfrm>
          <a:custGeom>
            <a:avLst/>
            <a:gdLst>
              <a:gd name="connsiteX0" fmla="*/ 0 w 11127100"/>
              <a:gd name="connsiteY0" fmla="*/ 0 h 13717588"/>
              <a:gd name="connsiteX1" fmla="*/ 11127100 w 11127100"/>
              <a:gd name="connsiteY1" fmla="*/ 0 h 13717588"/>
              <a:gd name="connsiteX2" fmla="*/ 8708318 w 11127100"/>
              <a:gd name="connsiteY2" fmla="*/ 13717588 h 13717588"/>
              <a:gd name="connsiteX3" fmla="*/ 0 w 11127100"/>
              <a:gd name="connsiteY3" fmla="*/ 13717588 h 13717588"/>
            </a:gdLst>
            <a:ahLst/>
            <a:cxnLst>
              <a:cxn ang="0">
                <a:pos x="connsiteX0" y="connsiteY0"/>
              </a:cxn>
              <a:cxn ang="0">
                <a:pos x="connsiteX1" y="connsiteY1"/>
              </a:cxn>
              <a:cxn ang="0">
                <a:pos x="connsiteX2" y="connsiteY2"/>
              </a:cxn>
              <a:cxn ang="0">
                <a:pos x="connsiteX3" y="connsiteY3"/>
              </a:cxn>
            </a:cxnLst>
            <a:rect l="l" t="t" r="r" b="b"/>
            <a:pathLst>
              <a:path w="11127100" h="13717588">
                <a:moveTo>
                  <a:pt x="0" y="0"/>
                </a:moveTo>
                <a:lnTo>
                  <a:pt x="11127100" y="0"/>
                </a:lnTo>
                <a:lnTo>
                  <a:pt x="8708318" y="13717588"/>
                </a:lnTo>
                <a:lnTo>
                  <a:pt x="0" y="13717588"/>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p:cNvPicPr>
            <a:picLocks noChangeAspect="1"/>
          </p:cNvPicPr>
          <p:nvPr userDrawn="1"/>
        </p:nvPicPr>
        <p:blipFill>
          <a:blip r:embed="rId2"/>
          <a:stretch>
            <a:fillRect/>
          </a:stretch>
        </p:blipFill>
        <p:spPr>
          <a:xfrm>
            <a:off x="2940870" y="4496594"/>
            <a:ext cx="3851324" cy="4239228"/>
          </a:xfrm>
          <a:prstGeom prst="rect">
            <a:avLst/>
          </a:prstGeom>
        </p:spPr>
      </p:pic>
      <p:sp>
        <p:nvSpPr>
          <p:cNvPr id="2" name="Title 1"/>
          <p:cNvSpPr>
            <a:spLocks noGrp="1"/>
          </p:cNvSpPr>
          <p:nvPr userDrawn="1">
            <p:ph type="title" hasCustomPrompt="1"/>
          </p:nvPr>
        </p:nvSpPr>
        <p:spPr>
          <a:xfrm>
            <a:off x="12120786" y="4592117"/>
            <a:ext cx="10369152" cy="2693045"/>
          </a:xfrm>
        </p:spPr>
        <p:txBody>
          <a:bodyPr anchor="b" anchorCtr="0"/>
          <a:lstStyle>
            <a:lvl1pPr>
              <a:defRPr b="1" i="0" cap="all" normalizeH="0" baseline="0">
                <a:latin typeface="Franklin Gothic Demi" panose="020B0603020102020204" pitchFamily="34" charset="0"/>
              </a:defRPr>
            </a:lvl1pPr>
          </a:lstStyle>
          <a:p>
            <a:r>
              <a:rPr lang="en-US"/>
              <a:t>CLICK TO EDIT TITLE</a:t>
            </a:r>
          </a:p>
        </p:txBody>
      </p:sp>
      <p:sp>
        <p:nvSpPr>
          <p:cNvPr id="6" name="Text Placeholder 5"/>
          <p:cNvSpPr>
            <a:spLocks noGrp="1"/>
          </p:cNvSpPr>
          <p:nvPr userDrawn="1">
            <p:ph type="body" sz="quarter" idx="10" hasCustomPrompt="1"/>
          </p:nvPr>
        </p:nvSpPr>
        <p:spPr>
          <a:xfrm>
            <a:off x="12120786" y="7573194"/>
            <a:ext cx="10369152" cy="1800200"/>
          </a:xfrm>
          <a:prstGeom prst="rect">
            <a:avLst/>
          </a:prstGeom>
        </p:spPr>
        <p:txBody>
          <a:bodyPr/>
          <a:lstStyle>
            <a:lvl1pPr>
              <a:defRPr b="1" i="0" cap="all" baseline="0">
                <a:latin typeface="Franklin Gothic Book" panose="020B0503020102020204" pitchFamily="34" charset="0"/>
                <a:ea typeface="Franklin Gothic Book" panose="020B0503020102020204" pitchFamily="34" charset="0"/>
                <a:cs typeface="Franklin Gothic Book" panose="020B0503020102020204" pitchFamily="34" charset="0"/>
              </a:defRPr>
            </a:lvl1pPr>
          </a:lstStyle>
          <a:p>
            <a:pPr lvl="0"/>
            <a:r>
              <a:rPr lang="en-US"/>
              <a:t>CLICK TO EDIT SUBTITLE</a:t>
            </a:r>
          </a:p>
        </p:txBody>
      </p:sp>
    </p:spTree>
    <p:extLst>
      <p:ext uri="{BB962C8B-B14F-4D97-AF65-F5344CB8AC3E}">
        <p14:creationId xmlns:p14="http://schemas.microsoft.com/office/powerpoint/2010/main" val="388652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grpId="0" nodeType="after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1000"/>
                                        <p:tgtEl>
                                          <p:spTgt spid="16"/>
                                        </p:tgtEl>
                                        <p:attrNameLst>
                                          <p:attrName>ppt_x</p:attrName>
                                        </p:attrNameLst>
                                      </p:cBhvr>
                                      <p:tavLst>
                                        <p:tav tm="0">
                                          <p:val>
                                            <p:strVal val="#ppt_x-#ppt_w*1.125000"/>
                                          </p:val>
                                        </p:tav>
                                        <p:tav tm="100000">
                                          <p:val>
                                            <p:strVal val="#ppt_x"/>
                                          </p:val>
                                        </p:tav>
                                      </p:tavLst>
                                    </p:anim>
                                    <p:animEffect transition="in" filter="wipe(right)">
                                      <p:cBhvr>
                                        <p:cTn id="8" dur="1000"/>
                                        <p:tgtEl>
                                          <p:spTgt spid="16"/>
                                        </p:tgtEl>
                                      </p:cBhvr>
                                    </p:animEffect>
                                  </p:childTnLst>
                                </p:cTn>
                              </p:par>
                              <p:par>
                                <p:cTn id="9" presetID="42" presetClass="entr" presetSubtype="0" fill="hold"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1000"/>
                                        <p:tgtEl>
                                          <p:spTgt spid="8"/>
                                        </p:tgtEl>
                                      </p:cBhvr>
                                    </p:animEffect>
                                    <p:anim calcmode="lin" valueType="num">
                                      <p:cBhvr>
                                        <p:cTn id="12" dur="1000" fill="hold"/>
                                        <p:tgtEl>
                                          <p:spTgt spid="8"/>
                                        </p:tgtEl>
                                        <p:attrNameLst>
                                          <p:attrName>ppt_x</p:attrName>
                                        </p:attrNameLst>
                                      </p:cBhvr>
                                      <p:tavLst>
                                        <p:tav tm="0">
                                          <p:val>
                                            <p:strVal val="#ppt_x"/>
                                          </p:val>
                                        </p:tav>
                                        <p:tav tm="100000">
                                          <p:val>
                                            <p:strVal val="#ppt_x"/>
                                          </p:val>
                                        </p:tav>
                                      </p:tavLst>
                                    </p:anim>
                                    <p:anim calcmode="lin" valueType="num">
                                      <p:cBhvr>
                                        <p:cTn id="13" dur="1000" fill="hold"/>
                                        <p:tgtEl>
                                          <p:spTgt spid="8"/>
                                        </p:tgtEl>
                                        <p:attrNameLst>
                                          <p:attrName>ppt_y</p:attrName>
                                        </p:attrNameLst>
                                      </p:cBhvr>
                                      <p:tavLst>
                                        <p:tav tm="0">
                                          <p:val>
                                            <p:strVal val="#ppt_y+.1"/>
                                          </p:val>
                                        </p:tav>
                                        <p:tav tm="100000">
                                          <p:val>
                                            <p:strVal val="#ppt_y"/>
                                          </p:val>
                                        </p:tav>
                                      </p:tavLst>
                                    </p:anim>
                                  </p:childTnLst>
                                </p:cTn>
                              </p:par>
                            </p:childTnLst>
                          </p:cTn>
                        </p:par>
                        <p:par>
                          <p:cTn id="14" fill="hold">
                            <p:stCondLst>
                              <p:cond delay="1000"/>
                            </p:stCondLst>
                            <p:childTnLst>
                              <p:par>
                                <p:cTn id="15" presetID="10" presetClass="entr" presetSubtype="0" fill="hold" grpId="0" nodeType="after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fade">
                                      <p:cBhvr>
                                        <p:cTn id="17" dur="1000"/>
                                        <p:tgtEl>
                                          <p:spTgt spid="2"/>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6">
                                            <p:txEl>
                                              <p:pRg st="0" end="0"/>
                                            </p:txEl>
                                          </p:spTgt>
                                        </p:tgtEl>
                                        <p:attrNameLst>
                                          <p:attrName>style.visibility</p:attrName>
                                        </p:attrNameLst>
                                      </p:cBhvr>
                                      <p:to>
                                        <p:strVal val="visible"/>
                                      </p:to>
                                    </p:set>
                                    <p:animEffect transition="in" filter="fade">
                                      <p:cBhvr>
                                        <p:cTn id="20" dur="10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2" grpId="0"/>
      <p:bldP spid="6" grpId="0" build="p">
        <p:tmplLst>
          <p:tmpl lvl="1">
            <p:tnLst>
              <p:par>
                <p:cTn presetID="10" presetClass="entr" presetSubtype="0" fill="hold" nodeType="with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fade">
                      <p:cBhvr>
                        <p:cTn dur="1000"/>
                        <p:tgtEl>
                          <p:spTgt spid="6"/>
                        </p:tgtEl>
                      </p:cBhvr>
                    </p:animEffect>
                  </p:childTnLst>
                </p:cTn>
              </p:par>
            </p:tnLst>
          </p:tmpl>
        </p:tmplLst>
      </p:bldP>
    </p:bldLst>
  </p:timing>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Presentation Title Black Angle">
    <p:spTree>
      <p:nvGrpSpPr>
        <p:cNvPr id="1" name=""/>
        <p:cNvGrpSpPr/>
        <p:nvPr/>
      </p:nvGrpSpPr>
      <p:grpSpPr>
        <a:xfrm>
          <a:off x="0" y="0"/>
          <a:ext cx="0" cy="0"/>
          <a:chOff x="0" y="0"/>
          <a:chExt cx="0" cy="0"/>
        </a:xfrm>
      </p:grpSpPr>
      <p:sp>
        <p:nvSpPr>
          <p:cNvPr id="16" name="Freeform 15"/>
          <p:cNvSpPr/>
          <p:nvPr userDrawn="1"/>
        </p:nvSpPr>
        <p:spPr>
          <a:xfrm>
            <a:off x="0" y="0"/>
            <a:ext cx="11127100" cy="13717588"/>
          </a:xfrm>
          <a:custGeom>
            <a:avLst/>
            <a:gdLst>
              <a:gd name="connsiteX0" fmla="*/ 0 w 11127100"/>
              <a:gd name="connsiteY0" fmla="*/ 0 h 13717588"/>
              <a:gd name="connsiteX1" fmla="*/ 11127100 w 11127100"/>
              <a:gd name="connsiteY1" fmla="*/ 0 h 13717588"/>
              <a:gd name="connsiteX2" fmla="*/ 8708318 w 11127100"/>
              <a:gd name="connsiteY2" fmla="*/ 13717588 h 13717588"/>
              <a:gd name="connsiteX3" fmla="*/ 0 w 11127100"/>
              <a:gd name="connsiteY3" fmla="*/ 13717588 h 13717588"/>
            </a:gdLst>
            <a:ahLst/>
            <a:cxnLst>
              <a:cxn ang="0">
                <a:pos x="connsiteX0" y="connsiteY0"/>
              </a:cxn>
              <a:cxn ang="0">
                <a:pos x="connsiteX1" y="connsiteY1"/>
              </a:cxn>
              <a:cxn ang="0">
                <a:pos x="connsiteX2" y="connsiteY2"/>
              </a:cxn>
              <a:cxn ang="0">
                <a:pos x="connsiteX3" y="connsiteY3"/>
              </a:cxn>
            </a:cxnLst>
            <a:rect l="l" t="t" r="r" b="b"/>
            <a:pathLst>
              <a:path w="11127100" h="13717588">
                <a:moveTo>
                  <a:pt x="0" y="0"/>
                </a:moveTo>
                <a:lnTo>
                  <a:pt x="11127100" y="0"/>
                </a:lnTo>
                <a:lnTo>
                  <a:pt x="8708318" y="13717588"/>
                </a:lnTo>
                <a:lnTo>
                  <a:pt x="0" y="13717588"/>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p:cNvPicPr>
            <a:picLocks noChangeAspect="1"/>
          </p:cNvPicPr>
          <p:nvPr userDrawn="1"/>
        </p:nvPicPr>
        <p:blipFill>
          <a:blip r:embed="rId2"/>
          <a:stretch>
            <a:fillRect/>
          </a:stretch>
        </p:blipFill>
        <p:spPr>
          <a:xfrm>
            <a:off x="2903762" y="4489815"/>
            <a:ext cx="3918523" cy="4313195"/>
          </a:xfrm>
          <a:prstGeom prst="rect">
            <a:avLst/>
          </a:prstGeom>
        </p:spPr>
      </p:pic>
      <p:sp>
        <p:nvSpPr>
          <p:cNvPr id="3" name="Title 2"/>
          <p:cNvSpPr>
            <a:spLocks noGrp="1"/>
          </p:cNvSpPr>
          <p:nvPr>
            <p:ph type="title" hasCustomPrompt="1"/>
          </p:nvPr>
        </p:nvSpPr>
        <p:spPr>
          <a:xfrm>
            <a:off x="12120786" y="4572794"/>
            <a:ext cx="10297144" cy="2693045"/>
          </a:xfrm>
        </p:spPr>
        <p:txBody>
          <a:bodyPr anchor="b" anchorCtr="0"/>
          <a:lstStyle>
            <a:lvl1pPr>
              <a:defRPr b="1" cap="all" baseline="0">
                <a:solidFill>
                  <a:schemeClr val="accent3"/>
                </a:solidFill>
              </a:defRPr>
            </a:lvl1pPr>
          </a:lstStyle>
          <a:p>
            <a:r>
              <a:rPr lang="en-US"/>
              <a:t>CLICK TO EDIT TITLE</a:t>
            </a:r>
          </a:p>
        </p:txBody>
      </p:sp>
      <p:sp>
        <p:nvSpPr>
          <p:cNvPr id="8" name="Text Placeholder 5"/>
          <p:cNvSpPr>
            <a:spLocks noGrp="1"/>
          </p:cNvSpPr>
          <p:nvPr>
            <p:ph type="body" sz="quarter" idx="10" hasCustomPrompt="1"/>
          </p:nvPr>
        </p:nvSpPr>
        <p:spPr>
          <a:xfrm>
            <a:off x="12113939" y="7553871"/>
            <a:ext cx="10303991" cy="1800200"/>
          </a:xfrm>
          <a:prstGeom prst="rect">
            <a:avLst/>
          </a:prstGeom>
        </p:spPr>
        <p:txBody>
          <a:bodyPr/>
          <a:lstStyle>
            <a:lvl1pPr>
              <a:defRPr b="1" i="0" cap="all" baseline="0">
                <a:latin typeface="Franklin Gothic Book" panose="020B0503020102020204" pitchFamily="34" charset="0"/>
                <a:ea typeface="Franklin Gothic Book" panose="020B0503020102020204" pitchFamily="34" charset="0"/>
                <a:cs typeface="Franklin Gothic Book" panose="020B0503020102020204" pitchFamily="34" charset="0"/>
              </a:defRPr>
            </a:lvl1pPr>
          </a:lstStyle>
          <a:p>
            <a:pPr lvl="0"/>
            <a:r>
              <a:rPr lang="en-US"/>
              <a:t>CLICK TO EDIT SUBTITLE</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1000" fill="hold"/>
                                        <p:tgtEl>
                                          <p:spTgt spid="16"/>
                                        </p:tgtEl>
                                        <p:attrNameLst>
                                          <p:attrName>ppt_x</p:attrName>
                                        </p:attrNameLst>
                                      </p:cBhvr>
                                      <p:tavLst>
                                        <p:tav tm="0">
                                          <p:val>
                                            <p:strVal val="0-#ppt_w/2"/>
                                          </p:val>
                                        </p:tav>
                                        <p:tav tm="100000">
                                          <p:val>
                                            <p:strVal val="#ppt_x"/>
                                          </p:val>
                                        </p:tav>
                                      </p:tavLst>
                                    </p:anim>
                                    <p:anim calcmode="lin" valueType="num">
                                      <p:cBhvr additive="base">
                                        <p:cTn id="8" dur="1000" fill="hold"/>
                                        <p:tgtEl>
                                          <p:spTgt spid="16"/>
                                        </p:tgtEl>
                                        <p:attrNameLst>
                                          <p:attrName>ppt_y</p:attrName>
                                        </p:attrNameLst>
                                      </p:cBhvr>
                                      <p:tavLst>
                                        <p:tav tm="0">
                                          <p:val>
                                            <p:strVal val="#ppt_y"/>
                                          </p:val>
                                        </p:tav>
                                        <p:tav tm="100000">
                                          <p:val>
                                            <p:strVal val="#ppt_y"/>
                                          </p:val>
                                        </p:tav>
                                      </p:tavLst>
                                    </p:anim>
                                  </p:childTnLst>
                                </p:cTn>
                              </p:par>
                              <p:par>
                                <p:cTn id="9" presetID="42" presetClass="entr" presetSubtype="0" fill="hold" nodeType="with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1000"/>
                                        <p:tgtEl>
                                          <p:spTgt spid="2"/>
                                        </p:tgtEl>
                                      </p:cBhvr>
                                    </p:animEffect>
                                    <p:anim calcmode="lin" valueType="num">
                                      <p:cBhvr>
                                        <p:cTn id="12" dur="1000" fill="hold"/>
                                        <p:tgtEl>
                                          <p:spTgt spid="2"/>
                                        </p:tgtEl>
                                        <p:attrNameLst>
                                          <p:attrName>ppt_x</p:attrName>
                                        </p:attrNameLst>
                                      </p:cBhvr>
                                      <p:tavLst>
                                        <p:tav tm="0">
                                          <p:val>
                                            <p:strVal val="#ppt_x"/>
                                          </p:val>
                                        </p:tav>
                                        <p:tav tm="100000">
                                          <p:val>
                                            <p:strVal val="#ppt_x"/>
                                          </p:val>
                                        </p:tav>
                                      </p:tavLst>
                                    </p:anim>
                                    <p:anim calcmode="lin" valueType="num">
                                      <p:cBhvr>
                                        <p:cTn id="13" dur="1000" fill="hold"/>
                                        <p:tgtEl>
                                          <p:spTgt spid="2"/>
                                        </p:tgtEl>
                                        <p:attrNameLst>
                                          <p:attrName>ppt_y</p:attrName>
                                        </p:attrNameLst>
                                      </p:cBhvr>
                                      <p:tavLst>
                                        <p:tav tm="0">
                                          <p:val>
                                            <p:strVal val="#ppt_y+.1"/>
                                          </p:val>
                                        </p:tav>
                                        <p:tav tm="100000">
                                          <p:val>
                                            <p:strVal val="#ppt_y"/>
                                          </p:val>
                                        </p:tav>
                                      </p:tavLst>
                                    </p:anim>
                                  </p:childTnLst>
                                </p:cTn>
                              </p:par>
                            </p:childTnLst>
                          </p:cTn>
                        </p:par>
                        <p:par>
                          <p:cTn id="14" fill="hold">
                            <p:stCondLst>
                              <p:cond delay="1000"/>
                            </p:stCondLst>
                            <p:childTnLst>
                              <p:par>
                                <p:cTn id="15" presetID="10" presetClass="entr" presetSubtype="0" fill="hold" grpId="0" nodeType="after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fade">
                                      <p:cBhvr>
                                        <p:cTn id="17" dur="1000"/>
                                        <p:tgtEl>
                                          <p:spTgt spid="3"/>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8">
                                            <p:txEl>
                                              <p:pRg st="0" end="0"/>
                                            </p:txEl>
                                          </p:spTgt>
                                        </p:tgtEl>
                                        <p:attrNameLst>
                                          <p:attrName>style.visibility</p:attrName>
                                        </p:attrNameLst>
                                      </p:cBhvr>
                                      <p:to>
                                        <p:strVal val="visible"/>
                                      </p:to>
                                    </p:set>
                                    <p:animEffect transition="in" filter="fade">
                                      <p:cBhvr>
                                        <p:cTn id="20" dur="1000"/>
                                        <p:tgtEl>
                                          <p:spTgt spid="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3" grpId="0"/>
      <p:bldP spid="8" grpId="0" build="p">
        <p:tmplLst>
          <p:tmpl lvl="1">
            <p:tnLst>
              <p:par>
                <p:cTn presetID="10" presetClass="entr" presetSubtype="0" fill="hold" nodeType="withEffect">
                  <p:stCondLst>
                    <p:cond delay="0"/>
                  </p:stCondLst>
                  <p:childTnLst>
                    <p:set>
                      <p:cBhvr>
                        <p:cTn dur="1" fill="hold">
                          <p:stCondLst>
                            <p:cond delay="0"/>
                          </p:stCondLst>
                        </p:cTn>
                        <p:tgtEl>
                          <p:spTgt spid="8"/>
                        </p:tgtEl>
                        <p:attrNameLst>
                          <p:attrName>style.visibility</p:attrName>
                        </p:attrNameLst>
                      </p:cBhvr>
                      <p:to>
                        <p:strVal val="visible"/>
                      </p:to>
                    </p:set>
                    <p:animEffect transition="in" filter="fade">
                      <p:cBhvr>
                        <p:cTn dur="1000"/>
                        <p:tgtEl>
                          <p:spTgt spid="8"/>
                        </p:tgtEl>
                      </p:cBhvr>
                    </p:animEffect>
                  </p:childTnLst>
                </p:cTn>
              </p:par>
            </p:tnLst>
          </p:tmpl>
        </p:tmplLst>
      </p:bldP>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Presentation Title Pattern On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6" name="Picture 5"/>
          <p:cNvPicPr>
            <a:picLocks noChangeAspect="1"/>
          </p:cNvPicPr>
          <p:nvPr userDrawn="1"/>
        </p:nvPicPr>
        <p:blipFill>
          <a:blip r:embed="rId3"/>
          <a:stretch>
            <a:fillRect/>
          </a:stretch>
        </p:blipFill>
        <p:spPr>
          <a:xfrm>
            <a:off x="3353594" y="4725194"/>
            <a:ext cx="3918523" cy="4313195"/>
          </a:xfrm>
          <a:prstGeom prst="rect">
            <a:avLst/>
          </a:prstGeom>
        </p:spPr>
      </p:pic>
      <p:cxnSp>
        <p:nvCxnSpPr>
          <p:cNvPr id="4" name="Straight Connector 3"/>
          <p:cNvCxnSpPr/>
          <p:nvPr userDrawn="1"/>
        </p:nvCxnSpPr>
        <p:spPr>
          <a:xfrm>
            <a:off x="10680626" y="2034258"/>
            <a:ext cx="0" cy="964907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hasCustomPrompt="1"/>
          </p:nvPr>
        </p:nvSpPr>
        <p:spPr>
          <a:xfrm>
            <a:off x="12120786" y="4554538"/>
            <a:ext cx="10513168" cy="2693045"/>
          </a:xfrm>
        </p:spPr>
        <p:txBody>
          <a:bodyPr anchor="b" anchorCtr="0"/>
          <a:lstStyle>
            <a:lvl1pPr>
              <a:defRPr b="1" cap="all" baseline="0">
                <a:solidFill>
                  <a:schemeClr val="accent3"/>
                </a:solidFill>
              </a:defRPr>
            </a:lvl1pPr>
          </a:lstStyle>
          <a:p>
            <a:r>
              <a:rPr lang="en-US"/>
              <a:t>CLICK TO EDIT TITLE</a:t>
            </a:r>
          </a:p>
        </p:txBody>
      </p:sp>
      <p:sp>
        <p:nvSpPr>
          <p:cNvPr id="10" name="Text Placeholder 5"/>
          <p:cNvSpPr>
            <a:spLocks noGrp="1"/>
          </p:cNvSpPr>
          <p:nvPr>
            <p:ph type="body" sz="quarter" idx="10" hasCustomPrompt="1"/>
          </p:nvPr>
        </p:nvSpPr>
        <p:spPr>
          <a:xfrm>
            <a:off x="12120786" y="7535615"/>
            <a:ext cx="10513168" cy="1800200"/>
          </a:xfrm>
          <a:prstGeom prst="rect">
            <a:avLst/>
          </a:prstGeom>
        </p:spPr>
        <p:txBody>
          <a:bodyPr/>
          <a:lstStyle>
            <a:lvl1pPr>
              <a:defRPr b="1" i="0" cap="all" baseline="0">
                <a:solidFill>
                  <a:schemeClr val="bg1"/>
                </a:solidFill>
                <a:latin typeface="Franklin Gothic Book" panose="020B0503020102020204" pitchFamily="34" charset="0"/>
                <a:ea typeface="Franklin Gothic Book" panose="020B0503020102020204" pitchFamily="34" charset="0"/>
                <a:cs typeface="Franklin Gothic Book" panose="020B0503020102020204" pitchFamily="34" charset="0"/>
              </a:defRPr>
            </a:lvl1pPr>
          </a:lstStyle>
          <a:p>
            <a:pPr lvl="0"/>
            <a:r>
              <a:rPr lang="en-US"/>
              <a:t>CLICK TO EDIT SUBTITLE</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2"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000"/>
                                        <p:tgtEl>
                                          <p:spTgt spid="2"/>
                                        </p:tgtEl>
                                        <p:attrNameLst>
                                          <p:attrName>ppt_x</p:attrName>
                                        </p:attrNameLst>
                                      </p:cBhvr>
                                      <p:tavLst>
                                        <p:tav tm="0">
                                          <p:val>
                                            <p:strVal val="#ppt_x+#ppt_w*1.125000"/>
                                          </p:val>
                                        </p:tav>
                                        <p:tav tm="100000">
                                          <p:val>
                                            <p:strVal val="#ppt_x"/>
                                          </p:val>
                                        </p:tav>
                                      </p:tavLst>
                                    </p:anim>
                                    <p:animEffect transition="in" filter="wipe(left)">
                                      <p:cBhvr>
                                        <p:cTn id="8" dur="1000"/>
                                        <p:tgtEl>
                                          <p:spTgt spid="2"/>
                                        </p:tgtEl>
                                      </p:cBhvr>
                                    </p:animEffect>
                                  </p:childTnLst>
                                </p:cTn>
                              </p:par>
                            </p:childTnLst>
                          </p:cTn>
                        </p:par>
                        <p:par>
                          <p:cTn id="9" fill="hold">
                            <p:stCondLst>
                              <p:cond delay="1000"/>
                            </p:stCondLst>
                            <p:childTnLst>
                              <p:par>
                                <p:cTn id="10" presetID="12" presetClass="entr" presetSubtype="2" fill="hold" grpId="0" nodeType="afterEffect">
                                  <p:stCondLst>
                                    <p:cond delay="0"/>
                                  </p:stCondLst>
                                  <p:childTnLst>
                                    <p:set>
                                      <p:cBhvr>
                                        <p:cTn id="11" dur="1" fill="hold">
                                          <p:stCondLst>
                                            <p:cond delay="0"/>
                                          </p:stCondLst>
                                        </p:cTn>
                                        <p:tgtEl>
                                          <p:spTgt spid="10">
                                            <p:txEl>
                                              <p:pRg st="0" end="0"/>
                                            </p:txEl>
                                          </p:spTgt>
                                        </p:tgtEl>
                                        <p:attrNameLst>
                                          <p:attrName>style.visibility</p:attrName>
                                        </p:attrNameLst>
                                      </p:cBhvr>
                                      <p:to>
                                        <p:strVal val="visible"/>
                                      </p:to>
                                    </p:set>
                                    <p:anim calcmode="lin" valueType="num">
                                      <p:cBhvr additive="base">
                                        <p:cTn id="12" dur="1000"/>
                                        <p:tgtEl>
                                          <p:spTgt spid="10">
                                            <p:txEl>
                                              <p:pRg st="0" end="0"/>
                                            </p:txEl>
                                          </p:spTgt>
                                        </p:tgtEl>
                                        <p:attrNameLst>
                                          <p:attrName>ppt_x</p:attrName>
                                        </p:attrNameLst>
                                      </p:cBhvr>
                                      <p:tavLst>
                                        <p:tav tm="0">
                                          <p:val>
                                            <p:strVal val="#ppt_x+#ppt_w*1.125000"/>
                                          </p:val>
                                        </p:tav>
                                        <p:tav tm="100000">
                                          <p:val>
                                            <p:strVal val="#ppt_x"/>
                                          </p:val>
                                        </p:tav>
                                      </p:tavLst>
                                    </p:anim>
                                    <p:animEffect transition="in" filter="wipe(left)">
                                      <p:cBhvr>
                                        <p:cTn id="13" dur="1000"/>
                                        <p:tgtEl>
                                          <p:spTgt spid="10">
                                            <p:txEl>
                                              <p:pRg st="0" end="0"/>
                                            </p:txEl>
                                          </p:spTgt>
                                        </p:tgtEl>
                                      </p:cBhvr>
                                    </p:animEffect>
                                  </p:childTnLst>
                                </p:cTn>
                              </p:par>
                            </p:childTnLst>
                          </p:cTn>
                        </p:par>
                        <p:par>
                          <p:cTn id="14" fill="hold">
                            <p:stCondLst>
                              <p:cond delay="2000"/>
                            </p:stCondLst>
                            <p:childTnLst>
                              <p:par>
                                <p:cTn id="15" presetID="10" presetClass="entr" presetSubtype="0" fill="hold" nodeType="after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0" grpId="0" build="p">
        <p:tmplLst>
          <p:tmpl lvl="1">
            <p:tnLst>
              <p:par>
                <p:cTn presetID="12" presetClass="entr" presetSubtype="2" fill="hold" nodeType="afterEffect">
                  <p:stCondLst>
                    <p:cond delay="0"/>
                  </p:stCondLst>
                  <p:childTnLst>
                    <p:set>
                      <p:cBhvr>
                        <p:cTn dur="1" fill="hold">
                          <p:stCondLst>
                            <p:cond delay="0"/>
                          </p:stCondLst>
                        </p:cTn>
                        <p:tgtEl>
                          <p:spTgt spid="10"/>
                        </p:tgtEl>
                        <p:attrNameLst>
                          <p:attrName>style.visibility</p:attrName>
                        </p:attrNameLst>
                      </p:cBhvr>
                      <p:to>
                        <p:strVal val="visible"/>
                      </p:to>
                    </p:set>
                    <p:anim calcmode="lin" valueType="num">
                      <p:cBhvr additive="base">
                        <p:cTn dur="1000"/>
                        <p:tgtEl>
                          <p:spTgt spid="10"/>
                        </p:tgtEl>
                        <p:attrNameLst>
                          <p:attrName>ppt_x</p:attrName>
                        </p:attrNameLst>
                      </p:cBhvr>
                      <p:tavLst>
                        <p:tav tm="0">
                          <p:val>
                            <p:strVal val="#ppt_x+#ppt_w*1.125000"/>
                          </p:val>
                        </p:tav>
                        <p:tav tm="100000">
                          <p:val>
                            <p:strVal val="#ppt_x"/>
                          </p:val>
                        </p:tav>
                      </p:tavLst>
                    </p:anim>
                    <p:animEffect transition="in" filter="wipe(left)">
                      <p:cBhvr>
                        <p:cTn dur="1000"/>
                        <p:tgtEl>
                          <p:spTgt spid="10"/>
                        </p:tgtEl>
                      </p:cBhvr>
                    </p:animEffect>
                  </p:childTnLst>
                </p:cTn>
              </p:par>
            </p:tnLst>
          </p:tmpl>
        </p:tmplLst>
      </p:bldP>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Presentation Title Pattern Tw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6" name="Picture 5"/>
          <p:cNvPicPr>
            <a:picLocks noChangeAspect="1"/>
          </p:cNvPicPr>
          <p:nvPr userDrawn="1"/>
        </p:nvPicPr>
        <p:blipFill>
          <a:blip r:embed="rId3"/>
          <a:stretch>
            <a:fillRect/>
          </a:stretch>
        </p:blipFill>
        <p:spPr>
          <a:xfrm>
            <a:off x="10233533" y="2926599"/>
            <a:ext cx="3918523" cy="4313195"/>
          </a:xfrm>
          <a:prstGeom prst="rect">
            <a:avLst/>
          </a:prstGeom>
        </p:spPr>
      </p:pic>
      <p:sp>
        <p:nvSpPr>
          <p:cNvPr id="7" name="Заголовок 1"/>
          <p:cNvSpPr>
            <a:spLocks noGrp="1"/>
          </p:cNvSpPr>
          <p:nvPr>
            <p:ph type="title" hasCustomPrompt="1"/>
          </p:nvPr>
        </p:nvSpPr>
        <p:spPr>
          <a:xfrm>
            <a:off x="0" y="9485669"/>
            <a:ext cx="24385588" cy="1477328"/>
          </a:xfrm>
          <a:prstGeom prst="rect">
            <a:avLst/>
          </a:prstGeom>
        </p:spPr>
        <p:txBody>
          <a:bodyPr wrap="square" lIns="0" tIns="0" rIns="0" bIns="0">
            <a:spAutoFit/>
          </a:bodyPr>
          <a:lstStyle>
            <a:lvl1pPr marL="0" marR="0" indent="0" algn="ctr" defTabSz="2438462" rtl="0" eaLnBrk="1" fontAlgn="auto" latinLnBrk="0" hangingPunct="1">
              <a:lnSpc>
                <a:spcPct val="100000"/>
              </a:lnSpc>
              <a:spcBef>
                <a:spcPct val="0"/>
              </a:spcBef>
              <a:spcAft>
                <a:spcPts val="0"/>
              </a:spcAft>
              <a:buClrTx/>
              <a:buSzTx/>
              <a:buFontTx/>
              <a:buNone/>
              <a:tabLst>
                <a:tab pos="3641634" algn="l"/>
              </a:tabLst>
              <a:defRPr sz="9600" b="1" i="0" cap="all" baseline="0">
                <a:solidFill>
                  <a:schemeClr val="accent3"/>
                </a:solidFill>
                <a:latin typeface="Franklin Gothic Demi" panose="020B0603020102020204" pitchFamily="34" charset="0"/>
                <a:ea typeface="Franklin Gothic Demi" panose="020B0603020102020204" pitchFamily="34" charset="0"/>
                <a:cs typeface="Franklin Gothic Demi" panose="020B0603020102020204" pitchFamily="34" charset="0"/>
              </a:defRPr>
            </a:lvl1pPr>
          </a:lstStyle>
          <a:p>
            <a:r>
              <a:rPr lang="en-US"/>
              <a:t>CLICK TO EDIT TITLE</a:t>
            </a:r>
            <a:endParaRPr lang="ru-RU"/>
          </a:p>
        </p:txBody>
      </p:sp>
      <p:sp>
        <p:nvSpPr>
          <p:cNvPr id="16" name="Text Placeholder 15"/>
          <p:cNvSpPr>
            <a:spLocks noGrp="1"/>
          </p:cNvSpPr>
          <p:nvPr>
            <p:ph type="body" sz="quarter" idx="10" hasCustomPrompt="1"/>
          </p:nvPr>
        </p:nvSpPr>
        <p:spPr>
          <a:xfrm>
            <a:off x="0" y="10973991"/>
            <a:ext cx="24385588" cy="925894"/>
          </a:xfrm>
          <a:prstGeom prst="rect">
            <a:avLst/>
          </a:prstGeom>
        </p:spPr>
        <p:txBody>
          <a:bodyPr>
            <a:spAutoFit/>
          </a:bodyPr>
          <a:lstStyle>
            <a:lvl1pPr marL="0" indent="0" algn="ctr">
              <a:buNone/>
              <a:defRPr sz="6000" b="1" i="0" cap="all" baseline="0">
                <a:solidFill>
                  <a:schemeClr val="bg1"/>
                </a:solidFill>
                <a:latin typeface="Franklin Gothic Book" panose="020B0503020102020204" pitchFamily="34" charset="0"/>
                <a:ea typeface="Franklin Gothic Book" panose="020B0503020102020204" pitchFamily="34" charset="0"/>
                <a:cs typeface="Franklin Gothic Book" panose="020B0503020102020204" pitchFamily="34" charset="0"/>
              </a:defRPr>
            </a:lvl1pPr>
            <a:lvl2pPr marL="1219229" indent="0" algn="ctr">
              <a:buNone/>
              <a:defRPr b="1" i="0">
                <a:latin typeface="Archivo" charset="0"/>
                <a:ea typeface="Archivo" charset="0"/>
                <a:cs typeface="Archivo" charset="0"/>
              </a:defRPr>
            </a:lvl2pPr>
            <a:lvl3pPr marL="2438461" indent="0" algn="ctr">
              <a:buNone/>
              <a:defRPr b="1" i="0">
                <a:latin typeface="Archivo" charset="0"/>
                <a:ea typeface="Archivo" charset="0"/>
                <a:cs typeface="Archivo" charset="0"/>
              </a:defRPr>
            </a:lvl3pPr>
            <a:lvl4pPr marL="3657692" indent="0" algn="ctr">
              <a:buNone/>
              <a:defRPr b="1" i="0">
                <a:latin typeface="Archivo" charset="0"/>
                <a:ea typeface="Archivo" charset="0"/>
                <a:cs typeface="Archivo" charset="0"/>
              </a:defRPr>
            </a:lvl4pPr>
            <a:lvl5pPr marL="4876922" indent="0" algn="ctr">
              <a:buNone/>
              <a:defRPr b="1" i="0">
                <a:latin typeface="Archivo" charset="0"/>
                <a:ea typeface="Archivo" charset="0"/>
                <a:cs typeface="Archivo" charset="0"/>
              </a:defRPr>
            </a:lvl5pPr>
          </a:lstStyle>
          <a:p>
            <a:pPr lvl="0"/>
            <a:r>
              <a:rPr lang="en-US"/>
              <a:t>CLICK TO EDIT SUBTITLE</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16">
                                            <p:txEl>
                                              <p:pRg st="0" end="0"/>
                                            </p:txEl>
                                          </p:spTgt>
                                        </p:tgtEl>
                                        <p:attrNameLst>
                                          <p:attrName>style.visibility</p:attrName>
                                        </p:attrNameLst>
                                      </p:cBhvr>
                                      <p:to>
                                        <p:strVal val="visible"/>
                                      </p:to>
                                    </p:set>
                                    <p:animEffect transition="in" filter="fade">
                                      <p:cBhvr>
                                        <p:cTn id="13" dur="1000"/>
                                        <p:tgtEl>
                                          <p:spTgt spid="16">
                                            <p:txEl>
                                              <p:pRg st="0" end="0"/>
                                            </p:txEl>
                                          </p:spTgt>
                                        </p:tgtEl>
                                      </p:cBhvr>
                                    </p:animEffect>
                                    <p:anim calcmode="lin" valueType="num">
                                      <p:cBhvr>
                                        <p:cTn id="14" dur="1000" fill="hold"/>
                                        <p:tgtEl>
                                          <p:spTgt spid="16">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16">
                                            <p:txEl>
                                              <p:pRg st="0" end="0"/>
                                            </p:txEl>
                                          </p:spTgt>
                                        </p:tgtEl>
                                        <p:attrNameLst>
                                          <p:attrName>ppt_y</p:attrName>
                                        </p:attrNameLst>
                                      </p:cBhvr>
                                      <p:tavLst>
                                        <p:tav tm="0">
                                          <p:val>
                                            <p:strVal val="#ppt_y+.1"/>
                                          </p:val>
                                        </p:tav>
                                        <p:tav tm="100000">
                                          <p:val>
                                            <p:strVal val="#ppt_y"/>
                                          </p:val>
                                        </p:tav>
                                      </p:tavLst>
                                    </p:anim>
                                  </p:childTnLst>
                                </p:cTn>
                              </p:par>
                            </p:childTnLst>
                          </p:cTn>
                        </p:par>
                        <p:par>
                          <p:cTn id="16" fill="hold">
                            <p:stCondLst>
                              <p:cond delay="2000"/>
                            </p:stCondLst>
                            <p:childTnLst>
                              <p:par>
                                <p:cTn id="17" presetID="10" presetClass="entr" presetSubtype="0" fill="hold" nodeType="after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6" grpId="0" build="p">
        <p:tmplLst>
          <p:tmpl lvl="1">
            <p:tnLst>
              <p:par>
                <p:cTn presetID="42" presetClass="entr" presetSubtype="0" fill="hold" nodeType="afterEffect">
                  <p:stCondLst>
                    <p:cond delay="0"/>
                  </p:stCondLst>
                  <p:childTnLst>
                    <p:set>
                      <p:cBhvr>
                        <p:cTn dur="1" fill="hold">
                          <p:stCondLst>
                            <p:cond delay="0"/>
                          </p:stCondLst>
                        </p:cTn>
                        <p:tgtEl>
                          <p:spTgt spid="16"/>
                        </p:tgtEl>
                        <p:attrNameLst>
                          <p:attrName>style.visibility</p:attrName>
                        </p:attrNameLst>
                      </p:cBhvr>
                      <p:to>
                        <p:strVal val="visible"/>
                      </p:to>
                    </p:set>
                    <p:animEffect transition="in" filter="fade">
                      <p:cBhvr>
                        <p:cTn dur="1000"/>
                        <p:tgtEl>
                          <p:spTgt spid="16"/>
                        </p:tgtEl>
                      </p:cBhvr>
                    </p:animEffect>
                    <p:anim calcmode="lin" valueType="num">
                      <p:cBhvr>
                        <p:cTn dur="1000" fill="hold"/>
                        <p:tgtEl>
                          <p:spTgt spid="16"/>
                        </p:tgtEl>
                        <p:attrNameLst>
                          <p:attrName>ppt_x</p:attrName>
                        </p:attrNameLst>
                      </p:cBhvr>
                      <p:tavLst>
                        <p:tav tm="0">
                          <p:val>
                            <p:strVal val="#ppt_x"/>
                          </p:val>
                        </p:tav>
                        <p:tav tm="100000">
                          <p:val>
                            <p:strVal val="#ppt_x"/>
                          </p:val>
                        </p:tav>
                      </p:tavLst>
                    </p:anim>
                    <p:anim calcmode="lin" valueType="num">
                      <p:cBhvr>
                        <p:cTn dur="1000" fill="hold"/>
                        <p:tgtEl>
                          <p:spTgt spid="16"/>
                        </p:tgtEl>
                        <p:attrNameLst>
                          <p:attrName>ppt_y</p:attrName>
                        </p:attrNameLst>
                      </p:cBhvr>
                      <p:tavLst>
                        <p:tav tm="0">
                          <p:val>
                            <p:strVal val="#ppt_y+.1"/>
                          </p:val>
                        </p:tav>
                        <p:tav tm="100000">
                          <p:val>
                            <p:strVal val="#ppt_y"/>
                          </p:val>
                        </p:tav>
                      </p:tavLst>
                    </p:anim>
                  </p:childTnLst>
                </p:cTn>
              </p:par>
            </p:tnLst>
          </p:tmpl>
        </p:tmplLst>
      </p:bldP>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Presentation Title With Photo">
    <p:bg>
      <p:bgPr>
        <a:solidFill>
          <a:schemeClr val="bg1"/>
        </a:solidFill>
        <a:effectLst/>
      </p:bgPr>
    </p:bg>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2"/>
          <a:stretch>
            <a:fillRect/>
          </a:stretch>
        </p:blipFill>
        <p:spPr>
          <a:xfrm>
            <a:off x="3324089" y="4639497"/>
            <a:ext cx="4032448" cy="4438594"/>
          </a:xfrm>
          <a:prstGeom prst="rect">
            <a:avLst/>
          </a:prstGeom>
        </p:spPr>
      </p:pic>
      <p:sp>
        <p:nvSpPr>
          <p:cNvPr id="8" name="Picture Placeholder 5"/>
          <p:cNvSpPr>
            <a:spLocks noGrp="1"/>
          </p:cNvSpPr>
          <p:nvPr>
            <p:ph type="pic" sz="quarter" idx="20" hasCustomPrompt="1"/>
          </p:nvPr>
        </p:nvSpPr>
        <p:spPr>
          <a:xfrm>
            <a:off x="10680626" y="0"/>
            <a:ext cx="13704962" cy="13717588"/>
          </a:xfrm>
          <a:prstGeom prst="rect">
            <a:avLst/>
          </a:prstGeom>
          <a:pattFill prst="lgCheck">
            <a:fgClr>
              <a:schemeClr val="tx2">
                <a:lumMod val="10000"/>
                <a:lumOff val="90000"/>
              </a:schemeClr>
            </a:fgClr>
            <a:bgClr>
              <a:schemeClr val="bg1"/>
            </a:bgClr>
          </a:pattFill>
        </p:spPr>
        <p:txBody>
          <a:bodyPr tIns="1005840">
            <a:normAutofit/>
          </a:bodyPr>
          <a:lstStyle>
            <a:lvl1pPr marL="0" indent="0" algn="ctr">
              <a:lnSpc>
                <a:spcPts val="2500"/>
              </a:lnSpc>
              <a:spcBef>
                <a:spcPts val="0"/>
              </a:spcBef>
              <a:buNone/>
              <a:defRPr sz="1800" b="0" i="0" cap="all" baseline="0">
                <a:latin typeface="Franklin Gothic Book Regular"/>
                <a:ea typeface="Franklin Gothic Book Regular"/>
                <a:cs typeface="Franklin Gothic Book Regular"/>
              </a:defRPr>
            </a:lvl1pPr>
          </a:lstStyle>
          <a:p>
            <a:r>
              <a:rPr lang="en-US"/>
              <a:t>Click icon to add photo.</a:t>
            </a:r>
            <a:br>
              <a:rPr lang="en-US"/>
            </a:br>
            <a:r>
              <a:rPr lang="en-US"/>
              <a:t>To change photo, delete it and a new placeholder will appear.</a:t>
            </a:r>
          </a:p>
        </p:txBody>
      </p:sp>
      <p:sp>
        <p:nvSpPr>
          <p:cNvPr id="2" name="Title 1"/>
          <p:cNvSpPr>
            <a:spLocks noGrp="1"/>
          </p:cNvSpPr>
          <p:nvPr>
            <p:ph type="title" hasCustomPrompt="1"/>
          </p:nvPr>
        </p:nvSpPr>
        <p:spPr>
          <a:xfrm>
            <a:off x="12120786" y="5334794"/>
            <a:ext cx="10513168" cy="1346522"/>
          </a:xfrm>
        </p:spPr>
        <p:txBody>
          <a:bodyPr anchor="b" anchorCtr="0"/>
          <a:lstStyle>
            <a:lvl1pPr>
              <a:defRPr b="1" cap="all" baseline="0">
                <a:solidFill>
                  <a:schemeClr val="bg1"/>
                </a:solidFill>
              </a:defRPr>
            </a:lvl1pPr>
          </a:lstStyle>
          <a:p>
            <a:r>
              <a:rPr lang="en-US"/>
              <a:t>CLICK TO EDIT</a:t>
            </a:r>
          </a:p>
        </p:txBody>
      </p:sp>
      <p:sp>
        <p:nvSpPr>
          <p:cNvPr id="10" name="Text Placeholder 5"/>
          <p:cNvSpPr>
            <a:spLocks noGrp="1"/>
          </p:cNvSpPr>
          <p:nvPr>
            <p:ph type="body" sz="quarter" idx="10" hasCustomPrompt="1"/>
          </p:nvPr>
        </p:nvSpPr>
        <p:spPr>
          <a:xfrm>
            <a:off x="12120786" y="6969348"/>
            <a:ext cx="10513168" cy="1800200"/>
          </a:xfrm>
          <a:prstGeom prst="rect">
            <a:avLst/>
          </a:prstGeom>
        </p:spPr>
        <p:txBody>
          <a:bodyPr/>
          <a:lstStyle>
            <a:lvl1pPr>
              <a:defRPr b="1" i="0" cap="all" baseline="0">
                <a:solidFill>
                  <a:schemeClr val="bg1"/>
                </a:solidFill>
                <a:latin typeface="Franklin Gothic Book" panose="020B0503020102020204" pitchFamily="34" charset="0"/>
                <a:ea typeface="Franklin Gothic Book" panose="020B0503020102020204" pitchFamily="34" charset="0"/>
                <a:cs typeface="Franklin Gothic Book" panose="020B0503020102020204" pitchFamily="34" charset="0"/>
              </a:defRPr>
            </a:lvl1pPr>
          </a:lstStyle>
          <a:p>
            <a:pPr lvl="0"/>
            <a:r>
              <a:rPr lang="en-US"/>
              <a:t>CLICK TO EDIT SUBTITLE</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2"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000"/>
                                        <p:tgtEl>
                                          <p:spTgt spid="2"/>
                                        </p:tgtEl>
                                        <p:attrNameLst>
                                          <p:attrName>ppt_x</p:attrName>
                                        </p:attrNameLst>
                                      </p:cBhvr>
                                      <p:tavLst>
                                        <p:tav tm="0">
                                          <p:val>
                                            <p:strVal val="#ppt_x+#ppt_w*1.125000"/>
                                          </p:val>
                                        </p:tav>
                                        <p:tav tm="100000">
                                          <p:val>
                                            <p:strVal val="#ppt_x"/>
                                          </p:val>
                                        </p:tav>
                                      </p:tavLst>
                                    </p:anim>
                                    <p:animEffect transition="in" filter="wipe(left)">
                                      <p:cBhvr>
                                        <p:cTn id="8" dur="1000"/>
                                        <p:tgtEl>
                                          <p:spTgt spid="2"/>
                                        </p:tgtEl>
                                      </p:cBhvr>
                                    </p:animEffect>
                                  </p:childTnLst>
                                </p:cTn>
                              </p:par>
                            </p:childTnLst>
                          </p:cTn>
                        </p:par>
                        <p:par>
                          <p:cTn id="9" fill="hold">
                            <p:stCondLst>
                              <p:cond delay="1000"/>
                            </p:stCondLst>
                            <p:childTnLst>
                              <p:par>
                                <p:cTn id="10" presetID="12" presetClass="entr" presetSubtype="2" fill="hold" grpId="0" nodeType="afterEffect">
                                  <p:stCondLst>
                                    <p:cond delay="0"/>
                                  </p:stCondLst>
                                  <p:childTnLst>
                                    <p:set>
                                      <p:cBhvr>
                                        <p:cTn id="11" dur="1" fill="hold">
                                          <p:stCondLst>
                                            <p:cond delay="0"/>
                                          </p:stCondLst>
                                        </p:cTn>
                                        <p:tgtEl>
                                          <p:spTgt spid="10">
                                            <p:txEl>
                                              <p:pRg st="0" end="0"/>
                                            </p:txEl>
                                          </p:spTgt>
                                        </p:tgtEl>
                                        <p:attrNameLst>
                                          <p:attrName>style.visibility</p:attrName>
                                        </p:attrNameLst>
                                      </p:cBhvr>
                                      <p:to>
                                        <p:strVal val="visible"/>
                                      </p:to>
                                    </p:set>
                                    <p:anim calcmode="lin" valueType="num">
                                      <p:cBhvr additive="base">
                                        <p:cTn id="12" dur="1000"/>
                                        <p:tgtEl>
                                          <p:spTgt spid="10">
                                            <p:txEl>
                                              <p:pRg st="0" end="0"/>
                                            </p:txEl>
                                          </p:spTgt>
                                        </p:tgtEl>
                                        <p:attrNameLst>
                                          <p:attrName>ppt_x</p:attrName>
                                        </p:attrNameLst>
                                      </p:cBhvr>
                                      <p:tavLst>
                                        <p:tav tm="0">
                                          <p:val>
                                            <p:strVal val="#ppt_x+#ppt_w*1.125000"/>
                                          </p:val>
                                        </p:tav>
                                        <p:tav tm="100000">
                                          <p:val>
                                            <p:strVal val="#ppt_x"/>
                                          </p:val>
                                        </p:tav>
                                      </p:tavLst>
                                    </p:anim>
                                    <p:animEffect transition="in" filter="wipe(left)">
                                      <p:cBhvr>
                                        <p:cTn id="13" dur="1000"/>
                                        <p:tgtEl>
                                          <p:spTgt spid="10">
                                            <p:txEl>
                                              <p:pRg st="0" end="0"/>
                                            </p:txEl>
                                          </p:spTgt>
                                        </p:tgtEl>
                                      </p:cBhvr>
                                    </p:animEffect>
                                  </p:childTnLst>
                                </p:cTn>
                              </p:par>
                            </p:childTnLst>
                          </p:cTn>
                        </p:par>
                        <p:par>
                          <p:cTn id="14" fill="hold">
                            <p:stCondLst>
                              <p:cond delay="2000"/>
                            </p:stCondLst>
                            <p:childTnLst>
                              <p:par>
                                <p:cTn id="15" presetID="10" presetClass="entr" presetSubtype="0" fill="hold" nodeType="after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0" grpId="0" build="p">
        <p:tmplLst>
          <p:tmpl lvl="1">
            <p:tnLst>
              <p:par>
                <p:cTn presetID="12" presetClass="entr" presetSubtype="2" fill="hold" nodeType="afterEffect">
                  <p:stCondLst>
                    <p:cond delay="0"/>
                  </p:stCondLst>
                  <p:childTnLst>
                    <p:set>
                      <p:cBhvr>
                        <p:cTn dur="1" fill="hold">
                          <p:stCondLst>
                            <p:cond delay="0"/>
                          </p:stCondLst>
                        </p:cTn>
                        <p:tgtEl>
                          <p:spTgt spid="10"/>
                        </p:tgtEl>
                        <p:attrNameLst>
                          <p:attrName>style.visibility</p:attrName>
                        </p:attrNameLst>
                      </p:cBhvr>
                      <p:to>
                        <p:strVal val="visible"/>
                      </p:to>
                    </p:set>
                    <p:anim calcmode="lin" valueType="num">
                      <p:cBhvr additive="base">
                        <p:cTn dur="1000"/>
                        <p:tgtEl>
                          <p:spTgt spid="10"/>
                        </p:tgtEl>
                        <p:attrNameLst>
                          <p:attrName>ppt_x</p:attrName>
                        </p:attrNameLst>
                      </p:cBhvr>
                      <p:tavLst>
                        <p:tav tm="0">
                          <p:val>
                            <p:strVal val="#ppt_x+#ppt_w*1.125000"/>
                          </p:val>
                        </p:tav>
                        <p:tav tm="100000">
                          <p:val>
                            <p:strVal val="#ppt_x"/>
                          </p:val>
                        </p:tav>
                      </p:tavLst>
                    </p:anim>
                    <p:animEffect transition="in" filter="wipe(left)">
                      <p:cBhvr>
                        <p:cTn dur="1000"/>
                        <p:tgtEl>
                          <p:spTgt spid="10"/>
                        </p:tgtEl>
                      </p:cBhvr>
                    </p:animEffect>
                  </p:childTnLst>
                </p:cTn>
              </p:par>
            </p:tnLst>
          </p:tmpl>
        </p:tmplLst>
      </p:bldP>
    </p:bld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Presentation Title Minimal One">
    <p:spTree>
      <p:nvGrpSpPr>
        <p:cNvPr id="1" name=""/>
        <p:cNvGrpSpPr/>
        <p:nvPr/>
      </p:nvGrpSpPr>
      <p:grpSpPr>
        <a:xfrm>
          <a:off x="0" y="0"/>
          <a:ext cx="0" cy="0"/>
          <a:chOff x="0" y="0"/>
          <a:chExt cx="0" cy="0"/>
        </a:xfrm>
      </p:grpSpPr>
      <p:cxnSp>
        <p:nvCxnSpPr>
          <p:cNvPr id="4" name="Straight Connector 3"/>
          <p:cNvCxnSpPr/>
          <p:nvPr userDrawn="1"/>
        </p:nvCxnSpPr>
        <p:spPr>
          <a:xfrm>
            <a:off x="10680626" y="2034258"/>
            <a:ext cx="0" cy="964907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hasCustomPrompt="1"/>
          </p:nvPr>
        </p:nvSpPr>
        <p:spPr>
          <a:xfrm>
            <a:off x="12120786" y="4554538"/>
            <a:ext cx="10513168" cy="2693045"/>
          </a:xfrm>
        </p:spPr>
        <p:txBody>
          <a:bodyPr anchor="b" anchorCtr="0"/>
          <a:lstStyle>
            <a:lvl1pPr>
              <a:defRPr b="1" cap="all" baseline="0">
                <a:solidFill>
                  <a:schemeClr val="accent3"/>
                </a:solidFill>
              </a:defRPr>
            </a:lvl1pPr>
          </a:lstStyle>
          <a:p>
            <a:r>
              <a:rPr lang="en-US"/>
              <a:t>CLICK TO EDIT TITLE</a:t>
            </a:r>
          </a:p>
        </p:txBody>
      </p:sp>
      <p:sp>
        <p:nvSpPr>
          <p:cNvPr id="10" name="Text Placeholder 5"/>
          <p:cNvSpPr>
            <a:spLocks noGrp="1"/>
          </p:cNvSpPr>
          <p:nvPr>
            <p:ph type="body" sz="quarter" idx="10" hasCustomPrompt="1"/>
          </p:nvPr>
        </p:nvSpPr>
        <p:spPr>
          <a:xfrm>
            <a:off x="12120786" y="7535615"/>
            <a:ext cx="10513168" cy="1800200"/>
          </a:xfrm>
          <a:prstGeom prst="rect">
            <a:avLst/>
          </a:prstGeom>
        </p:spPr>
        <p:txBody>
          <a:bodyPr/>
          <a:lstStyle>
            <a:lvl1pPr>
              <a:defRPr b="1" i="0" cap="all" baseline="0">
                <a:latin typeface="Franklin Gothic Book" panose="020B0503020102020204" pitchFamily="34" charset="0"/>
                <a:ea typeface="Franklin Gothic Book" panose="020B0503020102020204" pitchFamily="34" charset="0"/>
                <a:cs typeface="Franklin Gothic Book" panose="020B0503020102020204" pitchFamily="34" charset="0"/>
              </a:defRPr>
            </a:lvl1pPr>
          </a:lstStyle>
          <a:p>
            <a:pPr lvl="0"/>
            <a:r>
              <a:rPr lang="en-US"/>
              <a:t>CLICK TO EDIT SUBTITLE</a:t>
            </a:r>
          </a:p>
        </p:txBody>
      </p:sp>
      <p:pic>
        <p:nvPicPr>
          <p:cNvPr id="6" name="Picture 5"/>
          <p:cNvPicPr>
            <a:picLocks noChangeAspect="1"/>
          </p:cNvPicPr>
          <p:nvPr userDrawn="1"/>
        </p:nvPicPr>
        <p:blipFill>
          <a:blip r:embed="rId2"/>
          <a:stretch>
            <a:fillRect/>
          </a:stretch>
        </p:blipFill>
        <p:spPr>
          <a:xfrm>
            <a:off x="3324089" y="4639497"/>
            <a:ext cx="4032448" cy="4438594"/>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2"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000"/>
                                        <p:tgtEl>
                                          <p:spTgt spid="2"/>
                                        </p:tgtEl>
                                        <p:attrNameLst>
                                          <p:attrName>ppt_x</p:attrName>
                                        </p:attrNameLst>
                                      </p:cBhvr>
                                      <p:tavLst>
                                        <p:tav tm="0">
                                          <p:val>
                                            <p:strVal val="#ppt_x+#ppt_w*1.125000"/>
                                          </p:val>
                                        </p:tav>
                                        <p:tav tm="100000">
                                          <p:val>
                                            <p:strVal val="#ppt_x"/>
                                          </p:val>
                                        </p:tav>
                                      </p:tavLst>
                                    </p:anim>
                                    <p:animEffect transition="in" filter="wipe(left)">
                                      <p:cBhvr>
                                        <p:cTn id="8" dur="1000"/>
                                        <p:tgtEl>
                                          <p:spTgt spid="2"/>
                                        </p:tgtEl>
                                      </p:cBhvr>
                                    </p:animEffect>
                                  </p:childTnLst>
                                </p:cTn>
                              </p:par>
                            </p:childTnLst>
                          </p:cTn>
                        </p:par>
                        <p:par>
                          <p:cTn id="9" fill="hold">
                            <p:stCondLst>
                              <p:cond delay="1000"/>
                            </p:stCondLst>
                            <p:childTnLst>
                              <p:par>
                                <p:cTn id="10" presetID="12" presetClass="entr" presetSubtype="2" fill="hold" grpId="0" nodeType="afterEffect">
                                  <p:stCondLst>
                                    <p:cond delay="0"/>
                                  </p:stCondLst>
                                  <p:childTnLst>
                                    <p:set>
                                      <p:cBhvr>
                                        <p:cTn id="11" dur="1" fill="hold">
                                          <p:stCondLst>
                                            <p:cond delay="0"/>
                                          </p:stCondLst>
                                        </p:cTn>
                                        <p:tgtEl>
                                          <p:spTgt spid="10">
                                            <p:txEl>
                                              <p:pRg st="0" end="0"/>
                                            </p:txEl>
                                          </p:spTgt>
                                        </p:tgtEl>
                                        <p:attrNameLst>
                                          <p:attrName>style.visibility</p:attrName>
                                        </p:attrNameLst>
                                      </p:cBhvr>
                                      <p:to>
                                        <p:strVal val="visible"/>
                                      </p:to>
                                    </p:set>
                                    <p:anim calcmode="lin" valueType="num">
                                      <p:cBhvr additive="base">
                                        <p:cTn id="12" dur="1000"/>
                                        <p:tgtEl>
                                          <p:spTgt spid="10">
                                            <p:txEl>
                                              <p:pRg st="0" end="0"/>
                                            </p:txEl>
                                          </p:spTgt>
                                        </p:tgtEl>
                                        <p:attrNameLst>
                                          <p:attrName>ppt_x</p:attrName>
                                        </p:attrNameLst>
                                      </p:cBhvr>
                                      <p:tavLst>
                                        <p:tav tm="0">
                                          <p:val>
                                            <p:strVal val="#ppt_x+#ppt_w*1.125000"/>
                                          </p:val>
                                        </p:tav>
                                        <p:tav tm="100000">
                                          <p:val>
                                            <p:strVal val="#ppt_x"/>
                                          </p:val>
                                        </p:tav>
                                      </p:tavLst>
                                    </p:anim>
                                    <p:animEffect transition="in" filter="wipe(left)">
                                      <p:cBhvr>
                                        <p:cTn id="13" dur="1000"/>
                                        <p:tgtEl>
                                          <p:spTgt spid="10">
                                            <p:txEl>
                                              <p:pRg st="0" end="0"/>
                                            </p:txEl>
                                          </p:spTgt>
                                        </p:tgtEl>
                                      </p:cBhvr>
                                    </p:animEffect>
                                  </p:childTnLst>
                                </p:cTn>
                              </p:par>
                            </p:childTnLst>
                          </p:cTn>
                        </p:par>
                        <p:par>
                          <p:cTn id="14" fill="hold">
                            <p:stCondLst>
                              <p:cond delay="2000"/>
                            </p:stCondLst>
                            <p:childTnLst>
                              <p:par>
                                <p:cTn id="15" presetID="10" presetClass="entr" presetSubtype="0" fill="hold" nodeType="after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0" grpId="0" build="p">
        <p:tmplLst>
          <p:tmpl lvl="1">
            <p:tnLst>
              <p:par>
                <p:cTn presetID="12" presetClass="entr" presetSubtype="2" fill="hold" nodeType="afterEffect">
                  <p:stCondLst>
                    <p:cond delay="0"/>
                  </p:stCondLst>
                  <p:childTnLst>
                    <p:set>
                      <p:cBhvr>
                        <p:cTn dur="1" fill="hold">
                          <p:stCondLst>
                            <p:cond delay="0"/>
                          </p:stCondLst>
                        </p:cTn>
                        <p:tgtEl>
                          <p:spTgt spid="10"/>
                        </p:tgtEl>
                        <p:attrNameLst>
                          <p:attrName>style.visibility</p:attrName>
                        </p:attrNameLst>
                      </p:cBhvr>
                      <p:to>
                        <p:strVal val="visible"/>
                      </p:to>
                    </p:set>
                    <p:anim calcmode="lin" valueType="num">
                      <p:cBhvr additive="base">
                        <p:cTn dur="1000"/>
                        <p:tgtEl>
                          <p:spTgt spid="10"/>
                        </p:tgtEl>
                        <p:attrNameLst>
                          <p:attrName>ppt_x</p:attrName>
                        </p:attrNameLst>
                      </p:cBhvr>
                      <p:tavLst>
                        <p:tav tm="0">
                          <p:val>
                            <p:strVal val="#ppt_x+#ppt_w*1.125000"/>
                          </p:val>
                        </p:tav>
                        <p:tav tm="100000">
                          <p:val>
                            <p:strVal val="#ppt_x"/>
                          </p:val>
                        </p:tav>
                      </p:tavLst>
                    </p:anim>
                    <p:animEffect transition="in" filter="wipe(left)">
                      <p:cBhvr>
                        <p:cTn dur="1000"/>
                        <p:tgtEl>
                          <p:spTgt spid="10"/>
                        </p:tgtEl>
                      </p:cBhvr>
                    </p:animEffect>
                  </p:childTnLst>
                </p:cTn>
              </p:par>
            </p:tnLst>
          </p:tmpl>
        </p:tmplLst>
      </p:bldP>
    </p:bld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Presentation Title Minimal Two">
    <p:spTree>
      <p:nvGrpSpPr>
        <p:cNvPr id="1" name=""/>
        <p:cNvGrpSpPr/>
        <p:nvPr/>
      </p:nvGrpSpPr>
      <p:grpSpPr>
        <a:xfrm>
          <a:off x="0" y="0"/>
          <a:ext cx="0" cy="0"/>
          <a:chOff x="0" y="0"/>
          <a:chExt cx="0" cy="0"/>
        </a:xfrm>
      </p:grpSpPr>
      <p:sp>
        <p:nvSpPr>
          <p:cNvPr id="7" name="Заголовок 1"/>
          <p:cNvSpPr>
            <a:spLocks noGrp="1"/>
          </p:cNvSpPr>
          <p:nvPr>
            <p:ph type="title" hasCustomPrompt="1"/>
          </p:nvPr>
        </p:nvSpPr>
        <p:spPr>
          <a:xfrm>
            <a:off x="0" y="9485669"/>
            <a:ext cx="24385588" cy="1477328"/>
          </a:xfrm>
          <a:prstGeom prst="rect">
            <a:avLst/>
          </a:prstGeom>
        </p:spPr>
        <p:txBody>
          <a:bodyPr wrap="square" lIns="0" tIns="0" rIns="0" bIns="0">
            <a:spAutoFit/>
          </a:bodyPr>
          <a:lstStyle>
            <a:lvl1pPr marL="0" marR="0" indent="0" algn="ctr" defTabSz="2438462" rtl="0" eaLnBrk="1" fontAlgn="auto" latinLnBrk="0" hangingPunct="1">
              <a:lnSpc>
                <a:spcPct val="100000"/>
              </a:lnSpc>
              <a:spcBef>
                <a:spcPct val="0"/>
              </a:spcBef>
              <a:spcAft>
                <a:spcPts val="0"/>
              </a:spcAft>
              <a:buClrTx/>
              <a:buSzTx/>
              <a:buFontTx/>
              <a:buNone/>
              <a:tabLst>
                <a:tab pos="3641634" algn="l"/>
              </a:tabLst>
              <a:defRPr sz="9600" b="1" i="0" cap="all" baseline="0">
                <a:solidFill>
                  <a:schemeClr val="accent3"/>
                </a:solidFill>
                <a:latin typeface="Franklin Gothic Demi" panose="020B0603020102020204" pitchFamily="34" charset="0"/>
                <a:ea typeface="Franklin Gothic Demi" panose="020B0603020102020204" pitchFamily="34" charset="0"/>
                <a:cs typeface="Franklin Gothic Demi" panose="020B0603020102020204" pitchFamily="34" charset="0"/>
              </a:defRPr>
            </a:lvl1pPr>
          </a:lstStyle>
          <a:p>
            <a:r>
              <a:rPr lang="en-US"/>
              <a:t>CLICK TO EDIT TITLE</a:t>
            </a:r>
            <a:endParaRPr lang="ru-RU"/>
          </a:p>
        </p:txBody>
      </p:sp>
      <p:sp>
        <p:nvSpPr>
          <p:cNvPr id="16" name="Text Placeholder 15"/>
          <p:cNvSpPr>
            <a:spLocks noGrp="1"/>
          </p:cNvSpPr>
          <p:nvPr>
            <p:ph type="body" sz="quarter" idx="10" hasCustomPrompt="1"/>
          </p:nvPr>
        </p:nvSpPr>
        <p:spPr>
          <a:xfrm>
            <a:off x="0" y="10973991"/>
            <a:ext cx="24385588" cy="925894"/>
          </a:xfrm>
          <a:prstGeom prst="rect">
            <a:avLst/>
          </a:prstGeom>
        </p:spPr>
        <p:txBody>
          <a:bodyPr>
            <a:spAutoFit/>
          </a:bodyPr>
          <a:lstStyle>
            <a:lvl1pPr marL="0" indent="0" algn="ctr">
              <a:buNone/>
              <a:defRPr sz="6000" b="1" i="0" cap="all" baseline="0">
                <a:latin typeface="Franklin Gothic Book" panose="020B0503020102020204" pitchFamily="34" charset="0"/>
                <a:ea typeface="Franklin Gothic Book" panose="020B0503020102020204" pitchFamily="34" charset="0"/>
                <a:cs typeface="Franklin Gothic Book" panose="020B0503020102020204" pitchFamily="34" charset="0"/>
              </a:defRPr>
            </a:lvl1pPr>
            <a:lvl2pPr marL="1219229" indent="0" algn="ctr">
              <a:buNone/>
              <a:defRPr b="1" i="0">
                <a:latin typeface="Archivo" charset="0"/>
                <a:ea typeface="Archivo" charset="0"/>
                <a:cs typeface="Archivo" charset="0"/>
              </a:defRPr>
            </a:lvl2pPr>
            <a:lvl3pPr marL="2438461" indent="0" algn="ctr">
              <a:buNone/>
              <a:defRPr b="1" i="0">
                <a:latin typeface="Archivo" charset="0"/>
                <a:ea typeface="Archivo" charset="0"/>
                <a:cs typeface="Archivo" charset="0"/>
              </a:defRPr>
            </a:lvl3pPr>
            <a:lvl4pPr marL="3657692" indent="0" algn="ctr">
              <a:buNone/>
              <a:defRPr b="1" i="0">
                <a:latin typeface="Archivo" charset="0"/>
                <a:ea typeface="Archivo" charset="0"/>
                <a:cs typeface="Archivo" charset="0"/>
              </a:defRPr>
            </a:lvl4pPr>
            <a:lvl5pPr marL="4876922" indent="0" algn="ctr">
              <a:buNone/>
              <a:defRPr b="1" i="0">
                <a:latin typeface="Archivo" charset="0"/>
                <a:ea typeface="Archivo" charset="0"/>
                <a:cs typeface="Archivo" charset="0"/>
              </a:defRPr>
            </a:lvl5pPr>
          </a:lstStyle>
          <a:p>
            <a:pPr lvl="0"/>
            <a:r>
              <a:rPr lang="en-US"/>
              <a:t>CLICK TO EDIT SUBTITLE</a:t>
            </a:r>
          </a:p>
        </p:txBody>
      </p:sp>
      <p:pic>
        <p:nvPicPr>
          <p:cNvPr id="17" name="Picture 16"/>
          <p:cNvPicPr>
            <a:picLocks noChangeAspect="1"/>
          </p:cNvPicPr>
          <p:nvPr userDrawn="1"/>
        </p:nvPicPr>
        <p:blipFill>
          <a:blip r:embed="rId2"/>
          <a:stretch>
            <a:fillRect/>
          </a:stretch>
        </p:blipFill>
        <p:spPr>
          <a:xfrm>
            <a:off x="10176570" y="2826346"/>
            <a:ext cx="4032448" cy="4438594"/>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16">
                                            <p:txEl>
                                              <p:pRg st="0" end="0"/>
                                            </p:txEl>
                                          </p:spTgt>
                                        </p:tgtEl>
                                        <p:attrNameLst>
                                          <p:attrName>style.visibility</p:attrName>
                                        </p:attrNameLst>
                                      </p:cBhvr>
                                      <p:to>
                                        <p:strVal val="visible"/>
                                      </p:to>
                                    </p:set>
                                    <p:animEffect transition="in" filter="fade">
                                      <p:cBhvr>
                                        <p:cTn id="13" dur="1000"/>
                                        <p:tgtEl>
                                          <p:spTgt spid="16">
                                            <p:txEl>
                                              <p:pRg st="0" end="0"/>
                                            </p:txEl>
                                          </p:spTgt>
                                        </p:tgtEl>
                                      </p:cBhvr>
                                    </p:animEffect>
                                    <p:anim calcmode="lin" valueType="num">
                                      <p:cBhvr>
                                        <p:cTn id="14" dur="1000" fill="hold"/>
                                        <p:tgtEl>
                                          <p:spTgt spid="16">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16">
                                            <p:txEl>
                                              <p:pRg st="0" end="0"/>
                                            </p:txEl>
                                          </p:spTgt>
                                        </p:tgtEl>
                                        <p:attrNameLst>
                                          <p:attrName>ppt_y</p:attrName>
                                        </p:attrNameLst>
                                      </p:cBhvr>
                                      <p:tavLst>
                                        <p:tav tm="0">
                                          <p:val>
                                            <p:strVal val="#ppt_y+.1"/>
                                          </p:val>
                                        </p:tav>
                                        <p:tav tm="100000">
                                          <p:val>
                                            <p:strVal val="#ppt_y"/>
                                          </p:val>
                                        </p:tav>
                                      </p:tavLst>
                                    </p:anim>
                                  </p:childTnLst>
                                </p:cTn>
                              </p:par>
                            </p:childTnLst>
                          </p:cTn>
                        </p:par>
                        <p:par>
                          <p:cTn id="16" fill="hold">
                            <p:stCondLst>
                              <p:cond delay="2000"/>
                            </p:stCondLst>
                            <p:childTnLst>
                              <p:par>
                                <p:cTn id="17" presetID="10" presetClass="entr" presetSubtype="0" fill="hold" nodeType="afterEffect">
                                  <p:stCondLst>
                                    <p:cond delay="0"/>
                                  </p:stCondLst>
                                  <p:childTnLst>
                                    <p:set>
                                      <p:cBhvr>
                                        <p:cTn id="18" dur="1" fill="hold">
                                          <p:stCondLst>
                                            <p:cond delay="0"/>
                                          </p:stCondLst>
                                        </p:cTn>
                                        <p:tgtEl>
                                          <p:spTgt spid="17"/>
                                        </p:tgtEl>
                                        <p:attrNameLst>
                                          <p:attrName>style.visibility</p:attrName>
                                        </p:attrNameLst>
                                      </p:cBhvr>
                                      <p:to>
                                        <p:strVal val="visible"/>
                                      </p:to>
                                    </p:set>
                                    <p:animEffect transition="in" filter="fade">
                                      <p:cBhvr>
                                        <p:cTn id="19" dur="2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6" grpId="0" build="p">
        <p:tmplLst>
          <p:tmpl lvl="1">
            <p:tnLst>
              <p:par>
                <p:cTn presetID="42" presetClass="entr" presetSubtype="0" fill="hold" nodeType="afterEffect">
                  <p:stCondLst>
                    <p:cond delay="0"/>
                  </p:stCondLst>
                  <p:childTnLst>
                    <p:set>
                      <p:cBhvr>
                        <p:cTn dur="1" fill="hold">
                          <p:stCondLst>
                            <p:cond delay="0"/>
                          </p:stCondLst>
                        </p:cTn>
                        <p:tgtEl>
                          <p:spTgt spid="16"/>
                        </p:tgtEl>
                        <p:attrNameLst>
                          <p:attrName>style.visibility</p:attrName>
                        </p:attrNameLst>
                      </p:cBhvr>
                      <p:to>
                        <p:strVal val="visible"/>
                      </p:to>
                    </p:set>
                    <p:animEffect transition="in" filter="fade">
                      <p:cBhvr>
                        <p:cTn dur="1000"/>
                        <p:tgtEl>
                          <p:spTgt spid="16"/>
                        </p:tgtEl>
                      </p:cBhvr>
                    </p:animEffect>
                    <p:anim calcmode="lin" valueType="num">
                      <p:cBhvr>
                        <p:cTn dur="1000" fill="hold"/>
                        <p:tgtEl>
                          <p:spTgt spid="16"/>
                        </p:tgtEl>
                        <p:attrNameLst>
                          <p:attrName>ppt_x</p:attrName>
                        </p:attrNameLst>
                      </p:cBhvr>
                      <p:tavLst>
                        <p:tav tm="0">
                          <p:val>
                            <p:strVal val="#ppt_x"/>
                          </p:val>
                        </p:tav>
                        <p:tav tm="100000">
                          <p:val>
                            <p:strVal val="#ppt_x"/>
                          </p:val>
                        </p:tav>
                      </p:tavLst>
                    </p:anim>
                    <p:anim calcmode="lin" valueType="num">
                      <p:cBhvr>
                        <p:cTn dur="1000" fill="hold"/>
                        <p:tgtEl>
                          <p:spTgt spid="16"/>
                        </p:tgtEl>
                        <p:attrNameLst>
                          <p:attrName>ppt_y</p:attrName>
                        </p:attrNameLst>
                      </p:cBhvr>
                      <p:tavLst>
                        <p:tav tm="0">
                          <p:val>
                            <p:strVal val="#ppt_y+.1"/>
                          </p:val>
                        </p:tav>
                        <p:tav tm="100000">
                          <p:val>
                            <p:strVal val="#ppt_y"/>
                          </p:val>
                        </p:tav>
                      </p:tavLst>
                    </p:anim>
                  </p:childTnLst>
                </p:cTn>
              </p:par>
            </p:tnLst>
          </p:tmpl>
        </p:tmplLst>
      </p:bldP>
    </p:bld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One Column Text">
    <p:bg>
      <p:bgPr>
        <a:solidFill>
          <a:srgbClr val="FFFFFF">
            <a:alpha val="0"/>
          </a:srgbClr>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CLICK TO ADD HEADLINE</a:t>
            </a:r>
          </a:p>
        </p:txBody>
      </p:sp>
      <p:sp>
        <p:nvSpPr>
          <p:cNvPr id="4" name="Text Placeholder 3"/>
          <p:cNvSpPr>
            <a:spLocks noGrp="1"/>
          </p:cNvSpPr>
          <p:nvPr>
            <p:ph type="body" sz="quarter" idx="10" hasCustomPrompt="1"/>
          </p:nvPr>
        </p:nvSpPr>
        <p:spPr>
          <a:xfrm>
            <a:off x="1318989" y="3906466"/>
            <a:ext cx="15554325" cy="830997"/>
          </a:xfrm>
        </p:spPr>
        <p:txBody>
          <a:bodyPr/>
          <a:lstStyle>
            <a:lvl1pPr marL="0" indent="0">
              <a:lnSpc>
                <a:spcPct val="100000"/>
              </a:lnSpc>
              <a:buNone/>
              <a:defRPr sz="5400" b="1" cap="all" baseline="0"/>
            </a:lvl1pPr>
          </a:lstStyle>
          <a:p>
            <a:pPr lvl="0"/>
            <a:r>
              <a:rPr lang="en-US"/>
              <a:t>CLICK TO ADD SUBHEAD</a:t>
            </a:r>
          </a:p>
        </p:txBody>
      </p:sp>
      <p:sp>
        <p:nvSpPr>
          <p:cNvPr id="10" name="Text Placeholder 9"/>
          <p:cNvSpPr>
            <a:spLocks noGrp="1"/>
          </p:cNvSpPr>
          <p:nvPr>
            <p:ph type="body" sz="quarter" idx="11" hasCustomPrompt="1"/>
          </p:nvPr>
        </p:nvSpPr>
        <p:spPr>
          <a:xfrm>
            <a:off x="5711825" y="5922690"/>
            <a:ext cx="15986025" cy="4078039"/>
          </a:xfrm>
        </p:spPr>
        <p:txBody>
          <a:bodyPr/>
          <a:lstStyle>
            <a:lvl1pPr marL="0" marR="0" indent="0" algn="l" defTabSz="2438462" rtl="0" eaLnBrk="1" fontAlgn="auto" latinLnBrk="0" hangingPunct="1">
              <a:lnSpc>
                <a:spcPts val="5300"/>
              </a:lnSpc>
              <a:spcBef>
                <a:spcPts val="0"/>
              </a:spcBef>
              <a:spcAft>
                <a:spcPts val="2500"/>
              </a:spcAft>
              <a:buClrTx/>
              <a:buSzTx/>
              <a:buFont typeface="Arial" panose="020B0604020202020204" pitchFamily="34" charset="0"/>
              <a:buNone/>
              <a:tabLst/>
              <a:defRPr lang="en-US" sz="3300" b="0" i="0" baseline="0" smtClean="0">
                <a:effectLst/>
                <a:latin typeface="Franklin Gothic Book" panose="020B0503020102020204" pitchFamily="34" charset="0"/>
              </a:defRPr>
            </a:lvl1pPr>
          </a:lstStyle>
          <a:p>
            <a:r>
              <a:rPr lang="en-US"/>
              <a:t>Click to add text. </a:t>
            </a:r>
            <a:r>
              <a:rPr lang="en-US" err="1"/>
              <a:t>Laborror</a:t>
            </a:r>
            <a:r>
              <a:rPr lang="en-US"/>
              <a:t> </a:t>
            </a:r>
            <a:r>
              <a:rPr lang="en-US" err="1"/>
              <a:t>eculparum</a:t>
            </a:r>
            <a:r>
              <a:rPr lang="en-US"/>
              <a:t> del in pro </a:t>
            </a:r>
            <a:r>
              <a:rPr lang="en-US" err="1"/>
              <a:t>esed</a:t>
            </a:r>
            <a:r>
              <a:rPr lang="en-US"/>
              <a:t> </a:t>
            </a:r>
            <a:r>
              <a:rPr lang="en-US" err="1"/>
              <a:t>entio</a:t>
            </a:r>
            <a:r>
              <a:rPr lang="en-US"/>
              <a:t>. Name </a:t>
            </a:r>
            <a:r>
              <a:rPr lang="en-US" err="1"/>
              <a:t>ped</a:t>
            </a:r>
            <a:r>
              <a:rPr lang="en-US"/>
              <a:t> </a:t>
            </a:r>
            <a:r>
              <a:rPr lang="en-US" err="1"/>
              <a:t>ea</a:t>
            </a:r>
            <a:r>
              <a:rPr lang="en-US"/>
              <a:t> que </a:t>
            </a:r>
            <a:r>
              <a:rPr lang="en-US" err="1"/>
              <a:t>rehendaepre</a:t>
            </a:r>
            <a:r>
              <a:rPr lang="en-US"/>
              <a:t> </a:t>
            </a:r>
            <a:r>
              <a:rPr lang="en-US" err="1"/>
              <a:t>occus</a:t>
            </a:r>
            <a:r>
              <a:rPr lang="en-US"/>
              <a:t> </a:t>
            </a:r>
            <a:r>
              <a:rPr lang="en-US" err="1"/>
              <a:t>dionem</a:t>
            </a:r>
            <a:r>
              <a:rPr lang="en-US"/>
              <a:t> </a:t>
            </a:r>
            <a:r>
              <a:rPr lang="en-US" err="1"/>
              <a:t>quatecta</a:t>
            </a:r>
            <a:r>
              <a:rPr lang="en-US"/>
              <a:t> qui </a:t>
            </a:r>
            <a:r>
              <a:rPr lang="en-US" err="1"/>
              <a:t>bea</a:t>
            </a:r>
            <a:r>
              <a:rPr lang="en-US"/>
              <a:t> </a:t>
            </a:r>
            <a:r>
              <a:rPr lang="en-US" err="1"/>
              <a:t>voloriassus</a:t>
            </a:r>
            <a:r>
              <a:rPr lang="en-US"/>
              <a:t> </a:t>
            </a:r>
            <a:r>
              <a:rPr lang="en-US" err="1"/>
              <a:t>ilibusa</a:t>
            </a:r>
            <a:r>
              <a:rPr lang="en-US"/>
              <a:t> </a:t>
            </a:r>
            <a:r>
              <a:rPr lang="en-US" err="1"/>
              <a:t>velenecto</a:t>
            </a:r>
            <a:r>
              <a:rPr lang="en-US"/>
              <a:t> </a:t>
            </a:r>
            <a:r>
              <a:rPr lang="en-US" err="1"/>
              <a:t>imus</a:t>
            </a:r>
            <a:r>
              <a:rPr lang="en-US"/>
              <a:t>, </a:t>
            </a:r>
            <a:r>
              <a:rPr lang="en-US" err="1"/>
              <a:t>ut</a:t>
            </a:r>
            <a:r>
              <a:rPr lang="en-US"/>
              <a:t> </a:t>
            </a:r>
            <a:r>
              <a:rPr lang="en-US" err="1"/>
              <a:t>hariaestiis</a:t>
            </a:r>
            <a:r>
              <a:rPr lang="en-US"/>
              <a:t> </a:t>
            </a:r>
            <a:r>
              <a:rPr lang="en-US" err="1"/>
              <a:t>eosapidunt</a:t>
            </a:r>
            <a:r>
              <a:rPr lang="en-US"/>
              <a:t> quam </a:t>
            </a:r>
            <a:r>
              <a:rPr lang="en-US" err="1"/>
              <a:t>suntiusdae</a:t>
            </a:r>
            <a:r>
              <a:rPr lang="en-US"/>
              <a:t> </a:t>
            </a:r>
            <a:r>
              <a:rPr lang="en-US" err="1"/>
              <a:t>nihicidem</a:t>
            </a:r>
            <a:r>
              <a:rPr lang="en-US"/>
              <a:t> rem. </a:t>
            </a:r>
            <a:r>
              <a:rPr lang="en-US" err="1"/>
              <a:t>Ut</a:t>
            </a:r>
            <a:r>
              <a:rPr lang="en-US"/>
              <a:t> lam, </a:t>
            </a:r>
            <a:r>
              <a:rPr lang="en-US" err="1"/>
              <a:t>odi</a:t>
            </a:r>
            <a:r>
              <a:rPr lang="en-US"/>
              <a:t> id </a:t>
            </a:r>
            <a:r>
              <a:rPr lang="en-US" err="1"/>
              <a:t>ea</a:t>
            </a:r>
            <a:r>
              <a:rPr lang="en-US"/>
              <a:t> sit et </a:t>
            </a:r>
            <a:r>
              <a:rPr lang="en-US" err="1"/>
              <a:t>laut</a:t>
            </a:r>
            <a:r>
              <a:rPr lang="en-US"/>
              <a:t> </a:t>
            </a:r>
            <a:r>
              <a:rPr lang="en-US" err="1"/>
              <a:t>aut</a:t>
            </a:r>
            <a:r>
              <a:rPr lang="en-US"/>
              <a:t> </a:t>
            </a:r>
            <a:r>
              <a:rPr lang="en-US" err="1"/>
              <a:t>lique</a:t>
            </a:r>
            <a:r>
              <a:rPr lang="en-US"/>
              <a:t> quid </a:t>
            </a:r>
            <a:r>
              <a:rPr lang="en-US" err="1"/>
              <a:t>modiae</a:t>
            </a:r>
            <a:r>
              <a:rPr lang="en-US"/>
              <a:t> </a:t>
            </a:r>
            <a:r>
              <a:rPr lang="en-US" err="1"/>
              <a:t>endi</a:t>
            </a:r>
            <a:r>
              <a:rPr lang="en-US"/>
              <a:t> </a:t>
            </a:r>
            <a:r>
              <a:rPr lang="en-US" err="1"/>
              <a:t>vitem</a:t>
            </a:r>
            <a:r>
              <a:rPr lang="en-US"/>
              <a:t> </a:t>
            </a:r>
            <a:r>
              <a:rPr lang="en-US" err="1"/>
              <a:t>volorit</a:t>
            </a:r>
            <a:r>
              <a:rPr lang="en-US"/>
              <a:t> </a:t>
            </a:r>
            <a:r>
              <a:rPr lang="en-US" err="1"/>
              <a:t>iorem</a:t>
            </a:r>
            <a:r>
              <a:rPr lang="en-US"/>
              <a:t>. Bea </a:t>
            </a:r>
            <a:r>
              <a:rPr lang="en-US" err="1"/>
              <a:t>cus</a:t>
            </a:r>
            <a:r>
              <a:rPr lang="en-US"/>
              <a:t> </a:t>
            </a:r>
            <a:r>
              <a:rPr lang="en-US" err="1"/>
              <a:t>eatis</a:t>
            </a:r>
            <a:r>
              <a:rPr lang="en-US"/>
              <a:t> </a:t>
            </a:r>
            <a:r>
              <a:rPr lang="en-US" err="1"/>
              <a:t>aut</a:t>
            </a:r>
            <a:r>
              <a:rPr lang="en-US"/>
              <a:t> </a:t>
            </a:r>
            <a:r>
              <a:rPr lang="en-US" err="1"/>
              <a:t>accus</a:t>
            </a:r>
            <a:r>
              <a:rPr lang="en-US"/>
              <a:t>, ne </a:t>
            </a:r>
            <a:r>
              <a:rPr lang="en-US" err="1"/>
              <a:t>molenda</a:t>
            </a:r>
            <a:r>
              <a:rPr lang="en-US"/>
              <a:t> </a:t>
            </a:r>
            <a:r>
              <a:rPr lang="en-US" err="1"/>
              <a:t>invelit</a:t>
            </a:r>
            <a:r>
              <a:rPr lang="en-US"/>
              <a:t> </a:t>
            </a:r>
            <a:r>
              <a:rPr lang="en-US" err="1"/>
              <a:t>iurepudae</a:t>
            </a:r>
            <a:r>
              <a:rPr lang="en-US"/>
              <a:t> </a:t>
            </a:r>
            <a:r>
              <a:rPr lang="en-US" err="1"/>
              <a:t>maximin</a:t>
            </a:r>
            <a:r>
              <a:rPr lang="en-US"/>
              <a:t> </a:t>
            </a:r>
            <a:r>
              <a:rPr lang="en-US" err="1"/>
              <a:t>imagnate</a:t>
            </a:r>
            <a:r>
              <a:rPr lang="en-US"/>
              <a:t> </a:t>
            </a:r>
            <a:r>
              <a:rPr lang="en-US" err="1"/>
              <a:t>officima</a:t>
            </a:r>
            <a:r>
              <a:rPr lang="en-US"/>
              <a:t> </a:t>
            </a:r>
            <a:r>
              <a:rPr lang="en-US" err="1"/>
              <a:t>corruptas</a:t>
            </a:r>
            <a:r>
              <a:rPr lang="en-US"/>
              <a:t> </a:t>
            </a:r>
            <a:r>
              <a:rPr lang="en-US" err="1"/>
              <a:t>simoditam</a:t>
            </a:r>
            <a:r>
              <a:rPr lang="en-US"/>
              <a:t> </a:t>
            </a:r>
            <a:r>
              <a:rPr lang="en-US" err="1"/>
              <a:t>repersp</a:t>
            </a:r>
            <a:r>
              <a:rPr lang="en-US"/>
              <a:t> </a:t>
            </a:r>
            <a:r>
              <a:rPr lang="en-US" err="1"/>
              <a:t>erumenimi</a:t>
            </a:r>
            <a:r>
              <a:rPr lang="en-US"/>
              <a:t>, </a:t>
            </a:r>
            <a:r>
              <a:rPr lang="en-US" err="1"/>
              <a:t>sitate</a:t>
            </a:r>
            <a:r>
              <a:rPr lang="en-US"/>
              <a:t> </a:t>
            </a:r>
            <a:r>
              <a:rPr lang="en-US" err="1"/>
              <a:t>vel</a:t>
            </a:r>
            <a:r>
              <a:rPr lang="en-US"/>
              <a:t> </a:t>
            </a:r>
            <a:r>
              <a:rPr lang="en-US" err="1"/>
              <a:t>maio</a:t>
            </a:r>
            <a:r>
              <a:rPr lang="en-US"/>
              <a:t>. </a:t>
            </a:r>
            <a:r>
              <a:rPr lang="en-US" err="1"/>
              <a:t>Incias</a:t>
            </a:r>
            <a:r>
              <a:rPr lang="en-US"/>
              <a:t> et </a:t>
            </a:r>
            <a:r>
              <a:rPr lang="en-US" err="1"/>
              <a:t>volupta</a:t>
            </a:r>
            <a:r>
              <a:rPr lang="en-US"/>
              <a:t> </a:t>
            </a:r>
            <a:r>
              <a:rPr lang="en-US" err="1"/>
              <a:t>ecestet</a:t>
            </a:r>
            <a:r>
              <a:rPr lang="en-US"/>
              <a:t>, </a:t>
            </a:r>
            <a:r>
              <a:rPr lang="en-US" err="1"/>
              <a:t>aut</a:t>
            </a:r>
            <a:r>
              <a:rPr lang="en-US"/>
              <a:t> </a:t>
            </a:r>
            <a:r>
              <a:rPr lang="en-US" err="1"/>
              <a:t>eum</a:t>
            </a:r>
            <a:r>
              <a:rPr lang="en-US"/>
              <a:t> am </a:t>
            </a:r>
            <a:r>
              <a:rPr lang="en-US" err="1"/>
              <a:t>ipic</a:t>
            </a:r>
            <a:r>
              <a:rPr lang="en-US"/>
              <a:t> tempore </a:t>
            </a:r>
            <a:r>
              <a:rPr lang="en-US" err="1"/>
              <a:t>explandam</a:t>
            </a:r>
            <a:r>
              <a:rPr lang="en-US"/>
              <a:t>. </a:t>
            </a:r>
          </a:p>
        </p:txBody>
      </p:sp>
      <p:sp>
        <p:nvSpPr>
          <p:cNvPr id="5" name="Text Placeholder 4"/>
          <p:cNvSpPr>
            <a:spLocks noGrp="1"/>
          </p:cNvSpPr>
          <p:nvPr>
            <p:ph type="body" sz="quarter" idx="12" hasCustomPrompt="1"/>
          </p:nvPr>
        </p:nvSpPr>
        <p:spPr>
          <a:xfrm>
            <a:off x="5711825" y="10882058"/>
            <a:ext cx="6933406" cy="607795"/>
          </a:xfrm>
        </p:spPr>
        <p:txBody>
          <a:bodyPr/>
          <a:lstStyle>
            <a:lvl1pPr marL="457200" indent="-457200">
              <a:buFontTx/>
              <a:buBlip>
                <a:blip r:embed="rId2"/>
              </a:buBlip>
              <a:defRPr/>
            </a:lvl1pPr>
          </a:lstStyle>
          <a:p>
            <a:pPr lvl="0"/>
            <a:r>
              <a:rPr lang="en-US"/>
              <a:t>Click to add bulleted list</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lumn Text">
    <p:spTree>
      <p:nvGrpSpPr>
        <p:cNvPr id="1" name=""/>
        <p:cNvGrpSpPr/>
        <p:nvPr/>
      </p:nvGrpSpPr>
      <p:grpSpPr>
        <a:xfrm>
          <a:off x="0" y="0"/>
          <a:ext cx="0" cy="0"/>
          <a:chOff x="0" y="0"/>
          <a:chExt cx="0" cy="0"/>
        </a:xfrm>
      </p:grpSpPr>
      <p:sp>
        <p:nvSpPr>
          <p:cNvPr id="8" name="Text Placeholder 9"/>
          <p:cNvSpPr>
            <a:spLocks noGrp="1"/>
          </p:cNvSpPr>
          <p:nvPr>
            <p:ph type="body" sz="quarter" idx="11" hasCustomPrompt="1"/>
          </p:nvPr>
        </p:nvSpPr>
        <p:spPr>
          <a:xfrm>
            <a:off x="5711825" y="5922690"/>
            <a:ext cx="16706105" cy="4757713"/>
          </a:xfrm>
        </p:spPr>
        <p:txBody>
          <a:bodyPr numCol="2" spcCol="914400"/>
          <a:lstStyle>
            <a:lvl1pPr marL="0" marR="0" indent="0" algn="l" defTabSz="2438462" rtl="0" eaLnBrk="1" fontAlgn="auto" latinLnBrk="0" hangingPunct="1">
              <a:lnSpc>
                <a:spcPts val="5300"/>
              </a:lnSpc>
              <a:spcBef>
                <a:spcPts val="0"/>
              </a:spcBef>
              <a:spcAft>
                <a:spcPts val="2500"/>
              </a:spcAft>
              <a:buClrTx/>
              <a:buSzTx/>
              <a:buFont typeface="Arial" panose="020B0604020202020204" pitchFamily="34" charset="0"/>
              <a:buNone/>
              <a:tabLst/>
              <a:defRPr lang="en-US" sz="3300" b="0" i="0" baseline="0" smtClean="0">
                <a:effectLst/>
                <a:latin typeface="Franklin Gothic Book" panose="020B0503020102020204" pitchFamily="34" charset="0"/>
              </a:defRPr>
            </a:lvl1pPr>
          </a:lstStyle>
          <a:p>
            <a:r>
              <a:rPr lang="en-US"/>
              <a:t>Click to add text. </a:t>
            </a:r>
            <a:r>
              <a:rPr lang="en-US" err="1"/>
              <a:t>Laborror</a:t>
            </a:r>
            <a:r>
              <a:rPr lang="en-US"/>
              <a:t> </a:t>
            </a:r>
            <a:r>
              <a:rPr lang="en-US" err="1"/>
              <a:t>eculparum</a:t>
            </a:r>
            <a:r>
              <a:rPr lang="en-US"/>
              <a:t> del in pro </a:t>
            </a:r>
            <a:r>
              <a:rPr lang="en-US" err="1"/>
              <a:t>esed</a:t>
            </a:r>
            <a:r>
              <a:rPr lang="en-US"/>
              <a:t> </a:t>
            </a:r>
            <a:r>
              <a:rPr lang="en-US" err="1"/>
              <a:t>entio</a:t>
            </a:r>
            <a:r>
              <a:rPr lang="en-US"/>
              <a:t>. Name </a:t>
            </a:r>
            <a:r>
              <a:rPr lang="en-US" err="1"/>
              <a:t>ped</a:t>
            </a:r>
            <a:r>
              <a:rPr lang="en-US"/>
              <a:t> </a:t>
            </a:r>
            <a:r>
              <a:rPr lang="en-US" err="1"/>
              <a:t>ea</a:t>
            </a:r>
            <a:r>
              <a:rPr lang="en-US"/>
              <a:t> que </a:t>
            </a:r>
            <a:r>
              <a:rPr lang="en-US" err="1"/>
              <a:t>rehendaepre</a:t>
            </a:r>
            <a:r>
              <a:rPr lang="en-US"/>
              <a:t> </a:t>
            </a:r>
            <a:r>
              <a:rPr lang="en-US" err="1"/>
              <a:t>occus</a:t>
            </a:r>
            <a:r>
              <a:rPr lang="en-US"/>
              <a:t> </a:t>
            </a:r>
            <a:r>
              <a:rPr lang="en-US" err="1"/>
              <a:t>dionem</a:t>
            </a:r>
            <a:r>
              <a:rPr lang="en-US"/>
              <a:t> </a:t>
            </a:r>
            <a:r>
              <a:rPr lang="en-US" err="1"/>
              <a:t>quatecta</a:t>
            </a:r>
            <a:r>
              <a:rPr lang="en-US"/>
              <a:t> qui </a:t>
            </a:r>
            <a:r>
              <a:rPr lang="en-US" err="1"/>
              <a:t>bea</a:t>
            </a:r>
            <a:r>
              <a:rPr lang="en-US"/>
              <a:t> </a:t>
            </a:r>
            <a:r>
              <a:rPr lang="en-US" err="1"/>
              <a:t>voloriassus</a:t>
            </a:r>
            <a:r>
              <a:rPr lang="en-US"/>
              <a:t> </a:t>
            </a:r>
            <a:r>
              <a:rPr lang="en-US" err="1"/>
              <a:t>ilibusa</a:t>
            </a:r>
            <a:r>
              <a:rPr lang="en-US"/>
              <a:t> </a:t>
            </a:r>
            <a:r>
              <a:rPr lang="en-US" err="1"/>
              <a:t>suntiusdae</a:t>
            </a:r>
            <a:r>
              <a:rPr lang="en-US"/>
              <a:t> </a:t>
            </a:r>
            <a:r>
              <a:rPr lang="en-US" err="1"/>
              <a:t>nihicidem</a:t>
            </a:r>
            <a:r>
              <a:rPr lang="en-US"/>
              <a:t> rem. Bea </a:t>
            </a:r>
            <a:r>
              <a:rPr lang="en-US" err="1"/>
              <a:t>cus</a:t>
            </a:r>
            <a:r>
              <a:rPr lang="en-US"/>
              <a:t> </a:t>
            </a:r>
            <a:r>
              <a:rPr lang="en-US" err="1"/>
              <a:t>eatis</a:t>
            </a:r>
            <a:r>
              <a:rPr lang="en-US"/>
              <a:t> </a:t>
            </a:r>
            <a:r>
              <a:rPr lang="en-US" err="1"/>
              <a:t>aut</a:t>
            </a:r>
            <a:r>
              <a:rPr lang="en-US"/>
              <a:t> </a:t>
            </a:r>
            <a:r>
              <a:rPr lang="en-US" err="1"/>
              <a:t>accus</a:t>
            </a:r>
            <a:r>
              <a:rPr lang="en-US"/>
              <a:t>, ne </a:t>
            </a:r>
            <a:r>
              <a:rPr lang="en-US" err="1"/>
              <a:t>molenda</a:t>
            </a:r>
            <a:r>
              <a:rPr lang="en-US"/>
              <a:t> </a:t>
            </a:r>
            <a:r>
              <a:rPr lang="en-US" err="1"/>
              <a:t>invelit</a:t>
            </a:r>
            <a:r>
              <a:rPr lang="en-US"/>
              <a:t> </a:t>
            </a:r>
            <a:r>
              <a:rPr lang="en-US" err="1"/>
              <a:t>iurepudae</a:t>
            </a:r>
            <a:r>
              <a:rPr lang="en-US"/>
              <a:t> </a:t>
            </a:r>
            <a:r>
              <a:rPr lang="en-US" err="1"/>
              <a:t>maximin</a:t>
            </a:r>
            <a:r>
              <a:rPr lang="en-US"/>
              <a:t> </a:t>
            </a:r>
            <a:r>
              <a:rPr lang="en-US" err="1"/>
              <a:t>imagnate</a:t>
            </a:r>
            <a:r>
              <a:rPr lang="en-US"/>
              <a:t> </a:t>
            </a:r>
            <a:r>
              <a:rPr lang="en-US" err="1"/>
              <a:t>officima</a:t>
            </a:r>
            <a:r>
              <a:rPr lang="en-US"/>
              <a:t> </a:t>
            </a:r>
            <a:r>
              <a:rPr lang="en-US" err="1"/>
              <a:t>corruptas</a:t>
            </a:r>
            <a:r>
              <a:rPr lang="en-US"/>
              <a:t> </a:t>
            </a:r>
            <a:r>
              <a:rPr lang="en-US" err="1"/>
              <a:t>simoditam</a:t>
            </a:r>
            <a:r>
              <a:rPr lang="en-US"/>
              <a:t> </a:t>
            </a:r>
            <a:r>
              <a:rPr lang="en-US" err="1"/>
              <a:t>repersp</a:t>
            </a:r>
            <a:r>
              <a:rPr lang="en-US"/>
              <a:t> </a:t>
            </a:r>
            <a:r>
              <a:rPr lang="en-US" err="1"/>
              <a:t>erumenimi</a:t>
            </a:r>
            <a:r>
              <a:rPr lang="en-US"/>
              <a:t>, </a:t>
            </a:r>
            <a:r>
              <a:rPr lang="en-US" err="1"/>
              <a:t>sitate</a:t>
            </a:r>
            <a:r>
              <a:rPr lang="en-US"/>
              <a:t> </a:t>
            </a:r>
            <a:r>
              <a:rPr lang="en-US" err="1"/>
              <a:t>vel</a:t>
            </a:r>
            <a:r>
              <a:rPr lang="en-US"/>
              <a:t> </a:t>
            </a:r>
            <a:r>
              <a:rPr lang="en-US" err="1"/>
              <a:t>maio</a:t>
            </a:r>
            <a:r>
              <a:rPr lang="en-US"/>
              <a:t>. </a:t>
            </a:r>
            <a:r>
              <a:rPr lang="en-US" err="1"/>
              <a:t>Incias</a:t>
            </a:r>
            <a:r>
              <a:rPr lang="en-US"/>
              <a:t> et </a:t>
            </a:r>
            <a:r>
              <a:rPr lang="en-US" err="1"/>
              <a:t>volupta</a:t>
            </a:r>
            <a:r>
              <a:rPr lang="en-US"/>
              <a:t> </a:t>
            </a:r>
            <a:r>
              <a:rPr lang="en-US" err="1"/>
              <a:t>ecestet</a:t>
            </a:r>
            <a:r>
              <a:rPr lang="en-US"/>
              <a:t>, </a:t>
            </a:r>
            <a:r>
              <a:rPr lang="en-US" err="1"/>
              <a:t>aut</a:t>
            </a:r>
            <a:r>
              <a:rPr lang="en-US"/>
              <a:t> </a:t>
            </a:r>
            <a:r>
              <a:rPr lang="en-US" err="1"/>
              <a:t>eum</a:t>
            </a:r>
            <a:r>
              <a:rPr lang="en-US"/>
              <a:t> am </a:t>
            </a:r>
            <a:r>
              <a:rPr lang="en-US" err="1"/>
              <a:t>ipic</a:t>
            </a:r>
            <a:r>
              <a:rPr lang="en-US"/>
              <a:t> tempore </a:t>
            </a:r>
            <a:r>
              <a:rPr lang="en-US" err="1"/>
              <a:t>explandam</a:t>
            </a:r>
            <a:r>
              <a:rPr lang="en-US"/>
              <a:t> arum </a:t>
            </a:r>
            <a:r>
              <a:rPr lang="en-US" err="1"/>
              <a:t>sapicimus</a:t>
            </a:r>
            <a:r>
              <a:rPr lang="en-US"/>
              <a:t> </a:t>
            </a:r>
            <a:r>
              <a:rPr lang="en-US" err="1"/>
              <a:t>apidi</a:t>
            </a:r>
            <a:r>
              <a:rPr lang="en-US"/>
              <a:t> </a:t>
            </a:r>
            <a:r>
              <a:rPr lang="en-US" err="1"/>
              <a:t>occates</a:t>
            </a:r>
            <a:r>
              <a:rPr lang="en-US"/>
              <a:t> quae ne </a:t>
            </a:r>
            <a:r>
              <a:rPr lang="en-US" err="1"/>
              <a:t>porem</a:t>
            </a:r>
            <a:r>
              <a:rPr lang="en-US"/>
              <a:t> </a:t>
            </a:r>
            <a:r>
              <a:rPr lang="en-US" err="1"/>
              <a:t>quis</a:t>
            </a:r>
            <a:r>
              <a:rPr lang="en-US"/>
              <a:t> sum quae et et </a:t>
            </a:r>
            <a:r>
              <a:rPr lang="en-US" err="1"/>
              <a:t>libus</a:t>
            </a:r>
            <a:r>
              <a:rPr lang="en-US"/>
              <a:t> </a:t>
            </a:r>
            <a:r>
              <a:rPr lang="en-US" err="1"/>
              <a:t>quis</a:t>
            </a:r>
            <a:r>
              <a:rPr lang="en-US"/>
              <a:t> et lit </a:t>
            </a:r>
            <a:r>
              <a:rPr lang="en-US" err="1"/>
              <a:t>repra</a:t>
            </a:r>
            <a:r>
              <a:rPr lang="en-US"/>
              <a:t> </a:t>
            </a:r>
            <a:r>
              <a:rPr lang="en-US" err="1"/>
              <a:t>nat</a:t>
            </a:r>
            <a:r>
              <a:rPr lang="en-US"/>
              <a:t> </a:t>
            </a:r>
            <a:r>
              <a:rPr lang="en-US" err="1"/>
              <a:t>ventios</a:t>
            </a:r>
            <a:r>
              <a:rPr lang="en-US"/>
              <a:t> </a:t>
            </a:r>
            <a:r>
              <a:rPr lang="en-US" err="1"/>
              <a:t>nonsectatio</a:t>
            </a:r>
            <a:r>
              <a:rPr lang="en-US"/>
              <a:t> </a:t>
            </a:r>
            <a:r>
              <a:rPr lang="en-US" err="1"/>
              <a:t>venis</a:t>
            </a:r>
            <a:r>
              <a:rPr lang="en-US"/>
              <a:t> ate non nus.</a:t>
            </a:r>
          </a:p>
        </p:txBody>
      </p:sp>
      <p:sp>
        <p:nvSpPr>
          <p:cNvPr id="5" name="Title 1"/>
          <p:cNvSpPr>
            <a:spLocks noGrp="1"/>
          </p:cNvSpPr>
          <p:nvPr>
            <p:ph type="title" hasCustomPrompt="1"/>
          </p:nvPr>
        </p:nvSpPr>
        <p:spPr>
          <a:xfrm>
            <a:off x="1292454" y="2521471"/>
            <a:ext cx="21032788" cy="1218282"/>
          </a:xfrm>
        </p:spPr>
        <p:txBody>
          <a:bodyPr/>
          <a:lstStyle/>
          <a:p>
            <a:r>
              <a:rPr lang="en-US"/>
              <a:t>CLICK TO ADD HEADLINE</a:t>
            </a:r>
          </a:p>
        </p:txBody>
      </p:sp>
      <p:sp>
        <p:nvSpPr>
          <p:cNvPr id="6" name="Text Placeholder 3"/>
          <p:cNvSpPr>
            <a:spLocks noGrp="1"/>
          </p:cNvSpPr>
          <p:nvPr>
            <p:ph type="body" sz="quarter" idx="10" hasCustomPrompt="1"/>
          </p:nvPr>
        </p:nvSpPr>
        <p:spPr>
          <a:xfrm>
            <a:off x="1318989" y="3906466"/>
            <a:ext cx="15554325" cy="830997"/>
          </a:xfrm>
        </p:spPr>
        <p:txBody>
          <a:bodyPr/>
          <a:lstStyle>
            <a:lvl1pPr marL="0" indent="0">
              <a:lnSpc>
                <a:spcPct val="100000"/>
              </a:lnSpc>
              <a:buNone/>
              <a:defRPr sz="5400" b="1" cap="all" baseline="0"/>
            </a:lvl1pPr>
          </a:lstStyle>
          <a:p>
            <a:pPr lvl="0"/>
            <a:r>
              <a:rPr lang="en-US"/>
              <a:t>CLICK TO ADD SUBHEAD</a:t>
            </a:r>
          </a:p>
        </p:txBody>
      </p:sp>
      <p:sp>
        <p:nvSpPr>
          <p:cNvPr id="7" name="Text Placeholder 4"/>
          <p:cNvSpPr>
            <a:spLocks noGrp="1"/>
          </p:cNvSpPr>
          <p:nvPr>
            <p:ph type="body" sz="quarter" idx="12" hasCustomPrompt="1"/>
          </p:nvPr>
        </p:nvSpPr>
        <p:spPr>
          <a:xfrm>
            <a:off x="5711825" y="11432599"/>
            <a:ext cx="6933406" cy="607795"/>
          </a:xfrm>
        </p:spPr>
        <p:txBody>
          <a:bodyPr/>
          <a:lstStyle>
            <a:lvl1pPr marL="457200" indent="-457200">
              <a:buFontTx/>
              <a:buBlip>
                <a:blip r:embed="rId2"/>
              </a:buBlip>
              <a:defRPr/>
            </a:lvl1pPr>
          </a:lstStyle>
          <a:p>
            <a:pPr lvl="0"/>
            <a:r>
              <a:rPr lang="en-US"/>
              <a:t>Click to add bulleted list</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hree Column Text">
    <p:spTree>
      <p:nvGrpSpPr>
        <p:cNvPr id="1" name=""/>
        <p:cNvGrpSpPr/>
        <p:nvPr/>
      </p:nvGrpSpPr>
      <p:grpSpPr>
        <a:xfrm>
          <a:off x="0" y="0"/>
          <a:ext cx="0" cy="0"/>
          <a:chOff x="0" y="0"/>
          <a:chExt cx="0" cy="0"/>
        </a:xfrm>
      </p:grpSpPr>
      <p:sp>
        <p:nvSpPr>
          <p:cNvPr id="7" name="Text Placeholder 9"/>
          <p:cNvSpPr>
            <a:spLocks noGrp="1"/>
          </p:cNvSpPr>
          <p:nvPr>
            <p:ph type="body" sz="quarter" idx="11" hasCustomPrompt="1"/>
          </p:nvPr>
        </p:nvSpPr>
        <p:spPr>
          <a:xfrm>
            <a:off x="5711825" y="5715794"/>
            <a:ext cx="17066145" cy="5181600"/>
          </a:xfrm>
        </p:spPr>
        <p:txBody>
          <a:bodyPr numCol="3" spcCol="914400"/>
          <a:lstStyle>
            <a:lvl1pPr marL="0" marR="0" indent="0" algn="l" defTabSz="2438462" rtl="0" eaLnBrk="1" fontAlgn="auto" latinLnBrk="0" hangingPunct="1">
              <a:lnSpc>
                <a:spcPts val="4300"/>
              </a:lnSpc>
              <a:spcBef>
                <a:spcPts val="0"/>
              </a:spcBef>
              <a:spcAft>
                <a:spcPts val="2500"/>
              </a:spcAft>
              <a:buClrTx/>
              <a:buSzTx/>
              <a:buFont typeface="Arial" panose="020B0604020202020204" pitchFamily="34" charset="0"/>
              <a:buNone/>
              <a:tabLst/>
              <a:defRPr lang="en-US" sz="2800" b="0" i="0" baseline="0" smtClean="0">
                <a:effectLst/>
                <a:latin typeface="Franklin Gothic Book" panose="020B0503020102020204" pitchFamily="34" charset="0"/>
              </a:defRPr>
            </a:lvl1pPr>
          </a:lstStyle>
          <a:p>
            <a:r>
              <a:rPr lang="en-US"/>
              <a:t>Click to add text. </a:t>
            </a:r>
            <a:r>
              <a:rPr lang="en-US" err="1"/>
              <a:t>Laborror</a:t>
            </a:r>
            <a:r>
              <a:rPr lang="en-US"/>
              <a:t> </a:t>
            </a:r>
            <a:r>
              <a:rPr lang="en-US" err="1"/>
              <a:t>eculparum</a:t>
            </a:r>
            <a:r>
              <a:rPr lang="en-US"/>
              <a:t> del in pro </a:t>
            </a:r>
            <a:r>
              <a:rPr lang="en-US" err="1"/>
              <a:t>esed</a:t>
            </a:r>
            <a:r>
              <a:rPr lang="en-US"/>
              <a:t> </a:t>
            </a:r>
            <a:r>
              <a:rPr lang="en-US" err="1"/>
              <a:t>entio</a:t>
            </a:r>
            <a:r>
              <a:rPr lang="en-US"/>
              <a:t>. Name </a:t>
            </a:r>
            <a:r>
              <a:rPr lang="en-US" err="1"/>
              <a:t>ped</a:t>
            </a:r>
            <a:r>
              <a:rPr lang="en-US"/>
              <a:t> </a:t>
            </a:r>
            <a:r>
              <a:rPr lang="en-US" err="1"/>
              <a:t>ea</a:t>
            </a:r>
            <a:r>
              <a:rPr lang="en-US"/>
              <a:t> que </a:t>
            </a:r>
            <a:r>
              <a:rPr lang="en-US" err="1"/>
              <a:t>rehendaepre</a:t>
            </a:r>
            <a:r>
              <a:rPr lang="en-US"/>
              <a:t> </a:t>
            </a:r>
            <a:r>
              <a:rPr lang="en-US" err="1"/>
              <a:t>occus</a:t>
            </a:r>
            <a:r>
              <a:rPr lang="en-US"/>
              <a:t> </a:t>
            </a:r>
            <a:r>
              <a:rPr lang="en-US" err="1"/>
              <a:t>dionem</a:t>
            </a:r>
            <a:r>
              <a:rPr lang="en-US"/>
              <a:t> </a:t>
            </a:r>
            <a:r>
              <a:rPr lang="en-US" err="1"/>
              <a:t>quatecta</a:t>
            </a:r>
            <a:r>
              <a:rPr lang="en-US"/>
              <a:t> qui </a:t>
            </a:r>
            <a:r>
              <a:rPr lang="en-US" err="1"/>
              <a:t>bea</a:t>
            </a:r>
            <a:r>
              <a:rPr lang="en-US"/>
              <a:t> </a:t>
            </a:r>
            <a:r>
              <a:rPr lang="en-US" err="1"/>
              <a:t>voloriassus</a:t>
            </a:r>
            <a:r>
              <a:rPr lang="en-US"/>
              <a:t> </a:t>
            </a:r>
            <a:r>
              <a:rPr lang="en-US" err="1"/>
              <a:t>ilibusa</a:t>
            </a:r>
            <a:r>
              <a:rPr lang="en-US"/>
              <a:t> </a:t>
            </a:r>
            <a:r>
              <a:rPr lang="en-US" err="1"/>
              <a:t>velenecto</a:t>
            </a:r>
            <a:r>
              <a:rPr lang="en-US"/>
              <a:t> </a:t>
            </a:r>
            <a:r>
              <a:rPr lang="en-US" err="1"/>
              <a:t>imus</a:t>
            </a:r>
            <a:r>
              <a:rPr lang="en-US"/>
              <a:t>. </a:t>
            </a:r>
            <a:r>
              <a:rPr lang="en-US" err="1"/>
              <a:t>Ut</a:t>
            </a:r>
            <a:r>
              <a:rPr lang="en-US"/>
              <a:t> </a:t>
            </a:r>
            <a:r>
              <a:rPr lang="en-US" err="1"/>
              <a:t>hariaestiis</a:t>
            </a:r>
            <a:r>
              <a:rPr lang="en-US"/>
              <a:t> </a:t>
            </a:r>
            <a:r>
              <a:rPr lang="en-US" err="1"/>
              <a:t>eosapidunt</a:t>
            </a:r>
            <a:r>
              <a:rPr lang="en-US"/>
              <a:t> quam </a:t>
            </a:r>
            <a:r>
              <a:rPr lang="en-US" err="1"/>
              <a:t>suntiusdae</a:t>
            </a:r>
            <a:r>
              <a:rPr lang="en-US"/>
              <a:t> </a:t>
            </a:r>
            <a:r>
              <a:rPr lang="en-US" err="1"/>
              <a:t>nihicidem</a:t>
            </a:r>
            <a:r>
              <a:rPr lang="en-US"/>
              <a:t> rem. </a:t>
            </a:r>
            <a:r>
              <a:rPr lang="en-US" err="1"/>
              <a:t>Ut</a:t>
            </a:r>
            <a:r>
              <a:rPr lang="en-US"/>
              <a:t> lam, </a:t>
            </a:r>
            <a:r>
              <a:rPr lang="en-US" err="1"/>
              <a:t>odi</a:t>
            </a:r>
            <a:r>
              <a:rPr lang="en-US"/>
              <a:t> id </a:t>
            </a:r>
            <a:r>
              <a:rPr lang="en-US" err="1"/>
              <a:t>ea</a:t>
            </a:r>
            <a:r>
              <a:rPr lang="en-US"/>
              <a:t> sit et </a:t>
            </a:r>
            <a:r>
              <a:rPr lang="en-US" err="1"/>
              <a:t>laut</a:t>
            </a:r>
            <a:r>
              <a:rPr lang="en-US"/>
              <a:t> </a:t>
            </a:r>
            <a:r>
              <a:rPr lang="en-US" err="1"/>
              <a:t>aut</a:t>
            </a:r>
            <a:r>
              <a:rPr lang="en-US"/>
              <a:t> </a:t>
            </a:r>
            <a:r>
              <a:rPr lang="en-US" err="1"/>
              <a:t>lique</a:t>
            </a:r>
            <a:r>
              <a:rPr lang="en-US"/>
              <a:t> quid </a:t>
            </a:r>
            <a:r>
              <a:rPr lang="en-US" err="1"/>
              <a:t>modiae</a:t>
            </a:r>
            <a:r>
              <a:rPr lang="en-US"/>
              <a:t> </a:t>
            </a:r>
            <a:r>
              <a:rPr lang="en-US" err="1"/>
              <a:t>endi</a:t>
            </a:r>
            <a:r>
              <a:rPr lang="en-US"/>
              <a:t> </a:t>
            </a:r>
            <a:r>
              <a:rPr lang="en-US" err="1"/>
              <a:t>vitem</a:t>
            </a:r>
            <a:r>
              <a:rPr lang="en-US"/>
              <a:t>. </a:t>
            </a:r>
            <a:r>
              <a:rPr lang="en-US" err="1"/>
              <a:t>Voloriassus</a:t>
            </a:r>
            <a:r>
              <a:rPr lang="en-US"/>
              <a:t> </a:t>
            </a:r>
            <a:r>
              <a:rPr lang="en-US" err="1"/>
              <a:t>ilibusa</a:t>
            </a:r>
            <a:r>
              <a:rPr lang="en-US"/>
              <a:t> </a:t>
            </a:r>
            <a:r>
              <a:rPr lang="en-US" err="1"/>
              <a:t>velenecto</a:t>
            </a:r>
            <a:r>
              <a:rPr lang="en-US"/>
              <a:t> </a:t>
            </a:r>
            <a:r>
              <a:rPr lang="en-US" err="1"/>
              <a:t>imus</a:t>
            </a:r>
            <a:r>
              <a:rPr lang="en-US"/>
              <a:t>, </a:t>
            </a:r>
            <a:r>
              <a:rPr lang="en-US" err="1"/>
              <a:t>ut</a:t>
            </a:r>
            <a:r>
              <a:rPr lang="en-US"/>
              <a:t> </a:t>
            </a:r>
            <a:r>
              <a:rPr lang="en-US" err="1"/>
              <a:t>hariaestiis</a:t>
            </a:r>
            <a:r>
              <a:rPr lang="en-US"/>
              <a:t> </a:t>
            </a:r>
            <a:r>
              <a:rPr lang="en-US" err="1"/>
              <a:t>eosapidunt</a:t>
            </a:r>
            <a:r>
              <a:rPr lang="en-US"/>
              <a:t> quam </a:t>
            </a:r>
            <a:r>
              <a:rPr lang="en-US" err="1"/>
              <a:t>suntiusdae</a:t>
            </a:r>
            <a:r>
              <a:rPr lang="en-US"/>
              <a:t> </a:t>
            </a:r>
            <a:r>
              <a:rPr lang="en-US" err="1"/>
              <a:t>nihicidem</a:t>
            </a:r>
            <a:r>
              <a:rPr lang="en-US"/>
              <a:t> rem. </a:t>
            </a:r>
            <a:r>
              <a:rPr lang="en-US" err="1"/>
              <a:t>Ut</a:t>
            </a:r>
            <a:r>
              <a:rPr lang="en-US"/>
              <a:t> lam, </a:t>
            </a:r>
            <a:r>
              <a:rPr lang="en-US" err="1"/>
              <a:t>odi</a:t>
            </a:r>
            <a:r>
              <a:rPr lang="en-US"/>
              <a:t> id </a:t>
            </a:r>
            <a:r>
              <a:rPr lang="en-US" err="1"/>
              <a:t>ea</a:t>
            </a:r>
            <a:r>
              <a:rPr lang="en-US"/>
              <a:t> sit et </a:t>
            </a:r>
            <a:r>
              <a:rPr lang="en-US" err="1"/>
              <a:t>laut</a:t>
            </a:r>
            <a:r>
              <a:rPr lang="en-US"/>
              <a:t> </a:t>
            </a:r>
            <a:r>
              <a:rPr lang="en-US" err="1"/>
              <a:t>aut</a:t>
            </a:r>
            <a:r>
              <a:rPr lang="en-US"/>
              <a:t> </a:t>
            </a:r>
            <a:r>
              <a:rPr lang="en-US" err="1"/>
              <a:t>lique</a:t>
            </a:r>
            <a:r>
              <a:rPr lang="en-US"/>
              <a:t> quid </a:t>
            </a:r>
            <a:r>
              <a:rPr lang="en-US" err="1"/>
              <a:t>modiae</a:t>
            </a:r>
            <a:r>
              <a:rPr lang="en-US"/>
              <a:t> </a:t>
            </a:r>
            <a:r>
              <a:rPr lang="en-US" err="1"/>
              <a:t>endi</a:t>
            </a:r>
            <a:r>
              <a:rPr lang="en-US"/>
              <a:t> </a:t>
            </a:r>
            <a:r>
              <a:rPr lang="en-US" err="1"/>
              <a:t>vitem</a:t>
            </a:r>
            <a:r>
              <a:rPr lang="en-US"/>
              <a:t> </a:t>
            </a:r>
            <a:r>
              <a:rPr lang="en-US" err="1"/>
              <a:t>eculparum</a:t>
            </a:r>
            <a:r>
              <a:rPr lang="en-US"/>
              <a:t> del in pro </a:t>
            </a:r>
            <a:r>
              <a:rPr lang="en-US" err="1"/>
              <a:t>esed</a:t>
            </a:r>
            <a:r>
              <a:rPr lang="en-US"/>
              <a:t> </a:t>
            </a:r>
            <a:r>
              <a:rPr lang="en-US" err="1"/>
              <a:t>entio</a:t>
            </a:r>
            <a:r>
              <a:rPr lang="en-US"/>
              <a:t>. Name </a:t>
            </a:r>
            <a:r>
              <a:rPr lang="en-US" err="1"/>
              <a:t>ped</a:t>
            </a:r>
            <a:r>
              <a:rPr lang="en-US"/>
              <a:t> </a:t>
            </a:r>
            <a:r>
              <a:rPr lang="en-US" err="1"/>
              <a:t>ea</a:t>
            </a:r>
            <a:r>
              <a:rPr lang="en-US"/>
              <a:t> que </a:t>
            </a:r>
            <a:r>
              <a:rPr lang="en-US" err="1"/>
              <a:t>rehendaepre</a:t>
            </a:r>
            <a:r>
              <a:rPr lang="en-US"/>
              <a:t> </a:t>
            </a:r>
            <a:r>
              <a:rPr lang="en-US" err="1"/>
              <a:t>occus</a:t>
            </a:r>
            <a:r>
              <a:rPr lang="en-US"/>
              <a:t> </a:t>
            </a:r>
            <a:r>
              <a:rPr lang="en-US" err="1"/>
              <a:t>dionem</a:t>
            </a:r>
            <a:r>
              <a:rPr lang="en-US"/>
              <a:t> </a:t>
            </a:r>
            <a:r>
              <a:rPr lang="en-US" err="1"/>
              <a:t>quatecta</a:t>
            </a:r>
            <a:r>
              <a:rPr lang="en-US"/>
              <a:t> qui </a:t>
            </a:r>
            <a:r>
              <a:rPr lang="en-US" err="1"/>
              <a:t>bea</a:t>
            </a:r>
            <a:r>
              <a:rPr lang="en-US"/>
              <a:t> </a:t>
            </a:r>
            <a:r>
              <a:rPr lang="en-US" err="1"/>
              <a:t>voloriassus</a:t>
            </a:r>
            <a:r>
              <a:rPr lang="en-US"/>
              <a:t> </a:t>
            </a:r>
            <a:r>
              <a:rPr lang="en-US" err="1"/>
              <a:t>ilibusa</a:t>
            </a:r>
            <a:r>
              <a:rPr lang="en-US"/>
              <a:t> </a:t>
            </a:r>
            <a:r>
              <a:rPr lang="en-US" err="1"/>
              <a:t>velenecto</a:t>
            </a:r>
            <a:r>
              <a:rPr lang="en-US"/>
              <a:t> </a:t>
            </a:r>
            <a:r>
              <a:rPr lang="en-US" err="1"/>
              <a:t>imus</a:t>
            </a:r>
            <a:r>
              <a:rPr lang="en-US"/>
              <a:t>, </a:t>
            </a:r>
            <a:r>
              <a:rPr lang="en-US" err="1"/>
              <a:t>ut</a:t>
            </a:r>
            <a:r>
              <a:rPr lang="en-US"/>
              <a:t> </a:t>
            </a:r>
            <a:r>
              <a:rPr lang="en-US" err="1"/>
              <a:t>hariaestiis</a:t>
            </a:r>
            <a:r>
              <a:rPr lang="en-US"/>
              <a:t> </a:t>
            </a:r>
            <a:r>
              <a:rPr lang="en-US" err="1"/>
              <a:t>eosapidunt</a:t>
            </a:r>
            <a:r>
              <a:rPr lang="en-US"/>
              <a:t> quam </a:t>
            </a:r>
            <a:r>
              <a:rPr lang="en-US" err="1"/>
              <a:t>suntiusdae</a:t>
            </a:r>
            <a:r>
              <a:rPr lang="en-US"/>
              <a:t> </a:t>
            </a:r>
            <a:r>
              <a:rPr lang="en-US" err="1"/>
              <a:t>nihicidem</a:t>
            </a:r>
            <a:r>
              <a:rPr lang="en-US"/>
              <a:t> rem. </a:t>
            </a:r>
            <a:r>
              <a:rPr lang="en-US" err="1"/>
              <a:t>Ut</a:t>
            </a:r>
            <a:r>
              <a:rPr lang="en-US"/>
              <a:t> lam, </a:t>
            </a:r>
            <a:r>
              <a:rPr lang="en-US" err="1"/>
              <a:t>odi</a:t>
            </a:r>
            <a:r>
              <a:rPr lang="en-US"/>
              <a:t> id </a:t>
            </a:r>
            <a:r>
              <a:rPr lang="en-US" err="1"/>
              <a:t>ea</a:t>
            </a:r>
            <a:r>
              <a:rPr lang="en-US"/>
              <a:t> sit et </a:t>
            </a:r>
            <a:r>
              <a:rPr lang="en-US" err="1"/>
              <a:t>laut</a:t>
            </a:r>
            <a:r>
              <a:rPr lang="en-US"/>
              <a:t> </a:t>
            </a:r>
            <a:r>
              <a:rPr lang="en-US" err="1"/>
              <a:t>aut</a:t>
            </a:r>
            <a:r>
              <a:rPr lang="en-US"/>
              <a:t> </a:t>
            </a:r>
            <a:r>
              <a:rPr lang="en-US" err="1"/>
              <a:t>lique</a:t>
            </a:r>
            <a:r>
              <a:rPr lang="en-US"/>
              <a:t> quid </a:t>
            </a:r>
            <a:r>
              <a:rPr lang="en-US" err="1"/>
              <a:t>modiae</a:t>
            </a:r>
            <a:r>
              <a:rPr lang="en-US"/>
              <a:t> </a:t>
            </a:r>
            <a:r>
              <a:rPr lang="en-US" err="1"/>
              <a:t>endi</a:t>
            </a:r>
            <a:r>
              <a:rPr lang="en-US"/>
              <a:t> </a:t>
            </a:r>
            <a:r>
              <a:rPr lang="en-US" err="1"/>
              <a:t>vitem</a:t>
            </a:r>
            <a:r>
              <a:rPr lang="en-US"/>
              <a:t> </a:t>
            </a:r>
            <a:r>
              <a:rPr lang="en-US" err="1"/>
              <a:t>Voloriassus</a:t>
            </a:r>
            <a:r>
              <a:rPr lang="en-US"/>
              <a:t> </a:t>
            </a:r>
            <a:r>
              <a:rPr lang="en-US" err="1"/>
              <a:t>ilibusa</a:t>
            </a:r>
            <a:r>
              <a:rPr lang="en-US"/>
              <a:t> </a:t>
            </a:r>
            <a:r>
              <a:rPr lang="en-US" err="1"/>
              <a:t>velenecto</a:t>
            </a:r>
            <a:r>
              <a:rPr lang="en-US"/>
              <a:t> </a:t>
            </a:r>
            <a:r>
              <a:rPr lang="en-US" err="1"/>
              <a:t>imus</a:t>
            </a:r>
            <a:r>
              <a:rPr lang="en-US"/>
              <a:t>, </a:t>
            </a:r>
            <a:r>
              <a:rPr lang="en-US" err="1"/>
              <a:t>ut</a:t>
            </a:r>
            <a:r>
              <a:rPr lang="en-US"/>
              <a:t> </a:t>
            </a:r>
            <a:r>
              <a:rPr lang="en-US" err="1"/>
              <a:t>hariaestiis</a:t>
            </a:r>
            <a:r>
              <a:rPr lang="en-US"/>
              <a:t> </a:t>
            </a:r>
            <a:r>
              <a:rPr lang="en-US" err="1"/>
              <a:t>eosapidunt</a:t>
            </a:r>
            <a:r>
              <a:rPr lang="en-US"/>
              <a:t> quam </a:t>
            </a:r>
            <a:r>
              <a:rPr lang="en-US" err="1"/>
              <a:t>suntiusdae</a:t>
            </a:r>
            <a:r>
              <a:rPr lang="en-US"/>
              <a:t>.</a:t>
            </a:r>
            <a:endParaRPr lang="en-US">
              <a:effectLst/>
              <a:latin typeface="Helvetica" charset="0"/>
            </a:endParaRPr>
          </a:p>
          <a:p>
            <a:endParaRPr lang="en-US">
              <a:effectLst/>
              <a:latin typeface="Helvetica" charset="0"/>
            </a:endParaRPr>
          </a:p>
        </p:txBody>
      </p:sp>
      <p:sp>
        <p:nvSpPr>
          <p:cNvPr id="6" name="Title 1"/>
          <p:cNvSpPr>
            <a:spLocks noGrp="1"/>
          </p:cNvSpPr>
          <p:nvPr>
            <p:ph type="title" hasCustomPrompt="1"/>
          </p:nvPr>
        </p:nvSpPr>
        <p:spPr>
          <a:xfrm>
            <a:off x="1292454" y="2521471"/>
            <a:ext cx="21032788" cy="1218282"/>
          </a:xfrm>
        </p:spPr>
        <p:txBody>
          <a:bodyPr/>
          <a:lstStyle/>
          <a:p>
            <a:r>
              <a:rPr lang="en-US"/>
              <a:t>CLICK TO ADD HEADLINE</a:t>
            </a:r>
          </a:p>
        </p:txBody>
      </p:sp>
      <p:sp>
        <p:nvSpPr>
          <p:cNvPr id="8" name="Text Placeholder 3"/>
          <p:cNvSpPr>
            <a:spLocks noGrp="1"/>
          </p:cNvSpPr>
          <p:nvPr>
            <p:ph type="body" sz="quarter" idx="10" hasCustomPrompt="1"/>
          </p:nvPr>
        </p:nvSpPr>
        <p:spPr>
          <a:xfrm>
            <a:off x="1318989" y="3906466"/>
            <a:ext cx="15554325" cy="830997"/>
          </a:xfrm>
        </p:spPr>
        <p:txBody>
          <a:bodyPr/>
          <a:lstStyle>
            <a:lvl1pPr marL="0" indent="0">
              <a:lnSpc>
                <a:spcPct val="100000"/>
              </a:lnSpc>
              <a:buNone/>
              <a:defRPr sz="5400" b="1" cap="all" baseline="0"/>
            </a:lvl1pPr>
          </a:lstStyle>
          <a:p>
            <a:pPr lvl="0"/>
            <a:r>
              <a:rPr lang="en-US"/>
              <a:t>CLICK TO ADD SUBHEAD</a:t>
            </a:r>
          </a:p>
        </p:txBody>
      </p:sp>
      <p:sp>
        <p:nvSpPr>
          <p:cNvPr id="9" name="Text Placeholder 4"/>
          <p:cNvSpPr>
            <a:spLocks noGrp="1"/>
          </p:cNvSpPr>
          <p:nvPr>
            <p:ph type="body" sz="quarter" idx="12" hasCustomPrompt="1"/>
          </p:nvPr>
        </p:nvSpPr>
        <p:spPr>
          <a:xfrm>
            <a:off x="5711825" y="11506994"/>
            <a:ext cx="6933406" cy="607795"/>
          </a:xfrm>
        </p:spPr>
        <p:txBody>
          <a:bodyPr/>
          <a:lstStyle>
            <a:lvl1pPr marL="457200" indent="-457200">
              <a:buFontTx/>
              <a:buBlip>
                <a:blip r:embed="rId2"/>
              </a:buBlip>
              <a:defRPr/>
            </a:lvl1pPr>
          </a:lstStyle>
          <a:p>
            <a:pPr lvl="0"/>
            <a:r>
              <a:rPr lang="en-US"/>
              <a:t>Click to add bulleted list</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ext Grid One">
    <p:spTree>
      <p:nvGrpSpPr>
        <p:cNvPr id="1" name=""/>
        <p:cNvGrpSpPr/>
        <p:nvPr/>
      </p:nvGrpSpPr>
      <p:grpSpPr>
        <a:xfrm>
          <a:off x="0" y="0"/>
          <a:ext cx="0" cy="0"/>
          <a:chOff x="0" y="0"/>
          <a:chExt cx="0" cy="0"/>
        </a:xfrm>
      </p:grpSpPr>
      <p:sp>
        <p:nvSpPr>
          <p:cNvPr id="7" name="Прямоугольник 6"/>
          <p:cNvSpPr/>
          <p:nvPr userDrawn="1"/>
        </p:nvSpPr>
        <p:spPr>
          <a:xfrm flipH="1">
            <a:off x="17821142" y="0"/>
            <a:ext cx="6564449" cy="685879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4800" b="0" i="0">
              <a:latin typeface="Archivo Regular" charset="0"/>
            </a:endParaRPr>
          </a:p>
        </p:txBody>
      </p:sp>
      <p:sp>
        <p:nvSpPr>
          <p:cNvPr id="10" name="Прямоугольник 9"/>
          <p:cNvSpPr/>
          <p:nvPr userDrawn="1"/>
        </p:nvSpPr>
        <p:spPr>
          <a:xfrm flipH="1">
            <a:off x="11256690" y="0"/>
            <a:ext cx="6564449" cy="685879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4800" b="0" i="0">
              <a:latin typeface="Archivo Regular" charset="0"/>
            </a:endParaRPr>
          </a:p>
        </p:txBody>
      </p:sp>
      <p:sp>
        <p:nvSpPr>
          <p:cNvPr id="18" name="Прямоугольник 17"/>
          <p:cNvSpPr/>
          <p:nvPr userDrawn="1"/>
        </p:nvSpPr>
        <p:spPr>
          <a:xfrm flipH="1">
            <a:off x="11256690" y="6858794"/>
            <a:ext cx="6564449" cy="6858794"/>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4800" b="0" i="0">
              <a:latin typeface="Archivo Regular" charset="0"/>
            </a:endParaRPr>
          </a:p>
        </p:txBody>
      </p:sp>
      <p:sp>
        <p:nvSpPr>
          <p:cNvPr id="2" name="Title 1"/>
          <p:cNvSpPr>
            <a:spLocks noGrp="1"/>
          </p:cNvSpPr>
          <p:nvPr>
            <p:ph type="title" hasCustomPrompt="1"/>
          </p:nvPr>
        </p:nvSpPr>
        <p:spPr>
          <a:xfrm>
            <a:off x="1292454" y="2521471"/>
            <a:ext cx="8812108" cy="2462213"/>
          </a:xfrm>
        </p:spPr>
        <p:txBody>
          <a:bodyPr/>
          <a:lstStyle>
            <a:lvl1pPr>
              <a:defRPr sz="8000" b="1">
                <a:solidFill>
                  <a:schemeClr val="accent3"/>
                </a:solidFill>
              </a:defRPr>
            </a:lvl1pPr>
          </a:lstStyle>
          <a:p>
            <a:r>
              <a:rPr lang="en-US"/>
              <a:t>CLICK TO ADD HEADLINE</a:t>
            </a:r>
          </a:p>
        </p:txBody>
      </p:sp>
      <p:sp>
        <p:nvSpPr>
          <p:cNvPr id="13" name="Text Placeholder 9"/>
          <p:cNvSpPr>
            <a:spLocks noGrp="1"/>
          </p:cNvSpPr>
          <p:nvPr>
            <p:ph type="body" sz="quarter" idx="11" hasCustomPrompt="1"/>
          </p:nvPr>
        </p:nvSpPr>
        <p:spPr>
          <a:xfrm>
            <a:off x="1292455" y="5411004"/>
            <a:ext cx="7948011" cy="4757713"/>
          </a:xfrm>
        </p:spPr>
        <p:txBody>
          <a:bodyPr/>
          <a:lstStyle>
            <a:lvl1pPr marL="0" indent="0">
              <a:buNone/>
              <a:defRPr lang="en-US" sz="3300" b="0" i="0" smtClean="0">
                <a:effectLst/>
                <a:latin typeface="Franklin Gothic Book" panose="020B0503020102020204" pitchFamily="34" charset="0"/>
              </a:defRPr>
            </a:lvl1pPr>
          </a:lstStyle>
          <a:p>
            <a:r>
              <a:rPr lang="en-US"/>
              <a:t>Click to add text. </a:t>
            </a:r>
            <a:r>
              <a:rPr lang="en-US" err="1"/>
              <a:t>Laborror</a:t>
            </a:r>
            <a:r>
              <a:rPr lang="en-US"/>
              <a:t> </a:t>
            </a:r>
            <a:r>
              <a:rPr lang="en-US" err="1"/>
              <a:t>eculparum</a:t>
            </a:r>
            <a:r>
              <a:rPr lang="en-US"/>
              <a:t> del in pro </a:t>
            </a:r>
            <a:r>
              <a:rPr lang="en-US" err="1"/>
              <a:t>esed</a:t>
            </a:r>
            <a:r>
              <a:rPr lang="en-US"/>
              <a:t> </a:t>
            </a:r>
            <a:r>
              <a:rPr lang="en-US" err="1"/>
              <a:t>entio</a:t>
            </a:r>
            <a:r>
              <a:rPr lang="en-US"/>
              <a:t>. Name </a:t>
            </a:r>
            <a:r>
              <a:rPr lang="en-US" err="1"/>
              <a:t>ped</a:t>
            </a:r>
            <a:r>
              <a:rPr lang="en-US"/>
              <a:t> </a:t>
            </a:r>
            <a:r>
              <a:rPr lang="en-US" err="1"/>
              <a:t>ea</a:t>
            </a:r>
            <a:r>
              <a:rPr lang="en-US"/>
              <a:t> que </a:t>
            </a:r>
            <a:r>
              <a:rPr lang="en-US" err="1"/>
              <a:t>rehendaepre</a:t>
            </a:r>
            <a:r>
              <a:rPr lang="en-US"/>
              <a:t> </a:t>
            </a:r>
            <a:r>
              <a:rPr lang="en-US" err="1"/>
              <a:t>occus</a:t>
            </a:r>
            <a:r>
              <a:rPr lang="en-US"/>
              <a:t> </a:t>
            </a:r>
            <a:r>
              <a:rPr lang="en-US" err="1"/>
              <a:t>dionem</a:t>
            </a:r>
            <a:r>
              <a:rPr lang="en-US"/>
              <a:t> </a:t>
            </a:r>
            <a:r>
              <a:rPr lang="en-US" err="1"/>
              <a:t>quatecta</a:t>
            </a:r>
            <a:r>
              <a:rPr lang="en-US"/>
              <a:t> qui </a:t>
            </a:r>
            <a:r>
              <a:rPr lang="en-US" err="1"/>
              <a:t>bea</a:t>
            </a:r>
            <a:r>
              <a:rPr lang="en-US"/>
              <a:t> </a:t>
            </a:r>
            <a:r>
              <a:rPr lang="en-US" err="1"/>
              <a:t>voloriassus</a:t>
            </a:r>
            <a:r>
              <a:rPr lang="en-US"/>
              <a:t> </a:t>
            </a:r>
            <a:r>
              <a:rPr lang="en-US" err="1"/>
              <a:t>ilibusa</a:t>
            </a:r>
            <a:r>
              <a:rPr lang="en-US"/>
              <a:t> </a:t>
            </a:r>
            <a:r>
              <a:rPr lang="en-US" err="1"/>
              <a:t>velenecto</a:t>
            </a:r>
            <a:r>
              <a:rPr lang="en-US"/>
              <a:t> </a:t>
            </a:r>
            <a:r>
              <a:rPr lang="en-US" err="1"/>
              <a:t>imus</a:t>
            </a:r>
            <a:r>
              <a:rPr lang="en-US"/>
              <a:t>, </a:t>
            </a:r>
            <a:r>
              <a:rPr lang="en-US" err="1"/>
              <a:t>ut</a:t>
            </a:r>
            <a:r>
              <a:rPr lang="en-US"/>
              <a:t> </a:t>
            </a:r>
            <a:r>
              <a:rPr lang="en-US" err="1"/>
              <a:t>hariaestiis</a:t>
            </a:r>
            <a:r>
              <a:rPr lang="en-US"/>
              <a:t> </a:t>
            </a:r>
            <a:r>
              <a:rPr lang="en-US" err="1"/>
              <a:t>eosapidunt</a:t>
            </a:r>
            <a:r>
              <a:rPr lang="en-US"/>
              <a:t> quam </a:t>
            </a:r>
            <a:r>
              <a:rPr lang="en-US" err="1"/>
              <a:t>suntiusdae</a:t>
            </a:r>
            <a:r>
              <a:rPr lang="en-US"/>
              <a:t> </a:t>
            </a:r>
            <a:r>
              <a:rPr lang="en-US" err="1"/>
              <a:t>nihicidem</a:t>
            </a:r>
            <a:r>
              <a:rPr lang="en-US"/>
              <a:t> rem. </a:t>
            </a:r>
            <a:r>
              <a:rPr lang="en-US" err="1"/>
              <a:t>Ut</a:t>
            </a:r>
            <a:r>
              <a:rPr lang="en-US"/>
              <a:t> lam, </a:t>
            </a:r>
            <a:r>
              <a:rPr lang="en-US" err="1"/>
              <a:t>odi</a:t>
            </a:r>
            <a:r>
              <a:rPr lang="en-US"/>
              <a:t> id </a:t>
            </a:r>
            <a:r>
              <a:rPr lang="en-US" err="1"/>
              <a:t>ea</a:t>
            </a:r>
            <a:r>
              <a:rPr lang="en-US"/>
              <a:t> sit et </a:t>
            </a:r>
            <a:r>
              <a:rPr lang="en-US" err="1"/>
              <a:t>laut</a:t>
            </a:r>
            <a:r>
              <a:rPr lang="en-US"/>
              <a:t> </a:t>
            </a:r>
            <a:r>
              <a:rPr lang="en-US" err="1"/>
              <a:t>aut</a:t>
            </a:r>
            <a:r>
              <a:rPr lang="en-US"/>
              <a:t> </a:t>
            </a:r>
            <a:r>
              <a:rPr lang="en-US" err="1"/>
              <a:t>lique</a:t>
            </a:r>
            <a:r>
              <a:rPr lang="en-US"/>
              <a:t> quid </a:t>
            </a:r>
            <a:r>
              <a:rPr lang="en-US" err="1"/>
              <a:t>modia</a:t>
            </a:r>
            <a:r>
              <a:rPr lang="en-US"/>
              <a:t>.</a:t>
            </a:r>
            <a:endParaRPr lang="en-US">
              <a:effectLst/>
              <a:latin typeface="Helvetica" charset="0"/>
            </a:endParaRPr>
          </a:p>
        </p:txBody>
      </p:sp>
      <p:sp>
        <p:nvSpPr>
          <p:cNvPr id="14" name="Text Placeholder 9"/>
          <p:cNvSpPr>
            <a:spLocks noGrp="1"/>
          </p:cNvSpPr>
          <p:nvPr>
            <p:ph type="body" sz="quarter" idx="12" hasCustomPrompt="1"/>
          </p:nvPr>
        </p:nvSpPr>
        <p:spPr>
          <a:xfrm>
            <a:off x="12120786" y="7789861"/>
            <a:ext cx="4824536" cy="4962897"/>
          </a:xfrm>
        </p:spPr>
        <p:txBody>
          <a:bodyPr numCol="1" spcCol="914400"/>
          <a:lstStyle>
            <a:lvl1pPr marL="0" indent="0">
              <a:lnSpc>
                <a:spcPts val="4300"/>
              </a:lnSpc>
              <a:buNone/>
              <a:defRPr lang="en-US" sz="2500" b="0" i="0" smtClean="0">
                <a:effectLst/>
                <a:latin typeface="Franklin Gothic Book" panose="020B0503020102020204" pitchFamily="34" charset="0"/>
              </a:defRPr>
            </a:lvl1pPr>
          </a:lstStyle>
          <a:p>
            <a:r>
              <a:rPr lang="en-US"/>
              <a:t>Click to add text. </a:t>
            </a:r>
            <a:r>
              <a:rPr lang="en-US" err="1"/>
              <a:t>Laborror</a:t>
            </a:r>
            <a:r>
              <a:rPr lang="en-US"/>
              <a:t> </a:t>
            </a:r>
            <a:r>
              <a:rPr lang="en-US" err="1"/>
              <a:t>eculparum</a:t>
            </a:r>
            <a:r>
              <a:rPr lang="en-US"/>
              <a:t> del in pro </a:t>
            </a:r>
            <a:r>
              <a:rPr lang="en-US" err="1"/>
              <a:t>esed</a:t>
            </a:r>
            <a:r>
              <a:rPr lang="en-US"/>
              <a:t> </a:t>
            </a:r>
            <a:r>
              <a:rPr lang="en-US" err="1"/>
              <a:t>entio</a:t>
            </a:r>
            <a:r>
              <a:rPr lang="en-US"/>
              <a:t>. Name </a:t>
            </a:r>
            <a:r>
              <a:rPr lang="en-US" err="1"/>
              <a:t>ped</a:t>
            </a:r>
            <a:r>
              <a:rPr lang="en-US"/>
              <a:t> </a:t>
            </a:r>
            <a:r>
              <a:rPr lang="en-US" err="1"/>
              <a:t>ea</a:t>
            </a:r>
            <a:r>
              <a:rPr lang="en-US"/>
              <a:t> que </a:t>
            </a:r>
            <a:r>
              <a:rPr lang="en-US" err="1"/>
              <a:t>rehendaepre</a:t>
            </a:r>
            <a:r>
              <a:rPr lang="en-US"/>
              <a:t> </a:t>
            </a:r>
            <a:r>
              <a:rPr lang="en-US" err="1"/>
              <a:t>occus</a:t>
            </a:r>
            <a:r>
              <a:rPr lang="en-US"/>
              <a:t> </a:t>
            </a:r>
            <a:r>
              <a:rPr lang="en-US" err="1"/>
              <a:t>dionem</a:t>
            </a:r>
            <a:r>
              <a:rPr lang="en-US"/>
              <a:t> </a:t>
            </a:r>
            <a:r>
              <a:rPr lang="en-US" err="1"/>
              <a:t>quatecta</a:t>
            </a:r>
            <a:r>
              <a:rPr lang="en-US"/>
              <a:t> qui </a:t>
            </a:r>
            <a:r>
              <a:rPr lang="en-US" err="1"/>
              <a:t>bea</a:t>
            </a:r>
            <a:r>
              <a:rPr lang="en-US"/>
              <a:t> </a:t>
            </a:r>
            <a:r>
              <a:rPr lang="en-US" err="1"/>
              <a:t>voloriassus</a:t>
            </a:r>
            <a:r>
              <a:rPr lang="en-US"/>
              <a:t> </a:t>
            </a:r>
            <a:r>
              <a:rPr lang="en-US" err="1"/>
              <a:t>ilibusa</a:t>
            </a:r>
            <a:r>
              <a:rPr lang="en-US"/>
              <a:t> </a:t>
            </a:r>
            <a:r>
              <a:rPr lang="en-US" err="1"/>
              <a:t>velenecto</a:t>
            </a:r>
            <a:r>
              <a:rPr lang="en-US"/>
              <a:t> </a:t>
            </a:r>
            <a:r>
              <a:rPr lang="en-US" err="1"/>
              <a:t>imus</a:t>
            </a:r>
            <a:r>
              <a:rPr lang="en-US"/>
              <a:t>, </a:t>
            </a:r>
            <a:r>
              <a:rPr lang="en-US" err="1"/>
              <a:t>ut</a:t>
            </a:r>
            <a:r>
              <a:rPr lang="en-US"/>
              <a:t> </a:t>
            </a:r>
            <a:r>
              <a:rPr lang="en-US" err="1"/>
              <a:t>hariaestiis</a:t>
            </a:r>
            <a:r>
              <a:rPr lang="en-US"/>
              <a:t> </a:t>
            </a:r>
            <a:r>
              <a:rPr lang="en-US" err="1"/>
              <a:t>eosapidunt</a:t>
            </a:r>
            <a:r>
              <a:rPr lang="en-US"/>
              <a:t> quam </a:t>
            </a:r>
            <a:r>
              <a:rPr lang="en-US" err="1"/>
              <a:t>suntiusdae</a:t>
            </a:r>
            <a:r>
              <a:rPr lang="en-US"/>
              <a:t> </a:t>
            </a:r>
            <a:r>
              <a:rPr lang="en-US" err="1"/>
              <a:t>nihicidem</a:t>
            </a:r>
            <a:r>
              <a:rPr lang="en-US"/>
              <a:t> rem. </a:t>
            </a:r>
            <a:r>
              <a:rPr lang="en-US" err="1"/>
              <a:t>Ut</a:t>
            </a:r>
            <a:r>
              <a:rPr lang="en-US"/>
              <a:t> lam, </a:t>
            </a:r>
            <a:r>
              <a:rPr lang="en-US" err="1"/>
              <a:t>odi</a:t>
            </a:r>
            <a:r>
              <a:rPr lang="en-US"/>
              <a:t> id </a:t>
            </a:r>
            <a:r>
              <a:rPr lang="en-US" err="1"/>
              <a:t>ea</a:t>
            </a:r>
            <a:r>
              <a:rPr lang="en-US"/>
              <a:t> sit et </a:t>
            </a:r>
            <a:r>
              <a:rPr lang="en-US" err="1"/>
              <a:t>laut</a:t>
            </a:r>
            <a:r>
              <a:rPr lang="en-US"/>
              <a:t> </a:t>
            </a:r>
            <a:r>
              <a:rPr lang="en-US" err="1"/>
              <a:t>aut</a:t>
            </a:r>
            <a:r>
              <a:rPr lang="en-US"/>
              <a:t> </a:t>
            </a:r>
            <a:r>
              <a:rPr lang="en-US" err="1"/>
              <a:t>lique</a:t>
            </a:r>
            <a:r>
              <a:rPr lang="en-US"/>
              <a:t> quid </a:t>
            </a:r>
            <a:r>
              <a:rPr lang="en-US" err="1"/>
              <a:t>modiae</a:t>
            </a:r>
            <a:r>
              <a:rPr lang="en-US"/>
              <a:t> </a:t>
            </a:r>
            <a:r>
              <a:rPr lang="en-US" err="1"/>
              <a:t>endi</a:t>
            </a:r>
            <a:r>
              <a:rPr lang="en-US"/>
              <a:t> </a:t>
            </a:r>
            <a:r>
              <a:rPr lang="en-US" err="1"/>
              <a:t>vitem</a:t>
            </a:r>
            <a:r>
              <a:rPr lang="en-US"/>
              <a:t>.</a:t>
            </a:r>
            <a:endParaRPr lang="en-US">
              <a:effectLst/>
              <a:latin typeface="Helvetica" charset="0"/>
            </a:endParaRPr>
          </a:p>
        </p:txBody>
      </p:sp>
      <p:sp>
        <p:nvSpPr>
          <p:cNvPr id="19" name="Text Placeholder 9"/>
          <p:cNvSpPr>
            <a:spLocks noGrp="1"/>
          </p:cNvSpPr>
          <p:nvPr>
            <p:ph type="body" sz="quarter" idx="13" hasCustomPrompt="1"/>
          </p:nvPr>
        </p:nvSpPr>
        <p:spPr>
          <a:xfrm>
            <a:off x="18757243" y="7789861"/>
            <a:ext cx="4824536" cy="4962897"/>
          </a:xfrm>
        </p:spPr>
        <p:txBody>
          <a:bodyPr numCol="1" spcCol="914400"/>
          <a:lstStyle>
            <a:lvl1pPr marL="0" indent="0">
              <a:lnSpc>
                <a:spcPts val="4300"/>
              </a:lnSpc>
              <a:buNone/>
              <a:defRPr lang="en-US" sz="2500" b="0" i="0" smtClean="0">
                <a:effectLst/>
                <a:latin typeface="Franklin Gothic Book" panose="020B0503020102020204" pitchFamily="34" charset="0"/>
              </a:defRPr>
            </a:lvl1pPr>
          </a:lstStyle>
          <a:p>
            <a:r>
              <a:rPr lang="en-US"/>
              <a:t>Click to add text. </a:t>
            </a:r>
            <a:r>
              <a:rPr lang="en-US" err="1"/>
              <a:t>Laborror</a:t>
            </a:r>
            <a:r>
              <a:rPr lang="en-US"/>
              <a:t> </a:t>
            </a:r>
            <a:r>
              <a:rPr lang="en-US" err="1"/>
              <a:t>eculparum</a:t>
            </a:r>
            <a:r>
              <a:rPr lang="en-US"/>
              <a:t> del in pro </a:t>
            </a:r>
            <a:r>
              <a:rPr lang="en-US" err="1"/>
              <a:t>esed</a:t>
            </a:r>
            <a:r>
              <a:rPr lang="en-US"/>
              <a:t> </a:t>
            </a:r>
            <a:r>
              <a:rPr lang="en-US" err="1"/>
              <a:t>entio</a:t>
            </a:r>
            <a:r>
              <a:rPr lang="en-US"/>
              <a:t>. Name </a:t>
            </a:r>
            <a:r>
              <a:rPr lang="en-US" err="1"/>
              <a:t>ped</a:t>
            </a:r>
            <a:r>
              <a:rPr lang="en-US"/>
              <a:t> </a:t>
            </a:r>
            <a:r>
              <a:rPr lang="en-US" err="1"/>
              <a:t>ea</a:t>
            </a:r>
            <a:r>
              <a:rPr lang="en-US"/>
              <a:t> que </a:t>
            </a:r>
            <a:r>
              <a:rPr lang="en-US" err="1"/>
              <a:t>rehendaepre</a:t>
            </a:r>
            <a:r>
              <a:rPr lang="en-US"/>
              <a:t> </a:t>
            </a:r>
            <a:r>
              <a:rPr lang="en-US" err="1"/>
              <a:t>occus</a:t>
            </a:r>
            <a:r>
              <a:rPr lang="en-US"/>
              <a:t> </a:t>
            </a:r>
            <a:r>
              <a:rPr lang="en-US" err="1"/>
              <a:t>dionem</a:t>
            </a:r>
            <a:r>
              <a:rPr lang="en-US"/>
              <a:t> </a:t>
            </a:r>
            <a:r>
              <a:rPr lang="en-US" err="1"/>
              <a:t>quatecta</a:t>
            </a:r>
            <a:r>
              <a:rPr lang="en-US"/>
              <a:t> qui </a:t>
            </a:r>
            <a:r>
              <a:rPr lang="en-US" err="1"/>
              <a:t>bea</a:t>
            </a:r>
            <a:r>
              <a:rPr lang="en-US"/>
              <a:t> </a:t>
            </a:r>
            <a:r>
              <a:rPr lang="en-US" err="1"/>
              <a:t>voloriassus</a:t>
            </a:r>
            <a:r>
              <a:rPr lang="en-US"/>
              <a:t> </a:t>
            </a:r>
            <a:r>
              <a:rPr lang="en-US" err="1"/>
              <a:t>ilibusa</a:t>
            </a:r>
            <a:r>
              <a:rPr lang="en-US"/>
              <a:t> </a:t>
            </a:r>
            <a:r>
              <a:rPr lang="en-US" err="1"/>
              <a:t>velenecto</a:t>
            </a:r>
            <a:r>
              <a:rPr lang="en-US"/>
              <a:t> </a:t>
            </a:r>
            <a:r>
              <a:rPr lang="en-US" err="1"/>
              <a:t>imus</a:t>
            </a:r>
            <a:r>
              <a:rPr lang="en-US"/>
              <a:t>, </a:t>
            </a:r>
            <a:r>
              <a:rPr lang="en-US" err="1"/>
              <a:t>ut</a:t>
            </a:r>
            <a:r>
              <a:rPr lang="en-US"/>
              <a:t> </a:t>
            </a:r>
            <a:r>
              <a:rPr lang="en-US" err="1"/>
              <a:t>hariaestiis</a:t>
            </a:r>
            <a:r>
              <a:rPr lang="en-US"/>
              <a:t> </a:t>
            </a:r>
            <a:r>
              <a:rPr lang="en-US" err="1"/>
              <a:t>eosapidunt</a:t>
            </a:r>
            <a:r>
              <a:rPr lang="en-US"/>
              <a:t> quam </a:t>
            </a:r>
            <a:r>
              <a:rPr lang="en-US" err="1"/>
              <a:t>suntiusdae</a:t>
            </a:r>
            <a:r>
              <a:rPr lang="en-US"/>
              <a:t> </a:t>
            </a:r>
            <a:r>
              <a:rPr lang="en-US" err="1"/>
              <a:t>nihicidem</a:t>
            </a:r>
            <a:r>
              <a:rPr lang="en-US"/>
              <a:t> rem. </a:t>
            </a:r>
            <a:r>
              <a:rPr lang="en-US" err="1"/>
              <a:t>Ut</a:t>
            </a:r>
            <a:r>
              <a:rPr lang="en-US"/>
              <a:t> lam, </a:t>
            </a:r>
            <a:r>
              <a:rPr lang="en-US" err="1"/>
              <a:t>odi</a:t>
            </a:r>
            <a:r>
              <a:rPr lang="en-US"/>
              <a:t> id </a:t>
            </a:r>
            <a:r>
              <a:rPr lang="en-US" err="1"/>
              <a:t>ea</a:t>
            </a:r>
            <a:r>
              <a:rPr lang="en-US"/>
              <a:t> sit et </a:t>
            </a:r>
            <a:r>
              <a:rPr lang="en-US" err="1"/>
              <a:t>laut</a:t>
            </a:r>
            <a:r>
              <a:rPr lang="en-US"/>
              <a:t> </a:t>
            </a:r>
            <a:r>
              <a:rPr lang="en-US" err="1"/>
              <a:t>aut</a:t>
            </a:r>
            <a:r>
              <a:rPr lang="en-US"/>
              <a:t> </a:t>
            </a:r>
            <a:r>
              <a:rPr lang="en-US" err="1"/>
              <a:t>lique</a:t>
            </a:r>
            <a:r>
              <a:rPr lang="en-US"/>
              <a:t> quid </a:t>
            </a:r>
            <a:r>
              <a:rPr lang="en-US" err="1"/>
              <a:t>modiae</a:t>
            </a:r>
            <a:r>
              <a:rPr lang="en-US"/>
              <a:t> </a:t>
            </a:r>
            <a:r>
              <a:rPr lang="en-US" err="1"/>
              <a:t>endi</a:t>
            </a:r>
            <a:r>
              <a:rPr lang="en-US"/>
              <a:t> </a:t>
            </a:r>
            <a:r>
              <a:rPr lang="en-US" err="1"/>
              <a:t>vitem</a:t>
            </a:r>
            <a:r>
              <a:rPr lang="en-US"/>
              <a:t>.</a:t>
            </a:r>
            <a:endParaRPr lang="en-US">
              <a:effectLst/>
              <a:latin typeface="Helvetica" charset="0"/>
            </a:endParaRPr>
          </a:p>
        </p:txBody>
      </p:sp>
      <p:sp>
        <p:nvSpPr>
          <p:cNvPr id="20" name="Text Placeholder 9"/>
          <p:cNvSpPr>
            <a:spLocks noGrp="1"/>
          </p:cNvSpPr>
          <p:nvPr>
            <p:ph type="body" sz="quarter" idx="14" hasCustomPrompt="1"/>
          </p:nvPr>
        </p:nvSpPr>
        <p:spPr>
          <a:xfrm>
            <a:off x="12120786" y="947949"/>
            <a:ext cx="4824536" cy="4962897"/>
          </a:xfrm>
        </p:spPr>
        <p:txBody>
          <a:bodyPr numCol="1" spcCol="914400"/>
          <a:lstStyle>
            <a:lvl1pPr marL="0" indent="0">
              <a:lnSpc>
                <a:spcPts val="4300"/>
              </a:lnSpc>
              <a:buNone/>
              <a:defRPr lang="en-US" sz="2500" b="0" i="0" smtClean="0">
                <a:solidFill>
                  <a:schemeClr val="bg1"/>
                </a:solidFill>
                <a:effectLst/>
                <a:latin typeface="Franklin Gothic Book" panose="020B0503020102020204" pitchFamily="34" charset="0"/>
                <a:cs typeface="Arial" panose="020B0604020202020204" pitchFamily="34" charset="0"/>
              </a:defRPr>
            </a:lvl1pPr>
          </a:lstStyle>
          <a:p>
            <a:r>
              <a:rPr lang="en-US"/>
              <a:t>Click to add text. </a:t>
            </a:r>
            <a:r>
              <a:rPr lang="en-US" err="1"/>
              <a:t>Laborror</a:t>
            </a:r>
            <a:r>
              <a:rPr lang="en-US"/>
              <a:t> </a:t>
            </a:r>
            <a:r>
              <a:rPr lang="en-US" err="1"/>
              <a:t>eculparum</a:t>
            </a:r>
            <a:r>
              <a:rPr lang="en-US"/>
              <a:t> del in pro </a:t>
            </a:r>
            <a:r>
              <a:rPr lang="en-US" err="1"/>
              <a:t>esed</a:t>
            </a:r>
            <a:r>
              <a:rPr lang="en-US"/>
              <a:t> </a:t>
            </a:r>
            <a:r>
              <a:rPr lang="en-US" err="1"/>
              <a:t>entio</a:t>
            </a:r>
            <a:r>
              <a:rPr lang="en-US"/>
              <a:t>. Name </a:t>
            </a:r>
            <a:r>
              <a:rPr lang="en-US" err="1"/>
              <a:t>ped</a:t>
            </a:r>
            <a:r>
              <a:rPr lang="en-US"/>
              <a:t> </a:t>
            </a:r>
            <a:r>
              <a:rPr lang="en-US" err="1"/>
              <a:t>ea</a:t>
            </a:r>
            <a:r>
              <a:rPr lang="en-US"/>
              <a:t> que </a:t>
            </a:r>
            <a:r>
              <a:rPr lang="en-US" err="1"/>
              <a:t>rehendaepre</a:t>
            </a:r>
            <a:r>
              <a:rPr lang="en-US"/>
              <a:t> </a:t>
            </a:r>
            <a:r>
              <a:rPr lang="en-US" err="1"/>
              <a:t>occus</a:t>
            </a:r>
            <a:r>
              <a:rPr lang="en-US"/>
              <a:t> </a:t>
            </a:r>
            <a:r>
              <a:rPr lang="en-US" err="1"/>
              <a:t>dionem</a:t>
            </a:r>
            <a:r>
              <a:rPr lang="en-US"/>
              <a:t> </a:t>
            </a:r>
            <a:r>
              <a:rPr lang="en-US" err="1"/>
              <a:t>quatecta</a:t>
            </a:r>
            <a:r>
              <a:rPr lang="en-US"/>
              <a:t> qui </a:t>
            </a:r>
            <a:r>
              <a:rPr lang="en-US" err="1"/>
              <a:t>bea</a:t>
            </a:r>
            <a:r>
              <a:rPr lang="en-US"/>
              <a:t> </a:t>
            </a:r>
            <a:r>
              <a:rPr lang="en-US" err="1"/>
              <a:t>voloriassus</a:t>
            </a:r>
            <a:r>
              <a:rPr lang="en-US"/>
              <a:t> </a:t>
            </a:r>
            <a:r>
              <a:rPr lang="en-US" err="1"/>
              <a:t>ilibusa</a:t>
            </a:r>
            <a:r>
              <a:rPr lang="en-US"/>
              <a:t> </a:t>
            </a:r>
            <a:r>
              <a:rPr lang="en-US" err="1"/>
              <a:t>velenecto</a:t>
            </a:r>
            <a:r>
              <a:rPr lang="en-US"/>
              <a:t> </a:t>
            </a:r>
            <a:r>
              <a:rPr lang="en-US" err="1"/>
              <a:t>imus</a:t>
            </a:r>
            <a:r>
              <a:rPr lang="en-US"/>
              <a:t>, </a:t>
            </a:r>
            <a:r>
              <a:rPr lang="en-US" err="1"/>
              <a:t>ut</a:t>
            </a:r>
            <a:r>
              <a:rPr lang="en-US"/>
              <a:t> </a:t>
            </a:r>
            <a:r>
              <a:rPr lang="en-US" err="1"/>
              <a:t>hariaestiis</a:t>
            </a:r>
            <a:r>
              <a:rPr lang="en-US"/>
              <a:t> </a:t>
            </a:r>
            <a:r>
              <a:rPr lang="en-US" err="1"/>
              <a:t>eosapidunt</a:t>
            </a:r>
            <a:r>
              <a:rPr lang="en-US"/>
              <a:t> quam </a:t>
            </a:r>
            <a:r>
              <a:rPr lang="en-US" err="1"/>
              <a:t>suntiusdae</a:t>
            </a:r>
            <a:r>
              <a:rPr lang="en-US"/>
              <a:t> </a:t>
            </a:r>
            <a:r>
              <a:rPr lang="en-US" err="1"/>
              <a:t>nihicidem</a:t>
            </a:r>
            <a:r>
              <a:rPr lang="en-US"/>
              <a:t> rem. </a:t>
            </a:r>
            <a:r>
              <a:rPr lang="en-US" err="1"/>
              <a:t>Ut</a:t>
            </a:r>
            <a:r>
              <a:rPr lang="en-US"/>
              <a:t> lam, </a:t>
            </a:r>
            <a:r>
              <a:rPr lang="en-US" err="1"/>
              <a:t>odi</a:t>
            </a:r>
            <a:r>
              <a:rPr lang="en-US"/>
              <a:t> id </a:t>
            </a:r>
            <a:r>
              <a:rPr lang="en-US" err="1"/>
              <a:t>ea</a:t>
            </a:r>
            <a:r>
              <a:rPr lang="en-US"/>
              <a:t> sit et </a:t>
            </a:r>
            <a:r>
              <a:rPr lang="en-US" err="1"/>
              <a:t>laut</a:t>
            </a:r>
            <a:r>
              <a:rPr lang="en-US"/>
              <a:t> </a:t>
            </a:r>
            <a:r>
              <a:rPr lang="en-US" err="1"/>
              <a:t>aut</a:t>
            </a:r>
            <a:r>
              <a:rPr lang="en-US"/>
              <a:t> </a:t>
            </a:r>
            <a:r>
              <a:rPr lang="en-US" err="1"/>
              <a:t>lique</a:t>
            </a:r>
            <a:r>
              <a:rPr lang="en-US"/>
              <a:t> quid </a:t>
            </a:r>
            <a:r>
              <a:rPr lang="en-US" err="1"/>
              <a:t>modiae</a:t>
            </a:r>
            <a:r>
              <a:rPr lang="en-US"/>
              <a:t> </a:t>
            </a:r>
            <a:r>
              <a:rPr lang="en-US" err="1"/>
              <a:t>endi</a:t>
            </a:r>
            <a:r>
              <a:rPr lang="en-US"/>
              <a:t> </a:t>
            </a:r>
            <a:r>
              <a:rPr lang="en-US" err="1"/>
              <a:t>vitem</a:t>
            </a:r>
            <a:r>
              <a:rPr lang="en-US"/>
              <a:t>.</a:t>
            </a:r>
            <a:endParaRPr lang="en-US">
              <a:effectLst/>
              <a:latin typeface="Helvetica" charset="0"/>
            </a:endParaRPr>
          </a:p>
        </p:txBody>
      </p:sp>
      <p:sp>
        <p:nvSpPr>
          <p:cNvPr id="21" name="Text Placeholder 9"/>
          <p:cNvSpPr>
            <a:spLocks noGrp="1"/>
          </p:cNvSpPr>
          <p:nvPr>
            <p:ph type="body" sz="quarter" idx="15" hasCustomPrompt="1"/>
          </p:nvPr>
        </p:nvSpPr>
        <p:spPr>
          <a:xfrm>
            <a:off x="18757243" y="947949"/>
            <a:ext cx="4824536" cy="4962897"/>
          </a:xfrm>
        </p:spPr>
        <p:txBody>
          <a:bodyPr numCol="1" spcCol="914400"/>
          <a:lstStyle>
            <a:lvl1pPr marL="0" indent="0">
              <a:lnSpc>
                <a:spcPts val="4300"/>
              </a:lnSpc>
              <a:buNone/>
              <a:defRPr lang="en-US" sz="2500" b="0" i="0" smtClean="0">
                <a:solidFill>
                  <a:schemeClr val="bg1"/>
                </a:solidFill>
                <a:effectLst/>
                <a:latin typeface="Franklin Gothic Book" panose="020B0503020102020204" pitchFamily="34" charset="0"/>
              </a:defRPr>
            </a:lvl1pPr>
          </a:lstStyle>
          <a:p>
            <a:r>
              <a:rPr lang="en-US"/>
              <a:t>Click to add text. </a:t>
            </a:r>
            <a:r>
              <a:rPr lang="en-US" err="1"/>
              <a:t>Laborror</a:t>
            </a:r>
            <a:r>
              <a:rPr lang="en-US"/>
              <a:t> </a:t>
            </a:r>
            <a:r>
              <a:rPr lang="en-US" err="1"/>
              <a:t>eculparum</a:t>
            </a:r>
            <a:r>
              <a:rPr lang="en-US"/>
              <a:t> del in pro </a:t>
            </a:r>
            <a:r>
              <a:rPr lang="en-US" err="1"/>
              <a:t>esed</a:t>
            </a:r>
            <a:r>
              <a:rPr lang="en-US"/>
              <a:t> </a:t>
            </a:r>
            <a:r>
              <a:rPr lang="en-US" err="1"/>
              <a:t>entio</a:t>
            </a:r>
            <a:r>
              <a:rPr lang="en-US"/>
              <a:t>. Name </a:t>
            </a:r>
            <a:r>
              <a:rPr lang="en-US" err="1"/>
              <a:t>ped</a:t>
            </a:r>
            <a:r>
              <a:rPr lang="en-US"/>
              <a:t> </a:t>
            </a:r>
            <a:r>
              <a:rPr lang="en-US" err="1"/>
              <a:t>ea</a:t>
            </a:r>
            <a:r>
              <a:rPr lang="en-US"/>
              <a:t> que </a:t>
            </a:r>
            <a:r>
              <a:rPr lang="en-US" err="1"/>
              <a:t>rehendaepre</a:t>
            </a:r>
            <a:r>
              <a:rPr lang="en-US"/>
              <a:t> </a:t>
            </a:r>
            <a:r>
              <a:rPr lang="en-US" err="1"/>
              <a:t>occus</a:t>
            </a:r>
            <a:r>
              <a:rPr lang="en-US"/>
              <a:t> </a:t>
            </a:r>
            <a:r>
              <a:rPr lang="en-US" err="1"/>
              <a:t>dionem</a:t>
            </a:r>
            <a:r>
              <a:rPr lang="en-US"/>
              <a:t> </a:t>
            </a:r>
            <a:r>
              <a:rPr lang="en-US" err="1"/>
              <a:t>quatecta</a:t>
            </a:r>
            <a:r>
              <a:rPr lang="en-US"/>
              <a:t> qui </a:t>
            </a:r>
            <a:r>
              <a:rPr lang="en-US" err="1"/>
              <a:t>bea</a:t>
            </a:r>
            <a:r>
              <a:rPr lang="en-US"/>
              <a:t> </a:t>
            </a:r>
            <a:r>
              <a:rPr lang="en-US" err="1"/>
              <a:t>voloriassus</a:t>
            </a:r>
            <a:r>
              <a:rPr lang="en-US"/>
              <a:t> </a:t>
            </a:r>
            <a:r>
              <a:rPr lang="en-US" err="1"/>
              <a:t>ilibusa</a:t>
            </a:r>
            <a:r>
              <a:rPr lang="en-US"/>
              <a:t> </a:t>
            </a:r>
            <a:r>
              <a:rPr lang="en-US" err="1"/>
              <a:t>velenecto</a:t>
            </a:r>
            <a:r>
              <a:rPr lang="en-US"/>
              <a:t> </a:t>
            </a:r>
            <a:r>
              <a:rPr lang="en-US" err="1"/>
              <a:t>imus</a:t>
            </a:r>
            <a:r>
              <a:rPr lang="en-US"/>
              <a:t>, </a:t>
            </a:r>
            <a:r>
              <a:rPr lang="en-US" err="1"/>
              <a:t>ut</a:t>
            </a:r>
            <a:r>
              <a:rPr lang="en-US"/>
              <a:t> </a:t>
            </a:r>
            <a:r>
              <a:rPr lang="en-US" err="1"/>
              <a:t>hariaestiis</a:t>
            </a:r>
            <a:r>
              <a:rPr lang="en-US"/>
              <a:t> </a:t>
            </a:r>
            <a:r>
              <a:rPr lang="en-US" err="1"/>
              <a:t>eosapidunt</a:t>
            </a:r>
            <a:r>
              <a:rPr lang="en-US"/>
              <a:t> quam </a:t>
            </a:r>
            <a:r>
              <a:rPr lang="en-US" err="1"/>
              <a:t>suntiusdae</a:t>
            </a:r>
            <a:r>
              <a:rPr lang="en-US"/>
              <a:t> </a:t>
            </a:r>
            <a:r>
              <a:rPr lang="en-US" err="1"/>
              <a:t>nihicidem</a:t>
            </a:r>
            <a:r>
              <a:rPr lang="en-US"/>
              <a:t> rem. </a:t>
            </a:r>
            <a:r>
              <a:rPr lang="en-US" err="1"/>
              <a:t>Ut</a:t>
            </a:r>
            <a:r>
              <a:rPr lang="en-US"/>
              <a:t> lam, </a:t>
            </a:r>
            <a:r>
              <a:rPr lang="en-US" err="1"/>
              <a:t>odi</a:t>
            </a:r>
            <a:r>
              <a:rPr lang="en-US"/>
              <a:t> id </a:t>
            </a:r>
            <a:r>
              <a:rPr lang="en-US" err="1"/>
              <a:t>ea</a:t>
            </a:r>
            <a:r>
              <a:rPr lang="en-US"/>
              <a:t> sit et </a:t>
            </a:r>
            <a:r>
              <a:rPr lang="en-US" err="1"/>
              <a:t>laut</a:t>
            </a:r>
            <a:r>
              <a:rPr lang="en-US"/>
              <a:t> </a:t>
            </a:r>
            <a:r>
              <a:rPr lang="en-US" err="1"/>
              <a:t>aut</a:t>
            </a:r>
            <a:r>
              <a:rPr lang="en-US"/>
              <a:t> </a:t>
            </a:r>
            <a:r>
              <a:rPr lang="en-US" err="1"/>
              <a:t>lique</a:t>
            </a:r>
            <a:r>
              <a:rPr lang="en-US"/>
              <a:t> quid </a:t>
            </a:r>
            <a:r>
              <a:rPr lang="en-US" err="1"/>
              <a:t>modiae</a:t>
            </a:r>
            <a:r>
              <a:rPr lang="en-US"/>
              <a:t> </a:t>
            </a:r>
            <a:r>
              <a:rPr lang="en-US" err="1"/>
              <a:t>endi</a:t>
            </a:r>
            <a:r>
              <a:rPr lang="en-US"/>
              <a:t> </a:t>
            </a:r>
            <a:r>
              <a:rPr lang="en-US" err="1"/>
              <a:t>vitem</a:t>
            </a:r>
            <a:r>
              <a:rPr lang="en-US"/>
              <a:t>.</a:t>
            </a:r>
            <a:endParaRPr lang="en-US">
              <a:effectLst/>
              <a:latin typeface="Helvetica" charset="0"/>
            </a:endParaRPr>
          </a:p>
        </p:txBody>
      </p:sp>
      <p:sp>
        <p:nvSpPr>
          <p:cNvPr id="11" name="Text Placeholder 4"/>
          <p:cNvSpPr>
            <a:spLocks noGrp="1"/>
          </p:cNvSpPr>
          <p:nvPr>
            <p:ph type="body" sz="quarter" idx="16" hasCustomPrompt="1"/>
          </p:nvPr>
        </p:nvSpPr>
        <p:spPr>
          <a:xfrm>
            <a:off x="1292454" y="10579898"/>
            <a:ext cx="6933406" cy="607795"/>
          </a:xfrm>
        </p:spPr>
        <p:txBody>
          <a:bodyPr/>
          <a:lstStyle>
            <a:lvl1pPr marL="457200" indent="-457200">
              <a:buFontTx/>
              <a:buBlip>
                <a:blip r:embed="rId2"/>
              </a:buBlip>
              <a:defRPr/>
            </a:lvl1pPr>
          </a:lstStyle>
          <a:p>
            <a:pPr lvl="0"/>
            <a:r>
              <a:rPr lang="en-US"/>
              <a:t>Click to add bulleted list</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Text Grid Two">
    <p:spTree>
      <p:nvGrpSpPr>
        <p:cNvPr id="1" name=""/>
        <p:cNvGrpSpPr/>
        <p:nvPr/>
      </p:nvGrpSpPr>
      <p:grpSpPr>
        <a:xfrm>
          <a:off x="0" y="0"/>
          <a:ext cx="0" cy="0"/>
          <a:chOff x="0" y="0"/>
          <a:chExt cx="0" cy="0"/>
        </a:xfrm>
      </p:grpSpPr>
      <p:sp>
        <p:nvSpPr>
          <p:cNvPr id="15" name="Текст 3"/>
          <p:cNvSpPr>
            <a:spLocks noGrp="1"/>
          </p:cNvSpPr>
          <p:nvPr>
            <p:ph type="body" sz="quarter" idx="14" hasCustomPrompt="1"/>
          </p:nvPr>
        </p:nvSpPr>
        <p:spPr>
          <a:xfrm>
            <a:off x="1419214" y="6996938"/>
            <a:ext cx="6268502" cy="5262457"/>
          </a:xfrm>
          <a:prstGeom prst="rect">
            <a:avLst/>
          </a:prstGeom>
        </p:spPr>
        <p:txBody>
          <a:bodyPr/>
          <a:lstStyle>
            <a:lvl1pPr>
              <a:defRPr lang="en-US" sz="2200" b="0" i="0" baseline="0" dirty="0">
                <a:solidFill>
                  <a:schemeClr val="tx2"/>
                </a:solidFill>
                <a:latin typeface="Archivo Regular" charset="0"/>
                <a:ea typeface="Archivo Regular" charset="0"/>
                <a:cs typeface="Archivo Regular" charset="0"/>
              </a:defRPr>
            </a:lvl1pPr>
          </a:lstStyle>
          <a:p>
            <a:pPr marL="0" lvl="0" indent="0">
              <a:lnSpc>
                <a:spcPct val="150000"/>
              </a:lnSpc>
              <a:buNone/>
            </a:pPr>
            <a:r>
              <a:rPr lang="en-US"/>
              <a:t>Example text</a:t>
            </a:r>
          </a:p>
        </p:txBody>
      </p:sp>
      <p:sp>
        <p:nvSpPr>
          <p:cNvPr id="7" name="Прямоугольник 6"/>
          <p:cNvSpPr/>
          <p:nvPr userDrawn="1"/>
        </p:nvSpPr>
        <p:spPr>
          <a:xfrm rot="10800000" flipH="1">
            <a:off x="0" y="6858794"/>
            <a:ext cx="12192794" cy="685879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4800" b="0" i="0">
              <a:latin typeface="Archivo Regular" charset="0"/>
            </a:endParaRPr>
          </a:p>
        </p:txBody>
      </p:sp>
      <p:sp>
        <p:nvSpPr>
          <p:cNvPr id="10" name="Прямоугольник 9"/>
          <p:cNvSpPr/>
          <p:nvPr userDrawn="1"/>
        </p:nvSpPr>
        <p:spPr>
          <a:xfrm rot="10800000" flipH="1">
            <a:off x="12192794" y="6858794"/>
            <a:ext cx="12192794" cy="685879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4800" b="0" i="0">
              <a:latin typeface="Archivo Regular" charset="0"/>
            </a:endParaRPr>
          </a:p>
        </p:txBody>
      </p:sp>
      <p:sp>
        <p:nvSpPr>
          <p:cNvPr id="18" name="Прямоугольник 17"/>
          <p:cNvSpPr/>
          <p:nvPr userDrawn="1"/>
        </p:nvSpPr>
        <p:spPr>
          <a:xfrm rot="10800000" flipH="1">
            <a:off x="12192794" y="0"/>
            <a:ext cx="12192794" cy="6858794"/>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4800" b="0" i="0">
              <a:latin typeface="Archivo Regular" charset="0"/>
            </a:endParaRPr>
          </a:p>
        </p:txBody>
      </p:sp>
      <p:sp>
        <p:nvSpPr>
          <p:cNvPr id="14" name="Text Placeholder 9"/>
          <p:cNvSpPr>
            <a:spLocks noGrp="1"/>
          </p:cNvSpPr>
          <p:nvPr>
            <p:ph type="body" sz="quarter" idx="11" hasCustomPrompt="1"/>
          </p:nvPr>
        </p:nvSpPr>
        <p:spPr>
          <a:xfrm>
            <a:off x="1419210" y="8154938"/>
            <a:ext cx="8829368" cy="4078039"/>
          </a:xfrm>
        </p:spPr>
        <p:txBody>
          <a:bodyPr/>
          <a:lstStyle>
            <a:lvl1pPr marL="0" indent="0">
              <a:buNone/>
              <a:defRPr lang="en-US" sz="3300" b="0" i="0" smtClean="0">
                <a:solidFill>
                  <a:schemeClr val="bg1"/>
                </a:solidFill>
                <a:effectLst/>
                <a:latin typeface="Franklin Gothic Book" panose="020B0503020102020204" pitchFamily="34" charset="0"/>
              </a:defRPr>
            </a:lvl1pPr>
          </a:lstStyle>
          <a:p>
            <a:r>
              <a:rPr lang="en-US"/>
              <a:t>Click to add text. </a:t>
            </a:r>
            <a:r>
              <a:rPr lang="en-US" err="1"/>
              <a:t>Laborror</a:t>
            </a:r>
            <a:r>
              <a:rPr lang="en-US"/>
              <a:t> </a:t>
            </a:r>
            <a:r>
              <a:rPr lang="en-US" err="1"/>
              <a:t>eculparum</a:t>
            </a:r>
            <a:r>
              <a:rPr lang="en-US"/>
              <a:t> del in pro </a:t>
            </a:r>
            <a:r>
              <a:rPr lang="en-US" err="1"/>
              <a:t>esed</a:t>
            </a:r>
            <a:r>
              <a:rPr lang="en-US"/>
              <a:t> </a:t>
            </a:r>
            <a:r>
              <a:rPr lang="en-US" err="1"/>
              <a:t>entio</a:t>
            </a:r>
            <a:r>
              <a:rPr lang="en-US"/>
              <a:t>. Name </a:t>
            </a:r>
            <a:r>
              <a:rPr lang="en-US" err="1"/>
              <a:t>ped</a:t>
            </a:r>
            <a:r>
              <a:rPr lang="en-US"/>
              <a:t> </a:t>
            </a:r>
            <a:r>
              <a:rPr lang="en-US" err="1"/>
              <a:t>ea</a:t>
            </a:r>
            <a:r>
              <a:rPr lang="en-US"/>
              <a:t> que </a:t>
            </a:r>
            <a:r>
              <a:rPr lang="en-US" err="1"/>
              <a:t>rehendaepre</a:t>
            </a:r>
            <a:r>
              <a:rPr lang="en-US"/>
              <a:t> </a:t>
            </a:r>
            <a:r>
              <a:rPr lang="en-US" err="1"/>
              <a:t>occus</a:t>
            </a:r>
            <a:r>
              <a:rPr lang="en-US"/>
              <a:t> </a:t>
            </a:r>
            <a:r>
              <a:rPr lang="en-US" err="1"/>
              <a:t>dionem</a:t>
            </a:r>
            <a:r>
              <a:rPr lang="en-US"/>
              <a:t> </a:t>
            </a:r>
            <a:r>
              <a:rPr lang="en-US" err="1"/>
              <a:t>quatecta</a:t>
            </a:r>
            <a:r>
              <a:rPr lang="en-US"/>
              <a:t> qui </a:t>
            </a:r>
            <a:r>
              <a:rPr lang="en-US" err="1"/>
              <a:t>bea</a:t>
            </a:r>
            <a:r>
              <a:rPr lang="en-US"/>
              <a:t> </a:t>
            </a:r>
            <a:r>
              <a:rPr lang="en-US" err="1"/>
              <a:t>voloriassus</a:t>
            </a:r>
            <a:r>
              <a:rPr lang="en-US"/>
              <a:t> </a:t>
            </a:r>
            <a:r>
              <a:rPr lang="en-US" err="1"/>
              <a:t>ilibusa</a:t>
            </a:r>
            <a:r>
              <a:rPr lang="en-US"/>
              <a:t> </a:t>
            </a:r>
            <a:r>
              <a:rPr lang="en-US" err="1"/>
              <a:t>velenecto</a:t>
            </a:r>
            <a:r>
              <a:rPr lang="en-US"/>
              <a:t> </a:t>
            </a:r>
            <a:r>
              <a:rPr lang="en-US" err="1"/>
              <a:t>imus</a:t>
            </a:r>
            <a:r>
              <a:rPr lang="en-US"/>
              <a:t>, </a:t>
            </a:r>
            <a:r>
              <a:rPr lang="en-US" err="1"/>
              <a:t>ut</a:t>
            </a:r>
            <a:r>
              <a:rPr lang="en-US"/>
              <a:t> </a:t>
            </a:r>
            <a:r>
              <a:rPr lang="en-US" err="1"/>
              <a:t>hariaestiis</a:t>
            </a:r>
            <a:r>
              <a:rPr lang="en-US"/>
              <a:t> </a:t>
            </a:r>
            <a:r>
              <a:rPr lang="en-US" err="1"/>
              <a:t>eosapidunt</a:t>
            </a:r>
            <a:r>
              <a:rPr lang="en-US"/>
              <a:t> quam </a:t>
            </a:r>
            <a:r>
              <a:rPr lang="en-US" err="1"/>
              <a:t>suntiusdae</a:t>
            </a:r>
            <a:r>
              <a:rPr lang="en-US"/>
              <a:t> </a:t>
            </a:r>
            <a:r>
              <a:rPr lang="en-US" err="1"/>
              <a:t>nihicidem</a:t>
            </a:r>
            <a:r>
              <a:rPr lang="en-US"/>
              <a:t> rem. </a:t>
            </a:r>
            <a:r>
              <a:rPr lang="en-US" err="1"/>
              <a:t>Ut</a:t>
            </a:r>
            <a:r>
              <a:rPr lang="en-US"/>
              <a:t> lam, </a:t>
            </a:r>
            <a:r>
              <a:rPr lang="en-US" err="1"/>
              <a:t>odi</a:t>
            </a:r>
            <a:r>
              <a:rPr lang="en-US"/>
              <a:t> id </a:t>
            </a:r>
            <a:r>
              <a:rPr lang="en-US" err="1"/>
              <a:t>ea</a:t>
            </a:r>
            <a:r>
              <a:rPr lang="en-US"/>
              <a:t> sit et </a:t>
            </a:r>
            <a:r>
              <a:rPr lang="en-US" err="1"/>
              <a:t>laut</a:t>
            </a:r>
            <a:r>
              <a:rPr lang="en-US"/>
              <a:t> </a:t>
            </a:r>
            <a:r>
              <a:rPr lang="en-US" err="1"/>
              <a:t>aut</a:t>
            </a:r>
            <a:r>
              <a:rPr lang="en-US"/>
              <a:t> </a:t>
            </a:r>
            <a:r>
              <a:rPr lang="en-US" err="1"/>
              <a:t>lique</a:t>
            </a:r>
            <a:r>
              <a:rPr lang="en-US"/>
              <a:t> quid </a:t>
            </a:r>
            <a:r>
              <a:rPr lang="en-US" err="1"/>
              <a:t>modia</a:t>
            </a:r>
            <a:r>
              <a:rPr lang="en-US"/>
              <a:t>.</a:t>
            </a:r>
            <a:endParaRPr lang="en-US">
              <a:effectLst/>
              <a:latin typeface="Helvetica" charset="0"/>
            </a:endParaRPr>
          </a:p>
        </p:txBody>
      </p:sp>
      <p:sp>
        <p:nvSpPr>
          <p:cNvPr id="16" name="Text Placeholder 9"/>
          <p:cNvSpPr>
            <a:spLocks noGrp="1"/>
          </p:cNvSpPr>
          <p:nvPr>
            <p:ph type="body" sz="quarter" idx="15" hasCustomPrompt="1"/>
          </p:nvPr>
        </p:nvSpPr>
        <p:spPr>
          <a:xfrm>
            <a:off x="13776970" y="8154938"/>
            <a:ext cx="8829368" cy="4078039"/>
          </a:xfrm>
        </p:spPr>
        <p:txBody>
          <a:bodyPr/>
          <a:lstStyle>
            <a:lvl1pPr marL="0" indent="0">
              <a:buNone/>
              <a:defRPr lang="en-US" sz="3300" b="0" i="0" smtClean="0">
                <a:solidFill>
                  <a:schemeClr val="bg1"/>
                </a:solidFill>
                <a:effectLst/>
                <a:latin typeface="Franklin Gothic Book" panose="020B0503020102020204" pitchFamily="34" charset="0"/>
              </a:defRPr>
            </a:lvl1pPr>
          </a:lstStyle>
          <a:p>
            <a:r>
              <a:rPr lang="en-US"/>
              <a:t>Click to add text. </a:t>
            </a:r>
            <a:r>
              <a:rPr lang="en-US" err="1"/>
              <a:t>Laborror</a:t>
            </a:r>
            <a:r>
              <a:rPr lang="en-US"/>
              <a:t> </a:t>
            </a:r>
            <a:r>
              <a:rPr lang="en-US" err="1"/>
              <a:t>eculparum</a:t>
            </a:r>
            <a:r>
              <a:rPr lang="en-US"/>
              <a:t> del in pro </a:t>
            </a:r>
            <a:r>
              <a:rPr lang="en-US" err="1"/>
              <a:t>esed</a:t>
            </a:r>
            <a:r>
              <a:rPr lang="en-US"/>
              <a:t> </a:t>
            </a:r>
            <a:r>
              <a:rPr lang="en-US" err="1"/>
              <a:t>entio</a:t>
            </a:r>
            <a:r>
              <a:rPr lang="en-US"/>
              <a:t>. Name </a:t>
            </a:r>
            <a:r>
              <a:rPr lang="en-US" err="1"/>
              <a:t>ped</a:t>
            </a:r>
            <a:r>
              <a:rPr lang="en-US"/>
              <a:t> </a:t>
            </a:r>
            <a:r>
              <a:rPr lang="en-US" err="1"/>
              <a:t>ea</a:t>
            </a:r>
            <a:r>
              <a:rPr lang="en-US"/>
              <a:t> que </a:t>
            </a:r>
            <a:r>
              <a:rPr lang="en-US" err="1"/>
              <a:t>rehendaepre</a:t>
            </a:r>
            <a:r>
              <a:rPr lang="en-US"/>
              <a:t> </a:t>
            </a:r>
            <a:r>
              <a:rPr lang="en-US" err="1"/>
              <a:t>occus</a:t>
            </a:r>
            <a:r>
              <a:rPr lang="en-US"/>
              <a:t> </a:t>
            </a:r>
            <a:r>
              <a:rPr lang="en-US" err="1"/>
              <a:t>dionem</a:t>
            </a:r>
            <a:r>
              <a:rPr lang="en-US"/>
              <a:t> </a:t>
            </a:r>
            <a:r>
              <a:rPr lang="en-US" err="1"/>
              <a:t>quatecta</a:t>
            </a:r>
            <a:r>
              <a:rPr lang="en-US"/>
              <a:t> qui </a:t>
            </a:r>
            <a:r>
              <a:rPr lang="en-US" err="1"/>
              <a:t>bea</a:t>
            </a:r>
            <a:r>
              <a:rPr lang="en-US"/>
              <a:t> </a:t>
            </a:r>
            <a:r>
              <a:rPr lang="en-US" err="1"/>
              <a:t>voloriassus</a:t>
            </a:r>
            <a:r>
              <a:rPr lang="en-US"/>
              <a:t> </a:t>
            </a:r>
            <a:r>
              <a:rPr lang="en-US" err="1"/>
              <a:t>ilibusa</a:t>
            </a:r>
            <a:r>
              <a:rPr lang="en-US"/>
              <a:t> </a:t>
            </a:r>
            <a:r>
              <a:rPr lang="en-US" err="1"/>
              <a:t>velenecto</a:t>
            </a:r>
            <a:r>
              <a:rPr lang="en-US"/>
              <a:t> </a:t>
            </a:r>
            <a:r>
              <a:rPr lang="en-US" err="1"/>
              <a:t>imus</a:t>
            </a:r>
            <a:r>
              <a:rPr lang="en-US"/>
              <a:t>, </a:t>
            </a:r>
            <a:r>
              <a:rPr lang="en-US" err="1"/>
              <a:t>ut</a:t>
            </a:r>
            <a:r>
              <a:rPr lang="en-US"/>
              <a:t> </a:t>
            </a:r>
            <a:r>
              <a:rPr lang="en-US" err="1"/>
              <a:t>hariaestiis</a:t>
            </a:r>
            <a:r>
              <a:rPr lang="en-US"/>
              <a:t> </a:t>
            </a:r>
            <a:r>
              <a:rPr lang="en-US" err="1"/>
              <a:t>eosapidunt</a:t>
            </a:r>
            <a:r>
              <a:rPr lang="en-US"/>
              <a:t> quam </a:t>
            </a:r>
            <a:r>
              <a:rPr lang="en-US" err="1"/>
              <a:t>suntiusdae</a:t>
            </a:r>
            <a:r>
              <a:rPr lang="en-US"/>
              <a:t> </a:t>
            </a:r>
            <a:r>
              <a:rPr lang="en-US" err="1"/>
              <a:t>nihicidem</a:t>
            </a:r>
            <a:r>
              <a:rPr lang="en-US"/>
              <a:t> rem. </a:t>
            </a:r>
            <a:r>
              <a:rPr lang="en-US" err="1"/>
              <a:t>Ut</a:t>
            </a:r>
            <a:r>
              <a:rPr lang="en-US"/>
              <a:t> lam, </a:t>
            </a:r>
            <a:r>
              <a:rPr lang="en-US" err="1"/>
              <a:t>odi</a:t>
            </a:r>
            <a:r>
              <a:rPr lang="en-US"/>
              <a:t> id </a:t>
            </a:r>
            <a:r>
              <a:rPr lang="en-US" err="1"/>
              <a:t>ea</a:t>
            </a:r>
            <a:r>
              <a:rPr lang="en-US"/>
              <a:t> sit et </a:t>
            </a:r>
            <a:r>
              <a:rPr lang="en-US" err="1"/>
              <a:t>laut</a:t>
            </a:r>
            <a:r>
              <a:rPr lang="en-US"/>
              <a:t> </a:t>
            </a:r>
            <a:r>
              <a:rPr lang="en-US" err="1"/>
              <a:t>aut</a:t>
            </a:r>
            <a:r>
              <a:rPr lang="en-US"/>
              <a:t> </a:t>
            </a:r>
            <a:r>
              <a:rPr lang="en-US" err="1"/>
              <a:t>lique</a:t>
            </a:r>
            <a:r>
              <a:rPr lang="en-US"/>
              <a:t> quid </a:t>
            </a:r>
            <a:r>
              <a:rPr lang="en-US" err="1"/>
              <a:t>modia</a:t>
            </a:r>
            <a:r>
              <a:rPr lang="en-US"/>
              <a:t>.</a:t>
            </a:r>
            <a:endParaRPr lang="en-US">
              <a:effectLst/>
              <a:latin typeface="Helvetica" charset="0"/>
            </a:endParaRPr>
          </a:p>
        </p:txBody>
      </p:sp>
      <p:sp>
        <p:nvSpPr>
          <p:cNvPr id="17" name="Text Placeholder 9"/>
          <p:cNvSpPr>
            <a:spLocks noGrp="1"/>
          </p:cNvSpPr>
          <p:nvPr>
            <p:ph type="body" sz="quarter" idx="16" hasCustomPrompt="1"/>
          </p:nvPr>
        </p:nvSpPr>
        <p:spPr>
          <a:xfrm>
            <a:off x="13776970" y="1386186"/>
            <a:ext cx="8829368" cy="4078039"/>
          </a:xfrm>
        </p:spPr>
        <p:txBody>
          <a:bodyPr/>
          <a:lstStyle>
            <a:lvl1pPr marL="0" indent="0">
              <a:buNone/>
              <a:defRPr lang="en-US" sz="3300" b="0" i="0" smtClean="0">
                <a:solidFill>
                  <a:schemeClr val="tx1"/>
                </a:solidFill>
                <a:effectLst/>
                <a:latin typeface="Franklin Gothic Book" panose="020B0503020102020204" pitchFamily="34" charset="0"/>
              </a:defRPr>
            </a:lvl1pPr>
          </a:lstStyle>
          <a:p>
            <a:r>
              <a:rPr lang="en-US"/>
              <a:t>Click to add text. </a:t>
            </a:r>
            <a:r>
              <a:rPr lang="en-US" err="1"/>
              <a:t>Laborror</a:t>
            </a:r>
            <a:r>
              <a:rPr lang="en-US"/>
              <a:t> </a:t>
            </a:r>
            <a:r>
              <a:rPr lang="en-US" err="1"/>
              <a:t>eculparum</a:t>
            </a:r>
            <a:r>
              <a:rPr lang="en-US"/>
              <a:t> del in pro </a:t>
            </a:r>
            <a:r>
              <a:rPr lang="en-US" err="1"/>
              <a:t>esed</a:t>
            </a:r>
            <a:r>
              <a:rPr lang="en-US"/>
              <a:t> </a:t>
            </a:r>
            <a:r>
              <a:rPr lang="en-US" err="1"/>
              <a:t>entio</a:t>
            </a:r>
            <a:r>
              <a:rPr lang="en-US"/>
              <a:t>. Name </a:t>
            </a:r>
            <a:r>
              <a:rPr lang="en-US" err="1"/>
              <a:t>ped</a:t>
            </a:r>
            <a:r>
              <a:rPr lang="en-US"/>
              <a:t> </a:t>
            </a:r>
            <a:r>
              <a:rPr lang="en-US" err="1"/>
              <a:t>ea</a:t>
            </a:r>
            <a:r>
              <a:rPr lang="en-US"/>
              <a:t> que </a:t>
            </a:r>
            <a:r>
              <a:rPr lang="en-US" err="1"/>
              <a:t>rehendaepre</a:t>
            </a:r>
            <a:r>
              <a:rPr lang="en-US"/>
              <a:t> </a:t>
            </a:r>
            <a:r>
              <a:rPr lang="en-US" err="1"/>
              <a:t>occus</a:t>
            </a:r>
            <a:r>
              <a:rPr lang="en-US"/>
              <a:t> </a:t>
            </a:r>
            <a:r>
              <a:rPr lang="en-US" err="1"/>
              <a:t>dionem</a:t>
            </a:r>
            <a:r>
              <a:rPr lang="en-US"/>
              <a:t> </a:t>
            </a:r>
            <a:r>
              <a:rPr lang="en-US" err="1"/>
              <a:t>quatecta</a:t>
            </a:r>
            <a:r>
              <a:rPr lang="en-US"/>
              <a:t> qui </a:t>
            </a:r>
            <a:r>
              <a:rPr lang="en-US" err="1"/>
              <a:t>bea</a:t>
            </a:r>
            <a:r>
              <a:rPr lang="en-US"/>
              <a:t> </a:t>
            </a:r>
            <a:r>
              <a:rPr lang="en-US" err="1"/>
              <a:t>voloriassus</a:t>
            </a:r>
            <a:r>
              <a:rPr lang="en-US"/>
              <a:t> </a:t>
            </a:r>
            <a:r>
              <a:rPr lang="en-US" err="1"/>
              <a:t>ilibusa</a:t>
            </a:r>
            <a:r>
              <a:rPr lang="en-US"/>
              <a:t> </a:t>
            </a:r>
            <a:r>
              <a:rPr lang="en-US" err="1"/>
              <a:t>velenecto</a:t>
            </a:r>
            <a:r>
              <a:rPr lang="en-US"/>
              <a:t> </a:t>
            </a:r>
            <a:r>
              <a:rPr lang="en-US" err="1"/>
              <a:t>imus</a:t>
            </a:r>
            <a:r>
              <a:rPr lang="en-US"/>
              <a:t>, </a:t>
            </a:r>
            <a:r>
              <a:rPr lang="en-US" err="1"/>
              <a:t>ut</a:t>
            </a:r>
            <a:r>
              <a:rPr lang="en-US"/>
              <a:t> </a:t>
            </a:r>
            <a:r>
              <a:rPr lang="en-US" err="1"/>
              <a:t>hariaestiis</a:t>
            </a:r>
            <a:r>
              <a:rPr lang="en-US"/>
              <a:t> </a:t>
            </a:r>
            <a:r>
              <a:rPr lang="en-US" err="1"/>
              <a:t>eosapidunt</a:t>
            </a:r>
            <a:r>
              <a:rPr lang="en-US"/>
              <a:t> quam </a:t>
            </a:r>
            <a:r>
              <a:rPr lang="en-US" err="1"/>
              <a:t>suntiusdae</a:t>
            </a:r>
            <a:r>
              <a:rPr lang="en-US"/>
              <a:t> </a:t>
            </a:r>
            <a:r>
              <a:rPr lang="en-US" err="1"/>
              <a:t>nihicidem</a:t>
            </a:r>
            <a:r>
              <a:rPr lang="en-US"/>
              <a:t> rem. </a:t>
            </a:r>
            <a:r>
              <a:rPr lang="en-US" err="1"/>
              <a:t>Ut</a:t>
            </a:r>
            <a:r>
              <a:rPr lang="en-US"/>
              <a:t> lam, </a:t>
            </a:r>
            <a:r>
              <a:rPr lang="en-US" err="1"/>
              <a:t>odi</a:t>
            </a:r>
            <a:r>
              <a:rPr lang="en-US"/>
              <a:t> id </a:t>
            </a:r>
            <a:r>
              <a:rPr lang="en-US" err="1"/>
              <a:t>ea</a:t>
            </a:r>
            <a:r>
              <a:rPr lang="en-US"/>
              <a:t> sit et </a:t>
            </a:r>
            <a:r>
              <a:rPr lang="en-US" err="1"/>
              <a:t>laut</a:t>
            </a:r>
            <a:r>
              <a:rPr lang="en-US"/>
              <a:t> </a:t>
            </a:r>
            <a:r>
              <a:rPr lang="en-US" err="1"/>
              <a:t>aut</a:t>
            </a:r>
            <a:r>
              <a:rPr lang="en-US"/>
              <a:t> </a:t>
            </a:r>
            <a:r>
              <a:rPr lang="en-US" err="1"/>
              <a:t>lique</a:t>
            </a:r>
            <a:r>
              <a:rPr lang="en-US"/>
              <a:t> quid </a:t>
            </a:r>
            <a:r>
              <a:rPr lang="en-US" err="1"/>
              <a:t>modia</a:t>
            </a:r>
            <a:r>
              <a:rPr lang="en-US"/>
              <a:t>.</a:t>
            </a:r>
            <a:endParaRPr lang="en-US">
              <a:effectLst/>
              <a:latin typeface="Helvetica" charset="0"/>
            </a:endParaRPr>
          </a:p>
        </p:txBody>
      </p:sp>
      <p:sp>
        <p:nvSpPr>
          <p:cNvPr id="3" name="Title 2"/>
          <p:cNvSpPr>
            <a:spLocks noGrp="1"/>
          </p:cNvSpPr>
          <p:nvPr>
            <p:ph type="title" hasCustomPrompt="1"/>
          </p:nvPr>
        </p:nvSpPr>
        <p:spPr>
          <a:xfrm>
            <a:off x="1319586" y="2521470"/>
            <a:ext cx="10180260" cy="2436564"/>
          </a:xfrm>
        </p:spPr>
        <p:txBody>
          <a:bodyPr/>
          <a:lstStyle>
            <a:lvl1pPr>
              <a:defRPr sz="8000"/>
            </a:lvl1pPr>
          </a:lstStyle>
          <a:p>
            <a:r>
              <a:rPr lang="en-US"/>
              <a:t>CLICK TO ADD HEADLINE</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Text Grid Three">
    <p:spTree>
      <p:nvGrpSpPr>
        <p:cNvPr id="1" name=""/>
        <p:cNvGrpSpPr/>
        <p:nvPr/>
      </p:nvGrpSpPr>
      <p:grpSpPr>
        <a:xfrm>
          <a:off x="0" y="0"/>
          <a:ext cx="0" cy="0"/>
          <a:chOff x="0" y="0"/>
          <a:chExt cx="0" cy="0"/>
        </a:xfrm>
      </p:grpSpPr>
      <p:sp>
        <p:nvSpPr>
          <p:cNvPr id="10" name="Прямоугольник 9"/>
          <p:cNvSpPr/>
          <p:nvPr userDrawn="1"/>
        </p:nvSpPr>
        <p:spPr>
          <a:xfrm rot="10800000">
            <a:off x="0" y="6858794"/>
            <a:ext cx="12192794" cy="6858794"/>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4800" b="0" i="0">
              <a:latin typeface="Archivo Regular" charset="0"/>
            </a:endParaRPr>
          </a:p>
        </p:txBody>
      </p:sp>
      <p:sp>
        <p:nvSpPr>
          <p:cNvPr id="18" name="Прямоугольник 17"/>
          <p:cNvSpPr/>
          <p:nvPr userDrawn="1"/>
        </p:nvSpPr>
        <p:spPr>
          <a:xfrm rot="10800000" flipH="1">
            <a:off x="12192794" y="0"/>
            <a:ext cx="12192794" cy="1371758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4800" b="0" i="0">
              <a:latin typeface="Archivo Regular" charset="0"/>
            </a:endParaRPr>
          </a:p>
        </p:txBody>
      </p:sp>
      <p:sp>
        <p:nvSpPr>
          <p:cNvPr id="9" name="Text Placeholder 9"/>
          <p:cNvSpPr>
            <a:spLocks noGrp="1"/>
          </p:cNvSpPr>
          <p:nvPr>
            <p:ph type="body" sz="quarter" idx="11" hasCustomPrompt="1"/>
          </p:nvPr>
        </p:nvSpPr>
        <p:spPr>
          <a:xfrm>
            <a:off x="1419210" y="8154938"/>
            <a:ext cx="8829368" cy="4078039"/>
          </a:xfrm>
        </p:spPr>
        <p:txBody>
          <a:bodyPr/>
          <a:lstStyle>
            <a:lvl1pPr marL="0" indent="0">
              <a:buNone/>
              <a:defRPr lang="en-US" sz="3300" b="0" i="0" smtClean="0">
                <a:solidFill>
                  <a:schemeClr val="tx1"/>
                </a:solidFill>
                <a:effectLst/>
                <a:latin typeface="Franklin Gothic Book" panose="020B0503020102020204" pitchFamily="34" charset="0"/>
              </a:defRPr>
            </a:lvl1pPr>
          </a:lstStyle>
          <a:p>
            <a:r>
              <a:rPr lang="en-US"/>
              <a:t>Click to add text. </a:t>
            </a:r>
            <a:r>
              <a:rPr lang="en-US" err="1"/>
              <a:t>Laborror</a:t>
            </a:r>
            <a:r>
              <a:rPr lang="en-US"/>
              <a:t> </a:t>
            </a:r>
            <a:r>
              <a:rPr lang="en-US" err="1"/>
              <a:t>eculparum</a:t>
            </a:r>
            <a:r>
              <a:rPr lang="en-US"/>
              <a:t> del in pro </a:t>
            </a:r>
            <a:r>
              <a:rPr lang="en-US" err="1"/>
              <a:t>esed</a:t>
            </a:r>
            <a:r>
              <a:rPr lang="en-US"/>
              <a:t> </a:t>
            </a:r>
            <a:r>
              <a:rPr lang="en-US" err="1"/>
              <a:t>entio</a:t>
            </a:r>
            <a:r>
              <a:rPr lang="en-US"/>
              <a:t>. Name </a:t>
            </a:r>
            <a:r>
              <a:rPr lang="en-US" err="1"/>
              <a:t>ped</a:t>
            </a:r>
            <a:r>
              <a:rPr lang="en-US"/>
              <a:t> </a:t>
            </a:r>
            <a:r>
              <a:rPr lang="en-US" err="1"/>
              <a:t>ea</a:t>
            </a:r>
            <a:r>
              <a:rPr lang="en-US"/>
              <a:t> que </a:t>
            </a:r>
            <a:r>
              <a:rPr lang="en-US" err="1"/>
              <a:t>rehendaepre</a:t>
            </a:r>
            <a:r>
              <a:rPr lang="en-US"/>
              <a:t> </a:t>
            </a:r>
            <a:r>
              <a:rPr lang="en-US" err="1"/>
              <a:t>occus</a:t>
            </a:r>
            <a:r>
              <a:rPr lang="en-US"/>
              <a:t> </a:t>
            </a:r>
            <a:r>
              <a:rPr lang="en-US" err="1"/>
              <a:t>dionem</a:t>
            </a:r>
            <a:r>
              <a:rPr lang="en-US"/>
              <a:t> </a:t>
            </a:r>
            <a:r>
              <a:rPr lang="en-US" err="1"/>
              <a:t>quatecta</a:t>
            </a:r>
            <a:r>
              <a:rPr lang="en-US"/>
              <a:t> qui </a:t>
            </a:r>
            <a:r>
              <a:rPr lang="en-US" err="1"/>
              <a:t>bea</a:t>
            </a:r>
            <a:r>
              <a:rPr lang="en-US"/>
              <a:t> </a:t>
            </a:r>
            <a:r>
              <a:rPr lang="en-US" err="1"/>
              <a:t>voloriassus</a:t>
            </a:r>
            <a:r>
              <a:rPr lang="en-US"/>
              <a:t> </a:t>
            </a:r>
            <a:r>
              <a:rPr lang="en-US" err="1"/>
              <a:t>ilibusa</a:t>
            </a:r>
            <a:r>
              <a:rPr lang="en-US"/>
              <a:t> </a:t>
            </a:r>
            <a:r>
              <a:rPr lang="en-US" err="1"/>
              <a:t>velenecto</a:t>
            </a:r>
            <a:r>
              <a:rPr lang="en-US"/>
              <a:t> </a:t>
            </a:r>
            <a:r>
              <a:rPr lang="en-US" err="1"/>
              <a:t>imus</a:t>
            </a:r>
            <a:r>
              <a:rPr lang="en-US"/>
              <a:t>, </a:t>
            </a:r>
            <a:r>
              <a:rPr lang="en-US" err="1"/>
              <a:t>ut</a:t>
            </a:r>
            <a:r>
              <a:rPr lang="en-US"/>
              <a:t> </a:t>
            </a:r>
            <a:r>
              <a:rPr lang="en-US" err="1"/>
              <a:t>hariaestiis</a:t>
            </a:r>
            <a:r>
              <a:rPr lang="en-US"/>
              <a:t> </a:t>
            </a:r>
            <a:r>
              <a:rPr lang="en-US" err="1"/>
              <a:t>eosapidunt</a:t>
            </a:r>
            <a:r>
              <a:rPr lang="en-US"/>
              <a:t> quam </a:t>
            </a:r>
            <a:r>
              <a:rPr lang="en-US" err="1"/>
              <a:t>suntiusdae</a:t>
            </a:r>
            <a:r>
              <a:rPr lang="en-US"/>
              <a:t> </a:t>
            </a:r>
            <a:r>
              <a:rPr lang="en-US" err="1"/>
              <a:t>nihicidem</a:t>
            </a:r>
            <a:r>
              <a:rPr lang="en-US"/>
              <a:t> rem. </a:t>
            </a:r>
            <a:r>
              <a:rPr lang="en-US" err="1"/>
              <a:t>Ut</a:t>
            </a:r>
            <a:r>
              <a:rPr lang="en-US"/>
              <a:t> lam, </a:t>
            </a:r>
            <a:r>
              <a:rPr lang="en-US" err="1"/>
              <a:t>odi</a:t>
            </a:r>
            <a:r>
              <a:rPr lang="en-US"/>
              <a:t> id </a:t>
            </a:r>
            <a:r>
              <a:rPr lang="en-US" err="1"/>
              <a:t>ea</a:t>
            </a:r>
            <a:r>
              <a:rPr lang="en-US"/>
              <a:t> sit et </a:t>
            </a:r>
            <a:r>
              <a:rPr lang="en-US" err="1"/>
              <a:t>laut</a:t>
            </a:r>
            <a:r>
              <a:rPr lang="en-US"/>
              <a:t> </a:t>
            </a:r>
            <a:r>
              <a:rPr lang="en-US" err="1"/>
              <a:t>aut</a:t>
            </a:r>
            <a:r>
              <a:rPr lang="en-US"/>
              <a:t> </a:t>
            </a:r>
            <a:r>
              <a:rPr lang="en-US" err="1"/>
              <a:t>lique</a:t>
            </a:r>
            <a:r>
              <a:rPr lang="en-US"/>
              <a:t> quid </a:t>
            </a:r>
            <a:r>
              <a:rPr lang="en-US" err="1"/>
              <a:t>modia</a:t>
            </a:r>
            <a:r>
              <a:rPr lang="en-US"/>
              <a:t>.</a:t>
            </a:r>
            <a:endParaRPr lang="en-US">
              <a:effectLst/>
              <a:latin typeface="Helvetica" charset="0"/>
            </a:endParaRPr>
          </a:p>
        </p:txBody>
      </p:sp>
      <p:sp>
        <p:nvSpPr>
          <p:cNvPr id="11" name="Text Placeholder 9"/>
          <p:cNvSpPr>
            <a:spLocks noGrp="1"/>
          </p:cNvSpPr>
          <p:nvPr>
            <p:ph type="body" sz="quarter" idx="12" hasCustomPrompt="1"/>
          </p:nvPr>
        </p:nvSpPr>
        <p:spPr>
          <a:xfrm>
            <a:off x="13876825" y="1992287"/>
            <a:ext cx="8829368" cy="9515425"/>
          </a:xfrm>
        </p:spPr>
        <p:txBody>
          <a:bodyPr/>
          <a:lstStyle>
            <a:lvl1pPr marL="0" marR="0" indent="0" algn="l" defTabSz="2438462" rtl="0" eaLnBrk="1" fontAlgn="auto" latinLnBrk="0" hangingPunct="1">
              <a:lnSpc>
                <a:spcPts val="5300"/>
              </a:lnSpc>
              <a:spcBef>
                <a:spcPts val="0"/>
              </a:spcBef>
              <a:spcAft>
                <a:spcPts val="2500"/>
              </a:spcAft>
              <a:buClrTx/>
              <a:buSzTx/>
              <a:buFont typeface="Arial" panose="020B0604020202020204" pitchFamily="34" charset="0"/>
              <a:buNone/>
              <a:tabLst/>
              <a:defRPr lang="en-US" sz="3300" b="0" i="0" smtClean="0">
                <a:solidFill>
                  <a:schemeClr val="bg1"/>
                </a:solidFill>
                <a:effectLst/>
                <a:latin typeface="Franklin Gothic Book" panose="020B0503020102020204" pitchFamily="34" charset="0"/>
              </a:defRPr>
            </a:lvl1pPr>
          </a:lstStyle>
          <a:p>
            <a:r>
              <a:rPr lang="en-US"/>
              <a:t>Click to add text. </a:t>
            </a:r>
            <a:r>
              <a:rPr lang="en-US" err="1"/>
              <a:t>Laborror</a:t>
            </a:r>
            <a:r>
              <a:rPr lang="en-US"/>
              <a:t> </a:t>
            </a:r>
            <a:r>
              <a:rPr lang="en-US" err="1"/>
              <a:t>eculparum</a:t>
            </a:r>
            <a:r>
              <a:rPr lang="en-US"/>
              <a:t> del in pro </a:t>
            </a:r>
            <a:r>
              <a:rPr lang="en-US" err="1"/>
              <a:t>esed</a:t>
            </a:r>
            <a:r>
              <a:rPr lang="en-US"/>
              <a:t> </a:t>
            </a:r>
            <a:r>
              <a:rPr lang="en-US" err="1"/>
              <a:t>entio</a:t>
            </a:r>
            <a:r>
              <a:rPr lang="en-US"/>
              <a:t>. Name </a:t>
            </a:r>
            <a:r>
              <a:rPr lang="en-US" err="1"/>
              <a:t>ped</a:t>
            </a:r>
            <a:r>
              <a:rPr lang="en-US"/>
              <a:t> </a:t>
            </a:r>
            <a:r>
              <a:rPr lang="en-US" err="1"/>
              <a:t>ea</a:t>
            </a:r>
            <a:r>
              <a:rPr lang="en-US"/>
              <a:t> que </a:t>
            </a:r>
            <a:r>
              <a:rPr lang="en-US" err="1"/>
              <a:t>rehendaepre</a:t>
            </a:r>
            <a:r>
              <a:rPr lang="en-US"/>
              <a:t> </a:t>
            </a:r>
            <a:r>
              <a:rPr lang="en-US" err="1"/>
              <a:t>occus</a:t>
            </a:r>
            <a:r>
              <a:rPr lang="en-US"/>
              <a:t> </a:t>
            </a:r>
            <a:r>
              <a:rPr lang="en-US" err="1"/>
              <a:t>dionem</a:t>
            </a:r>
            <a:r>
              <a:rPr lang="en-US"/>
              <a:t> </a:t>
            </a:r>
            <a:r>
              <a:rPr lang="en-US" err="1"/>
              <a:t>quatecta</a:t>
            </a:r>
            <a:r>
              <a:rPr lang="en-US"/>
              <a:t> qui </a:t>
            </a:r>
            <a:r>
              <a:rPr lang="en-US" err="1"/>
              <a:t>bea</a:t>
            </a:r>
            <a:r>
              <a:rPr lang="en-US"/>
              <a:t> </a:t>
            </a:r>
            <a:r>
              <a:rPr lang="en-US" err="1"/>
              <a:t>voloriassus</a:t>
            </a:r>
            <a:r>
              <a:rPr lang="en-US"/>
              <a:t> </a:t>
            </a:r>
            <a:r>
              <a:rPr lang="en-US" err="1"/>
              <a:t>ilibusa</a:t>
            </a:r>
            <a:r>
              <a:rPr lang="en-US"/>
              <a:t> </a:t>
            </a:r>
            <a:r>
              <a:rPr lang="en-US" err="1"/>
              <a:t>velenecto</a:t>
            </a:r>
            <a:r>
              <a:rPr lang="en-US"/>
              <a:t> </a:t>
            </a:r>
            <a:r>
              <a:rPr lang="en-US" err="1"/>
              <a:t>imus</a:t>
            </a:r>
            <a:r>
              <a:rPr lang="en-US"/>
              <a:t>, </a:t>
            </a:r>
            <a:r>
              <a:rPr lang="en-US" err="1"/>
              <a:t>ut</a:t>
            </a:r>
            <a:r>
              <a:rPr lang="en-US"/>
              <a:t> </a:t>
            </a:r>
            <a:r>
              <a:rPr lang="en-US" err="1"/>
              <a:t>hariaestiis</a:t>
            </a:r>
            <a:r>
              <a:rPr lang="en-US"/>
              <a:t> </a:t>
            </a:r>
            <a:r>
              <a:rPr lang="en-US" err="1"/>
              <a:t>eosapidunt</a:t>
            </a:r>
            <a:r>
              <a:rPr lang="en-US"/>
              <a:t> quam </a:t>
            </a:r>
            <a:r>
              <a:rPr lang="en-US" err="1"/>
              <a:t>suntiusdae</a:t>
            </a:r>
            <a:r>
              <a:rPr lang="en-US"/>
              <a:t> </a:t>
            </a:r>
            <a:r>
              <a:rPr lang="en-US" err="1"/>
              <a:t>nihicidem</a:t>
            </a:r>
            <a:r>
              <a:rPr lang="en-US"/>
              <a:t> rem. </a:t>
            </a:r>
            <a:r>
              <a:rPr lang="en-US" err="1"/>
              <a:t>Ut</a:t>
            </a:r>
            <a:r>
              <a:rPr lang="en-US"/>
              <a:t> lam, </a:t>
            </a:r>
            <a:r>
              <a:rPr lang="en-US" err="1"/>
              <a:t>odi</a:t>
            </a:r>
            <a:r>
              <a:rPr lang="en-US"/>
              <a:t> id </a:t>
            </a:r>
            <a:r>
              <a:rPr lang="en-US" err="1"/>
              <a:t>ea</a:t>
            </a:r>
            <a:r>
              <a:rPr lang="en-US"/>
              <a:t> sit et </a:t>
            </a:r>
            <a:r>
              <a:rPr lang="en-US" err="1"/>
              <a:t>laut</a:t>
            </a:r>
            <a:r>
              <a:rPr lang="en-US"/>
              <a:t> </a:t>
            </a:r>
            <a:r>
              <a:rPr lang="en-US" err="1"/>
              <a:t>aut</a:t>
            </a:r>
            <a:r>
              <a:rPr lang="en-US"/>
              <a:t> </a:t>
            </a:r>
            <a:r>
              <a:rPr lang="en-US" err="1"/>
              <a:t>lique</a:t>
            </a:r>
            <a:r>
              <a:rPr lang="en-US"/>
              <a:t> quid </a:t>
            </a:r>
            <a:r>
              <a:rPr lang="en-US" err="1"/>
              <a:t>modia</a:t>
            </a:r>
            <a:r>
              <a:rPr lang="en-US"/>
              <a:t>. </a:t>
            </a:r>
            <a:r>
              <a:rPr lang="en-US" err="1"/>
              <a:t>Laborror</a:t>
            </a:r>
            <a:r>
              <a:rPr lang="en-US"/>
              <a:t> </a:t>
            </a:r>
            <a:r>
              <a:rPr lang="en-US" err="1"/>
              <a:t>eculparum</a:t>
            </a:r>
            <a:r>
              <a:rPr lang="en-US"/>
              <a:t> del in pro </a:t>
            </a:r>
            <a:r>
              <a:rPr lang="en-US" err="1"/>
              <a:t>esed</a:t>
            </a:r>
            <a:r>
              <a:rPr lang="en-US"/>
              <a:t> </a:t>
            </a:r>
            <a:r>
              <a:rPr lang="en-US" err="1"/>
              <a:t>entio</a:t>
            </a:r>
            <a:r>
              <a:rPr lang="en-US"/>
              <a:t>. Name </a:t>
            </a:r>
            <a:r>
              <a:rPr lang="en-US" err="1"/>
              <a:t>ped</a:t>
            </a:r>
            <a:r>
              <a:rPr lang="en-US"/>
              <a:t> </a:t>
            </a:r>
            <a:r>
              <a:rPr lang="en-US" err="1"/>
              <a:t>ea</a:t>
            </a:r>
            <a:r>
              <a:rPr lang="en-US"/>
              <a:t> que </a:t>
            </a:r>
            <a:r>
              <a:rPr lang="en-US" err="1"/>
              <a:t>rehendaepre</a:t>
            </a:r>
            <a:r>
              <a:rPr lang="en-US"/>
              <a:t> </a:t>
            </a:r>
            <a:r>
              <a:rPr lang="en-US" err="1"/>
              <a:t>occus</a:t>
            </a:r>
            <a:r>
              <a:rPr lang="en-US"/>
              <a:t> </a:t>
            </a:r>
            <a:r>
              <a:rPr lang="en-US" err="1"/>
              <a:t>dionem</a:t>
            </a:r>
            <a:r>
              <a:rPr lang="en-US"/>
              <a:t> </a:t>
            </a:r>
            <a:r>
              <a:rPr lang="en-US" err="1"/>
              <a:t>quatecta</a:t>
            </a:r>
            <a:r>
              <a:rPr lang="en-US"/>
              <a:t> qui </a:t>
            </a:r>
            <a:r>
              <a:rPr lang="en-US" err="1"/>
              <a:t>bea</a:t>
            </a:r>
            <a:r>
              <a:rPr lang="en-US"/>
              <a:t> </a:t>
            </a:r>
            <a:r>
              <a:rPr lang="en-US" err="1"/>
              <a:t>voloriassus</a:t>
            </a:r>
            <a:r>
              <a:rPr lang="en-US"/>
              <a:t> </a:t>
            </a:r>
            <a:r>
              <a:rPr lang="en-US" err="1"/>
              <a:t>ilibusa</a:t>
            </a:r>
            <a:r>
              <a:rPr lang="en-US"/>
              <a:t> </a:t>
            </a:r>
            <a:r>
              <a:rPr lang="en-US" err="1"/>
              <a:t>velenecto</a:t>
            </a:r>
            <a:r>
              <a:rPr lang="en-US"/>
              <a:t> </a:t>
            </a:r>
            <a:r>
              <a:rPr lang="en-US" err="1"/>
              <a:t>imus</a:t>
            </a:r>
            <a:r>
              <a:rPr lang="en-US"/>
              <a:t>, </a:t>
            </a:r>
            <a:r>
              <a:rPr lang="en-US" err="1"/>
              <a:t>ut</a:t>
            </a:r>
            <a:r>
              <a:rPr lang="en-US"/>
              <a:t> </a:t>
            </a:r>
            <a:r>
              <a:rPr lang="en-US" err="1"/>
              <a:t>hariaestiis</a:t>
            </a:r>
            <a:r>
              <a:rPr lang="en-US"/>
              <a:t> </a:t>
            </a:r>
            <a:r>
              <a:rPr lang="en-US" err="1"/>
              <a:t>eosapidunt</a:t>
            </a:r>
            <a:r>
              <a:rPr lang="en-US"/>
              <a:t> quam </a:t>
            </a:r>
            <a:r>
              <a:rPr lang="en-US" err="1"/>
              <a:t>suntiusdae</a:t>
            </a:r>
            <a:r>
              <a:rPr lang="en-US"/>
              <a:t> </a:t>
            </a:r>
            <a:r>
              <a:rPr lang="en-US" err="1"/>
              <a:t>nihicidem</a:t>
            </a:r>
            <a:r>
              <a:rPr lang="en-US"/>
              <a:t> rem. </a:t>
            </a:r>
            <a:r>
              <a:rPr lang="en-US" err="1"/>
              <a:t>Ut</a:t>
            </a:r>
            <a:r>
              <a:rPr lang="en-US"/>
              <a:t> lam, </a:t>
            </a:r>
            <a:r>
              <a:rPr lang="en-US" err="1"/>
              <a:t>odi</a:t>
            </a:r>
            <a:r>
              <a:rPr lang="en-US"/>
              <a:t> id </a:t>
            </a:r>
            <a:r>
              <a:rPr lang="en-US" err="1"/>
              <a:t>ea</a:t>
            </a:r>
            <a:r>
              <a:rPr lang="en-US"/>
              <a:t> sit et </a:t>
            </a:r>
            <a:r>
              <a:rPr lang="en-US" err="1"/>
              <a:t>laut</a:t>
            </a:r>
            <a:r>
              <a:rPr lang="en-US"/>
              <a:t> </a:t>
            </a:r>
            <a:r>
              <a:rPr lang="en-US" err="1"/>
              <a:t>aut</a:t>
            </a:r>
            <a:r>
              <a:rPr lang="en-US"/>
              <a:t> </a:t>
            </a:r>
            <a:r>
              <a:rPr lang="en-US" err="1"/>
              <a:t>lique</a:t>
            </a:r>
            <a:r>
              <a:rPr lang="en-US"/>
              <a:t> quid </a:t>
            </a:r>
            <a:r>
              <a:rPr lang="en-US" err="1"/>
              <a:t>modia</a:t>
            </a:r>
            <a:r>
              <a:rPr lang="en-US"/>
              <a:t>.</a:t>
            </a:r>
            <a:r>
              <a:rPr lang="en-US">
                <a:effectLst/>
                <a:latin typeface="Helvetica" charset="0"/>
              </a:rPr>
              <a:t> </a:t>
            </a:r>
            <a:r>
              <a:rPr lang="en-US" err="1"/>
              <a:t>Laborror</a:t>
            </a:r>
            <a:r>
              <a:rPr lang="en-US"/>
              <a:t> </a:t>
            </a:r>
            <a:r>
              <a:rPr lang="en-US" err="1"/>
              <a:t>eculparum</a:t>
            </a:r>
            <a:r>
              <a:rPr lang="en-US"/>
              <a:t> del in pro </a:t>
            </a:r>
            <a:r>
              <a:rPr lang="en-US" err="1"/>
              <a:t>esed</a:t>
            </a:r>
            <a:r>
              <a:rPr lang="en-US"/>
              <a:t> </a:t>
            </a:r>
            <a:r>
              <a:rPr lang="en-US" err="1"/>
              <a:t>entio</a:t>
            </a:r>
            <a:r>
              <a:rPr lang="en-US"/>
              <a:t>. Name </a:t>
            </a:r>
            <a:r>
              <a:rPr lang="en-US" err="1"/>
              <a:t>ped</a:t>
            </a:r>
            <a:r>
              <a:rPr lang="en-US"/>
              <a:t> </a:t>
            </a:r>
            <a:r>
              <a:rPr lang="en-US" err="1"/>
              <a:t>ea</a:t>
            </a:r>
            <a:r>
              <a:rPr lang="en-US"/>
              <a:t> que </a:t>
            </a:r>
            <a:r>
              <a:rPr lang="en-US" err="1"/>
              <a:t>rehendaepre</a:t>
            </a:r>
            <a:r>
              <a:rPr lang="en-US"/>
              <a:t> </a:t>
            </a:r>
            <a:r>
              <a:rPr lang="en-US" err="1"/>
              <a:t>occus</a:t>
            </a:r>
            <a:r>
              <a:rPr lang="en-US"/>
              <a:t> </a:t>
            </a:r>
            <a:r>
              <a:rPr lang="en-US" err="1"/>
              <a:t>dionem</a:t>
            </a:r>
            <a:r>
              <a:rPr lang="en-US"/>
              <a:t> </a:t>
            </a:r>
            <a:r>
              <a:rPr lang="en-US" err="1"/>
              <a:t>quatecta</a:t>
            </a:r>
            <a:r>
              <a:rPr lang="en-US"/>
              <a:t> qui </a:t>
            </a:r>
            <a:r>
              <a:rPr lang="en-US" err="1"/>
              <a:t>bea</a:t>
            </a:r>
            <a:r>
              <a:rPr lang="en-US"/>
              <a:t> </a:t>
            </a:r>
            <a:r>
              <a:rPr lang="en-US" err="1"/>
              <a:t>voloriassus</a:t>
            </a:r>
            <a:r>
              <a:rPr lang="en-US"/>
              <a:t> </a:t>
            </a:r>
            <a:r>
              <a:rPr lang="en-US" err="1"/>
              <a:t>ilibusa</a:t>
            </a:r>
            <a:r>
              <a:rPr lang="en-US"/>
              <a:t> </a:t>
            </a:r>
            <a:r>
              <a:rPr lang="en-US" err="1"/>
              <a:t>velenecto</a:t>
            </a:r>
            <a:r>
              <a:rPr lang="en-US"/>
              <a:t> </a:t>
            </a:r>
            <a:r>
              <a:rPr lang="en-US" err="1"/>
              <a:t>imus</a:t>
            </a:r>
            <a:r>
              <a:rPr lang="en-US"/>
              <a:t>.</a:t>
            </a:r>
            <a:endParaRPr lang="en-US">
              <a:effectLst/>
              <a:latin typeface="Helvetica" charset="0"/>
            </a:endParaRPr>
          </a:p>
        </p:txBody>
      </p:sp>
      <p:sp>
        <p:nvSpPr>
          <p:cNvPr id="7" name="Title 2"/>
          <p:cNvSpPr>
            <a:spLocks noGrp="1"/>
          </p:cNvSpPr>
          <p:nvPr>
            <p:ph type="title" hasCustomPrompt="1"/>
          </p:nvPr>
        </p:nvSpPr>
        <p:spPr>
          <a:xfrm>
            <a:off x="1319586" y="2521470"/>
            <a:ext cx="10180260" cy="2436564"/>
          </a:xfrm>
        </p:spPr>
        <p:txBody>
          <a:bodyPr/>
          <a:lstStyle>
            <a:lvl1pPr>
              <a:defRPr sz="8000"/>
            </a:lvl1pPr>
          </a:lstStyle>
          <a:p>
            <a:r>
              <a:rPr lang="en-US"/>
              <a:t>CLICK TO ADD HEADLINE</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One Column Text">
    <p:bg>
      <p:bgPr>
        <a:solidFill>
          <a:srgbClr val="FFFFFF">
            <a:alpha val="0"/>
          </a:srgbClr>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CLICK TO ADD HEADLINE</a:t>
            </a:r>
          </a:p>
        </p:txBody>
      </p:sp>
      <p:sp>
        <p:nvSpPr>
          <p:cNvPr id="4" name="Text Placeholder 3"/>
          <p:cNvSpPr>
            <a:spLocks noGrp="1"/>
          </p:cNvSpPr>
          <p:nvPr>
            <p:ph type="body" sz="quarter" idx="10" hasCustomPrompt="1"/>
          </p:nvPr>
        </p:nvSpPr>
        <p:spPr>
          <a:xfrm>
            <a:off x="1318989" y="3906466"/>
            <a:ext cx="15554325" cy="830997"/>
          </a:xfrm>
        </p:spPr>
        <p:txBody>
          <a:bodyPr/>
          <a:lstStyle>
            <a:lvl1pPr marL="0" indent="0">
              <a:lnSpc>
                <a:spcPct val="100000"/>
              </a:lnSpc>
              <a:buNone/>
              <a:defRPr sz="5400" b="1" cap="all" baseline="0"/>
            </a:lvl1pPr>
          </a:lstStyle>
          <a:p>
            <a:pPr lvl="0"/>
            <a:r>
              <a:rPr lang="en-US"/>
              <a:t>CLICK TO ADD SUBHEAD</a:t>
            </a:r>
          </a:p>
        </p:txBody>
      </p:sp>
      <p:sp>
        <p:nvSpPr>
          <p:cNvPr id="10" name="Text Placeholder 9"/>
          <p:cNvSpPr>
            <a:spLocks noGrp="1"/>
          </p:cNvSpPr>
          <p:nvPr>
            <p:ph type="body" sz="quarter" idx="11" hasCustomPrompt="1"/>
          </p:nvPr>
        </p:nvSpPr>
        <p:spPr>
          <a:xfrm>
            <a:off x="5711825" y="5922690"/>
            <a:ext cx="15986025" cy="4078039"/>
          </a:xfrm>
        </p:spPr>
        <p:txBody>
          <a:bodyPr/>
          <a:lstStyle>
            <a:lvl1pPr marL="0" marR="0" indent="0" algn="l" defTabSz="2438462" rtl="0" eaLnBrk="1" fontAlgn="auto" latinLnBrk="0" hangingPunct="1">
              <a:lnSpc>
                <a:spcPts val="5300"/>
              </a:lnSpc>
              <a:spcBef>
                <a:spcPts val="0"/>
              </a:spcBef>
              <a:spcAft>
                <a:spcPts val="2500"/>
              </a:spcAft>
              <a:buClrTx/>
              <a:buSzTx/>
              <a:buFont typeface="Arial" panose="020B0604020202020204" pitchFamily="34" charset="0"/>
              <a:buNone/>
              <a:tabLst/>
              <a:defRPr lang="en-US" sz="3300" b="0" i="0" baseline="0" smtClean="0">
                <a:effectLst/>
                <a:latin typeface="Franklin Gothic Book" panose="020B0503020102020204" pitchFamily="34" charset="0"/>
              </a:defRPr>
            </a:lvl1pPr>
          </a:lstStyle>
          <a:p>
            <a:r>
              <a:rPr lang="en-US"/>
              <a:t>Click to add text. </a:t>
            </a:r>
            <a:r>
              <a:rPr lang="en-US" err="1"/>
              <a:t>Laborror</a:t>
            </a:r>
            <a:r>
              <a:rPr lang="en-US"/>
              <a:t> </a:t>
            </a:r>
            <a:r>
              <a:rPr lang="en-US" err="1"/>
              <a:t>eculparum</a:t>
            </a:r>
            <a:r>
              <a:rPr lang="en-US"/>
              <a:t> del in pro </a:t>
            </a:r>
            <a:r>
              <a:rPr lang="en-US" err="1"/>
              <a:t>esed</a:t>
            </a:r>
            <a:r>
              <a:rPr lang="en-US"/>
              <a:t> </a:t>
            </a:r>
            <a:r>
              <a:rPr lang="en-US" err="1"/>
              <a:t>entio</a:t>
            </a:r>
            <a:r>
              <a:rPr lang="en-US"/>
              <a:t>. Name </a:t>
            </a:r>
            <a:r>
              <a:rPr lang="en-US" err="1"/>
              <a:t>ped</a:t>
            </a:r>
            <a:r>
              <a:rPr lang="en-US"/>
              <a:t> </a:t>
            </a:r>
            <a:r>
              <a:rPr lang="en-US" err="1"/>
              <a:t>ea</a:t>
            </a:r>
            <a:r>
              <a:rPr lang="en-US"/>
              <a:t> que </a:t>
            </a:r>
            <a:r>
              <a:rPr lang="en-US" err="1"/>
              <a:t>rehendaepre</a:t>
            </a:r>
            <a:r>
              <a:rPr lang="en-US"/>
              <a:t> </a:t>
            </a:r>
            <a:r>
              <a:rPr lang="en-US" err="1"/>
              <a:t>occus</a:t>
            </a:r>
            <a:r>
              <a:rPr lang="en-US"/>
              <a:t> </a:t>
            </a:r>
            <a:r>
              <a:rPr lang="en-US" err="1"/>
              <a:t>dionem</a:t>
            </a:r>
            <a:r>
              <a:rPr lang="en-US"/>
              <a:t> </a:t>
            </a:r>
            <a:r>
              <a:rPr lang="en-US" err="1"/>
              <a:t>quatecta</a:t>
            </a:r>
            <a:r>
              <a:rPr lang="en-US"/>
              <a:t> qui </a:t>
            </a:r>
            <a:r>
              <a:rPr lang="en-US" err="1"/>
              <a:t>bea</a:t>
            </a:r>
            <a:r>
              <a:rPr lang="en-US"/>
              <a:t> </a:t>
            </a:r>
            <a:r>
              <a:rPr lang="en-US" err="1"/>
              <a:t>voloriassus</a:t>
            </a:r>
            <a:r>
              <a:rPr lang="en-US"/>
              <a:t> </a:t>
            </a:r>
            <a:r>
              <a:rPr lang="en-US" err="1"/>
              <a:t>ilibusa</a:t>
            </a:r>
            <a:r>
              <a:rPr lang="en-US"/>
              <a:t> </a:t>
            </a:r>
            <a:r>
              <a:rPr lang="en-US" err="1"/>
              <a:t>velenecto</a:t>
            </a:r>
            <a:r>
              <a:rPr lang="en-US"/>
              <a:t> </a:t>
            </a:r>
            <a:r>
              <a:rPr lang="en-US" err="1"/>
              <a:t>imus</a:t>
            </a:r>
            <a:r>
              <a:rPr lang="en-US"/>
              <a:t>, </a:t>
            </a:r>
            <a:r>
              <a:rPr lang="en-US" err="1"/>
              <a:t>ut</a:t>
            </a:r>
            <a:r>
              <a:rPr lang="en-US"/>
              <a:t> </a:t>
            </a:r>
            <a:r>
              <a:rPr lang="en-US" err="1"/>
              <a:t>hariaestiis</a:t>
            </a:r>
            <a:r>
              <a:rPr lang="en-US"/>
              <a:t> </a:t>
            </a:r>
            <a:r>
              <a:rPr lang="en-US" err="1"/>
              <a:t>eosapidunt</a:t>
            </a:r>
            <a:r>
              <a:rPr lang="en-US"/>
              <a:t> quam </a:t>
            </a:r>
            <a:r>
              <a:rPr lang="en-US" err="1"/>
              <a:t>suntiusdae</a:t>
            </a:r>
            <a:r>
              <a:rPr lang="en-US"/>
              <a:t> </a:t>
            </a:r>
            <a:r>
              <a:rPr lang="en-US" err="1"/>
              <a:t>nihicidem</a:t>
            </a:r>
            <a:r>
              <a:rPr lang="en-US"/>
              <a:t> rem. </a:t>
            </a:r>
            <a:r>
              <a:rPr lang="en-US" err="1"/>
              <a:t>Ut</a:t>
            </a:r>
            <a:r>
              <a:rPr lang="en-US"/>
              <a:t> lam, </a:t>
            </a:r>
            <a:r>
              <a:rPr lang="en-US" err="1"/>
              <a:t>odi</a:t>
            </a:r>
            <a:r>
              <a:rPr lang="en-US"/>
              <a:t> id </a:t>
            </a:r>
            <a:r>
              <a:rPr lang="en-US" err="1"/>
              <a:t>ea</a:t>
            </a:r>
            <a:r>
              <a:rPr lang="en-US"/>
              <a:t> sit et </a:t>
            </a:r>
            <a:r>
              <a:rPr lang="en-US" err="1"/>
              <a:t>laut</a:t>
            </a:r>
            <a:r>
              <a:rPr lang="en-US"/>
              <a:t> </a:t>
            </a:r>
            <a:r>
              <a:rPr lang="en-US" err="1"/>
              <a:t>aut</a:t>
            </a:r>
            <a:r>
              <a:rPr lang="en-US"/>
              <a:t> </a:t>
            </a:r>
            <a:r>
              <a:rPr lang="en-US" err="1"/>
              <a:t>lique</a:t>
            </a:r>
            <a:r>
              <a:rPr lang="en-US"/>
              <a:t> quid </a:t>
            </a:r>
            <a:r>
              <a:rPr lang="en-US" err="1"/>
              <a:t>modiae</a:t>
            </a:r>
            <a:r>
              <a:rPr lang="en-US"/>
              <a:t> </a:t>
            </a:r>
            <a:r>
              <a:rPr lang="en-US" err="1"/>
              <a:t>endi</a:t>
            </a:r>
            <a:r>
              <a:rPr lang="en-US"/>
              <a:t> </a:t>
            </a:r>
            <a:r>
              <a:rPr lang="en-US" err="1"/>
              <a:t>vitem</a:t>
            </a:r>
            <a:r>
              <a:rPr lang="en-US"/>
              <a:t> </a:t>
            </a:r>
            <a:r>
              <a:rPr lang="en-US" err="1"/>
              <a:t>volorit</a:t>
            </a:r>
            <a:r>
              <a:rPr lang="en-US"/>
              <a:t> </a:t>
            </a:r>
            <a:r>
              <a:rPr lang="en-US" err="1"/>
              <a:t>iorem</a:t>
            </a:r>
            <a:r>
              <a:rPr lang="en-US"/>
              <a:t>. Bea </a:t>
            </a:r>
            <a:r>
              <a:rPr lang="en-US" err="1"/>
              <a:t>cus</a:t>
            </a:r>
            <a:r>
              <a:rPr lang="en-US"/>
              <a:t> </a:t>
            </a:r>
            <a:r>
              <a:rPr lang="en-US" err="1"/>
              <a:t>eatis</a:t>
            </a:r>
            <a:r>
              <a:rPr lang="en-US"/>
              <a:t> </a:t>
            </a:r>
            <a:r>
              <a:rPr lang="en-US" err="1"/>
              <a:t>aut</a:t>
            </a:r>
            <a:r>
              <a:rPr lang="en-US"/>
              <a:t> </a:t>
            </a:r>
            <a:r>
              <a:rPr lang="en-US" err="1"/>
              <a:t>accus</a:t>
            </a:r>
            <a:r>
              <a:rPr lang="en-US"/>
              <a:t>, ne </a:t>
            </a:r>
            <a:r>
              <a:rPr lang="en-US" err="1"/>
              <a:t>molenda</a:t>
            </a:r>
            <a:r>
              <a:rPr lang="en-US"/>
              <a:t> </a:t>
            </a:r>
            <a:r>
              <a:rPr lang="en-US" err="1"/>
              <a:t>invelit</a:t>
            </a:r>
            <a:r>
              <a:rPr lang="en-US"/>
              <a:t> </a:t>
            </a:r>
            <a:r>
              <a:rPr lang="en-US" err="1"/>
              <a:t>iurepudae</a:t>
            </a:r>
            <a:r>
              <a:rPr lang="en-US"/>
              <a:t> </a:t>
            </a:r>
            <a:r>
              <a:rPr lang="en-US" err="1"/>
              <a:t>maximin</a:t>
            </a:r>
            <a:r>
              <a:rPr lang="en-US"/>
              <a:t> </a:t>
            </a:r>
            <a:r>
              <a:rPr lang="en-US" err="1"/>
              <a:t>imagnate</a:t>
            </a:r>
            <a:r>
              <a:rPr lang="en-US"/>
              <a:t> </a:t>
            </a:r>
            <a:r>
              <a:rPr lang="en-US" err="1"/>
              <a:t>officima</a:t>
            </a:r>
            <a:r>
              <a:rPr lang="en-US"/>
              <a:t> </a:t>
            </a:r>
            <a:r>
              <a:rPr lang="en-US" err="1"/>
              <a:t>corruptas</a:t>
            </a:r>
            <a:r>
              <a:rPr lang="en-US"/>
              <a:t> </a:t>
            </a:r>
            <a:r>
              <a:rPr lang="en-US" err="1"/>
              <a:t>simoditam</a:t>
            </a:r>
            <a:r>
              <a:rPr lang="en-US"/>
              <a:t> </a:t>
            </a:r>
            <a:r>
              <a:rPr lang="en-US" err="1"/>
              <a:t>repersp</a:t>
            </a:r>
            <a:r>
              <a:rPr lang="en-US"/>
              <a:t> </a:t>
            </a:r>
            <a:r>
              <a:rPr lang="en-US" err="1"/>
              <a:t>erumenimi</a:t>
            </a:r>
            <a:r>
              <a:rPr lang="en-US"/>
              <a:t>, </a:t>
            </a:r>
            <a:r>
              <a:rPr lang="en-US" err="1"/>
              <a:t>sitate</a:t>
            </a:r>
            <a:r>
              <a:rPr lang="en-US"/>
              <a:t> </a:t>
            </a:r>
            <a:r>
              <a:rPr lang="en-US" err="1"/>
              <a:t>vel</a:t>
            </a:r>
            <a:r>
              <a:rPr lang="en-US"/>
              <a:t> </a:t>
            </a:r>
            <a:r>
              <a:rPr lang="en-US" err="1"/>
              <a:t>maio</a:t>
            </a:r>
            <a:r>
              <a:rPr lang="en-US"/>
              <a:t>. </a:t>
            </a:r>
            <a:r>
              <a:rPr lang="en-US" err="1"/>
              <a:t>Incias</a:t>
            </a:r>
            <a:r>
              <a:rPr lang="en-US"/>
              <a:t> et </a:t>
            </a:r>
            <a:r>
              <a:rPr lang="en-US" err="1"/>
              <a:t>volupta</a:t>
            </a:r>
            <a:r>
              <a:rPr lang="en-US"/>
              <a:t> </a:t>
            </a:r>
            <a:r>
              <a:rPr lang="en-US" err="1"/>
              <a:t>ecestet</a:t>
            </a:r>
            <a:r>
              <a:rPr lang="en-US"/>
              <a:t>, </a:t>
            </a:r>
            <a:r>
              <a:rPr lang="en-US" err="1"/>
              <a:t>aut</a:t>
            </a:r>
            <a:r>
              <a:rPr lang="en-US"/>
              <a:t> </a:t>
            </a:r>
            <a:r>
              <a:rPr lang="en-US" err="1"/>
              <a:t>eum</a:t>
            </a:r>
            <a:r>
              <a:rPr lang="en-US"/>
              <a:t> am </a:t>
            </a:r>
            <a:r>
              <a:rPr lang="en-US" err="1"/>
              <a:t>ipic</a:t>
            </a:r>
            <a:r>
              <a:rPr lang="en-US"/>
              <a:t> tempore </a:t>
            </a:r>
            <a:r>
              <a:rPr lang="en-US" err="1"/>
              <a:t>explandam</a:t>
            </a:r>
            <a:r>
              <a:rPr lang="en-US"/>
              <a:t>. </a:t>
            </a:r>
          </a:p>
        </p:txBody>
      </p:sp>
    </p:spTree>
    <p:extLst>
      <p:ext uri="{BB962C8B-B14F-4D97-AF65-F5344CB8AC3E}">
        <p14:creationId xmlns:p14="http://schemas.microsoft.com/office/powerpoint/2010/main" val="13902779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ection Intro Full Photo">
    <p:spTree>
      <p:nvGrpSpPr>
        <p:cNvPr id="1" name=""/>
        <p:cNvGrpSpPr/>
        <p:nvPr/>
      </p:nvGrpSpPr>
      <p:grpSpPr>
        <a:xfrm>
          <a:off x="0" y="0"/>
          <a:ext cx="0" cy="0"/>
          <a:chOff x="0" y="0"/>
          <a:chExt cx="0" cy="0"/>
        </a:xfrm>
      </p:grpSpPr>
      <p:sp>
        <p:nvSpPr>
          <p:cNvPr id="7" name="Picture Placeholder 5"/>
          <p:cNvSpPr>
            <a:spLocks noGrp="1"/>
          </p:cNvSpPr>
          <p:nvPr>
            <p:ph type="pic" sz="quarter" idx="20" hasCustomPrompt="1"/>
          </p:nvPr>
        </p:nvSpPr>
        <p:spPr>
          <a:xfrm>
            <a:off x="0" y="0"/>
            <a:ext cx="24385588" cy="13717588"/>
          </a:xfrm>
          <a:prstGeom prst="rect">
            <a:avLst/>
          </a:prstGeom>
          <a:pattFill prst="lgCheck">
            <a:fgClr>
              <a:schemeClr val="tx2">
                <a:lumMod val="10000"/>
                <a:lumOff val="90000"/>
              </a:schemeClr>
            </a:fgClr>
            <a:bgClr>
              <a:schemeClr val="bg1"/>
            </a:bgClr>
          </a:pattFill>
        </p:spPr>
        <p:txBody>
          <a:bodyPr tIns="1005840">
            <a:normAutofit/>
          </a:bodyPr>
          <a:lstStyle>
            <a:lvl1pPr marL="0" indent="0" algn="ctr">
              <a:lnSpc>
                <a:spcPts val="2500"/>
              </a:lnSpc>
              <a:spcBef>
                <a:spcPts val="0"/>
              </a:spcBef>
              <a:buNone/>
              <a:defRPr sz="1800" baseline="0">
                <a:latin typeface="Franklin Gothic Book" panose="020B0503020102020204" pitchFamily="34" charset="0"/>
                <a:ea typeface="Franklin Gothic Book" panose="020B0503020102020204" pitchFamily="34" charset="0"/>
                <a:cs typeface="Franklin Gothic Book" panose="020B0503020102020204" pitchFamily="34" charset="0"/>
              </a:defRPr>
            </a:lvl1pPr>
          </a:lstStyle>
          <a:p>
            <a:r>
              <a:rPr lang="en-US"/>
              <a:t>Click icon to add photo. </a:t>
            </a:r>
            <a:br>
              <a:rPr lang="en-US"/>
            </a:br>
            <a:r>
              <a:rPr lang="en-US"/>
              <a:t>To change photo, delete it and a new placeholder will appear.</a:t>
            </a:r>
          </a:p>
        </p:txBody>
      </p:sp>
      <p:sp>
        <p:nvSpPr>
          <p:cNvPr id="33" name="Title 32"/>
          <p:cNvSpPr>
            <a:spLocks noGrp="1"/>
          </p:cNvSpPr>
          <p:nvPr>
            <p:ph type="title" hasCustomPrompt="1"/>
          </p:nvPr>
        </p:nvSpPr>
        <p:spPr>
          <a:xfrm>
            <a:off x="0" y="7650882"/>
            <a:ext cx="24385588" cy="1800493"/>
          </a:xfrm>
        </p:spPr>
        <p:txBody>
          <a:bodyPr anchor="b" anchorCtr="0"/>
          <a:lstStyle>
            <a:lvl1pPr algn="ctr">
              <a:defRPr>
                <a:ln>
                  <a:noFill/>
                </a:ln>
                <a:solidFill>
                  <a:schemeClr val="bg1"/>
                </a:solidFill>
                <a:effectLst/>
              </a:defRPr>
            </a:lvl1pPr>
          </a:lstStyle>
          <a:p>
            <a:r>
              <a:rPr lang="en-US"/>
              <a:t>CLICK TO EDIT</a:t>
            </a:r>
          </a:p>
        </p:txBody>
      </p:sp>
      <p:sp>
        <p:nvSpPr>
          <p:cNvPr id="40" name="Text Placeholder 39"/>
          <p:cNvSpPr>
            <a:spLocks noGrp="1"/>
          </p:cNvSpPr>
          <p:nvPr>
            <p:ph type="body" sz="quarter" idx="21" hasCustomPrompt="1"/>
          </p:nvPr>
        </p:nvSpPr>
        <p:spPr>
          <a:xfrm>
            <a:off x="0" y="9434826"/>
            <a:ext cx="24385588" cy="1107996"/>
          </a:xfrm>
        </p:spPr>
        <p:txBody>
          <a:bodyPr wrap="square">
            <a:spAutoFit/>
          </a:bodyPr>
          <a:lstStyle>
            <a:lvl1pPr algn="ctr">
              <a:defRPr cap="all" baseline="0">
                <a:solidFill>
                  <a:schemeClr val="bg1"/>
                </a:solidFill>
              </a:defRPr>
            </a:lvl1pPr>
          </a:lstStyle>
          <a:p>
            <a:pPr lvl="0"/>
            <a:r>
              <a:rPr lang="en-US"/>
              <a:t>CLICK TO EDIT SUBHEAD</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Section Intro White">
    <p:spTree>
      <p:nvGrpSpPr>
        <p:cNvPr id="1" name=""/>
        <p:cNvGrpSpPr/>
        <p:nvPr/>
      </p:nvGrpSpPr>
      <p:grpSpPr>
        <a:xfrm>
          <a:off x="0" y="0"/>
          <a:ext cx="0" cy="0"/>
          <a:chOff x="0" y="0"/>
          <a:chExt cx="0" cy="0"/>
        </a:xfrm>
      </p:grpSpPr>
      <p:sp>
        <p:nvSpPr>
          <p:cNvPr id="8" name="Freeform 7"/>
          <p:cNvSpPr/>
          <p:nvPr userDrawn="1"/>
        </p:nvSpPr>
        <p:spPr>
          <a:xfrm rot="660000">
            <a:off x="-1256206" y="-419358"/>
            <a:ext cx="3042063" cy="14056875"/>
          </a:xfrm>
          <a:custGeom>
            <a:avLst/>
            <a:gdLst>
              <a:gd name="connsiteX0" fmla="*/ 0 w 3042063"/>
              <a:gd name="connsiteY0" fmla="*/ 591318 h 14056875"/>
              <a:gd name="connsiteX1" fmla="*/ 3042063 w 3042063"/>
              <a:gd name="connsiteY1" fmla="*/ 0 h 14056875"/>
              <a:gd name="connsiteX2" fmla="*/ 3042063 w 3042063"/>
              <a:gd name="connsiteY2" fmla="*/ 13974336 h 14056875"/>
              <a:gd name="connsiteX3" fmla="*/ 2617439 w 3042063"/>
              <a:gd name="connsiteY3" fmla="*/ 14056875 h 14056875"/>
              <a:gd name="connsiteX4" fmla="*/ 0 w 3042063"/>
              <a:gd name="connsiteY4" fmla="*/ 591318 h 14056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2063" h="14056875">
                <a:moveTo>
                  <a:pt x="0" y="591318"/>
                </a:moveTo>
                <a:lnTo>
                  <a:pt x="3042063" y="0"/>
                </a:lnTo>
                <a:lnTo>
                  <a:pt x="3042063" y="13974336"/>
                </a:lnTo>
                <a:lnTo>
                  <a:pt x="2617439" y="14056875"/>
                </a:lnTo>
                <a:lnTo>
                  <a:pt x="0" y="591318"/>
                </a:lnTo>
                <a:close/>
              </a:path>
            </a:pathLst>
          </a:custGeom>
          <a:solidFill>
            <a:srgbClr val="FBC7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2325242" y="0"/>
            <a:ext cx="901048" cy="1890242"/>
          </a:xfrm>
          <a:prstGeom prst="rect">
            <a:avLst/>
          </a:prstGeom>
        </p:spPr>
      </p:pic>
      <p:sp>
        <p:nvSpPr>
          <p:cNvPr id="2" name="Title 1"/>
          <p:cNvSpPr>
            <a:spLocks noGrp="1"/>
          </p:cNvSpPr>
          <p:nvPr>
            <p:ph type="title" hasCustomPrompt="1"/>
          </p:nvPr>
        </p:nvSpPr>
        <p:spPr/>
        <p:txBody>
          <a:bodyPr/>
          <a:lstStyle/>
          <a:p>
            <a:r>
              <a:rPr lang="en-US"/>
              <a:t>CLICK TO EDIT</a:t>
            </a:r>
          </a:p>
        </p:txBody>
      </p:sp>
      <p:sp>
        <p:nvSpPr>
          <p:cNvPr id="11" name="Text Placeholder 39"/>
          <p:cNvSpPr>
            <a:spLocks noGrp="1"/>
          </p:cNvSpPr>
          <p:nvPr>
            <p:ph type="body" sz="quarter" idx="21" hasCustomPrompt="1"/>
          </p:nvPr>
        </p:nvSpPr>
        <p:spPr>
          <a:xfrm>
            <a:off x="4847978" y="6786786"/>
            <a:ext cx="14545616" cy="1107996"/>
          </a:xfrm>
        </p:spPr>
        <p:txBody>
          <a:bodyPr>
            <a:spAutoFit/>
          </a:bodyPr>
          <a:lstStyle>
            <a:lvl1pPr>
              <a:defRPr baseline="0"/>
            </a:lvl1pPr>
          </a:lstStyle>
          <a:p>
            <a:pPr lvl="0"/>
            <a:r>
              <a:rPr lang="en-US"/>
              <a:t>CLICK TO EDIT SUBHEAD</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Section Intro Black">
    <p:bg>
      <p:bgPr>
        <a:solidFill>
          <a:schemeClr val="tx1"/>
        </a:solidFill>
        <a:effectLst/>
      </p:bgPr>
    </p:bg>
    <p:spTree>
      <p:nvGrpSpPr>
        <p:cNvPr id="1" name=""/>
        <p:cNvGrpSpPr/>
        <p:nvPr/>
      </p:nvGrpSpPr>
      <p:grpSpPr>
        <a:xfrm>
          <a:off x="0" y="0"/>
          <a:ext cx="0" cy="0"/>
          <a:chOff x="0" y="0"/>
          <a:chExt cx="0" cy="0"/>
        </a:xfrm>
      </p:grpSpPr>
      <p:sp>
        <p:nvSpPr>
          <p:cNvPr id="8" name="Freeform 7"/>
          <p:cNvSpPr/>
          <p:nvPr userDrawn="1"/>
        </p:nvSpPr>
        <p:spPr>
          <a:xfrm rot="660000">
            <a:off x="-1256206" y="-419358"/>
            <a:ext cx="3042063" cy="14056875"/>
          </a:xfrm>
          <a:custGeom>
            <a:avLst/>
            <a:gdLst>
              <a:gd name="connsiteX0" fmla="*/ 0 w 3042063"/>
              <a:gd name="connsiteY0" fmla="*/ 591318 h 14056875"/>
              <a:gd name="connsiteX1" fmla="*/ 3042063 w 3042063"/>
              <a:gd name="connsiteY1" fmla="*/ 0 h 14056875"/>
              <a:gd name="connsiteX2" fmla="*/ 3042063 w 3042063"/>
              <a:gd name="connsiteY2" fmla="*/ 13974336 h 14056875"/>
              <a:gd name="connsiteX3" fmla="*/ 2617439 w 3042063"/>
              <a:gd name="connsiteY3" fmla="*/ 14056875 h 14056875"/>
              <a:gd name="connsiteX4" fmla="*/ 0 w 3042063"/>
              <a:gd name="connsiteY4" fmla="*/ 591318 h 14056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2063" h="14056875">
                <a:moveTo>
                  <a:pt x="0" y="591318"/>
                </a:moveTo>
                <a:lnTo>
                  <a:pt x="3042063" y="0"/>
                </a:lnTo>
                <a:lnTo>
                  <a:pt x="3042063" y="13974336"/>
                </a:lnTo>
                <a:lnTo>
                  <a:pt x="2617439" y="14056875"/>
                </a:lnTo>
                <a:lnTo>
                  <a:pt x="0" y="591318"/>
                </a:lnTo>
                <a:close/>
              </a:path>
            </a:pathLst>
          </a:custGeom>
          <a:solidFill>
            <a:srgbClr val="FBC7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2325242" y="0"/>
            <a:ext cx="901048" cy="1890242"/>
          </a:xfrm>
          <a:prstGeom prst="rect">
            <a:avLst/>
          </a:prstGeom>
        </p:spPr>
      </p:pic>
      <p:sp>
        <p:nvSpPr>
          <p:cNvPr id="6" name="Title Placeholder 7"/>
          <p:cNvSpPr txBox="1">
            <a:spLocks/>
          </p:cNvSpPr>
          <p:nvPr userDrawn="1"/>
        </p:nvSpPr>
        <p:spPr>
          <a:xfrm>
            <a:off x="4919986" y="6138714"/>
            <a:ext cx="18218024" cy="1107996"/>
          </a:xfrm>
          <a:prstGeom prst="rect">
            <a:avLst/>
          </a:prstGeom>
        </p:spPr>
        <p:txBody>
          <a:bodyPr vert="horz" wrap="square" lIns="0" tIns="0" rIns="0" bIns="0" rtlCol="0" anchor="t" anchorCtr="0">
            <a:spAutoFit/>
          </a:bodyPr>
          <a:lstStyle>
            <a:lvl1pPr algn="l" defTabSz="2438462" rtl="0" eaLnBrk="1" latinLnBrk="0" hangingPunct="1">
              <a:spcBef>
                <a:spcPct val="0"/>
              </a:spcBef>
              <a:buNone/>
              <a:defRPr sz="11700" kern="1200">
                <a:solidFill>
                  <a:schemeClr val="tx1"/>
                </a:solidFill>
                <a:latin typeface="Archivo Black" charset="0"/>
                <a:ea typeface="Archivo Black" charset="0"/>
                <a:cs typeface="Archivo Black" charset="0"/>
              </a:defRPr>
            </a:lvl1pPr>
          </a:lstStyle>
          <a:p>
            <a:r>
              <a:rPr lang="en-US" sz="7200"/>
              <a:t>CLICK TO EDIT SUB HEADLINE</a:t>
            </a:r>
          </a:p>
        </p:txBody>
      </p:sp>
      <p:sp>
        <p:nvSpPr>
          <p:cNvPr id="3" name="Title 2"/>
          <p:cNvSpPr>
            <a:spLocks noGrp="1"/>
          </p:cNvSpPr>
          <p:nvPr>
            <p:ph type="title" hasCustomPrompt="1"/>
          </p:nvPr>
        </p:nvSpPr>
        <p:spPr>
          <a:xfrm>
            <a:off x="4847978" y="5002842"/>
            <a:ext cx="18218024" cy="1800493"/>
          </a:xfrm>
        </p:spPr>
        <p:txBody>
          <a:bodyPr/>
          <a:lstStyle>
            <a:lvl1pPr>
              <a:defRPr>
                <a:solidFill>
                  <a:schemeClr val="bg1"/>
                </a:solidFill>
              </a:defRPr>
            </a:lvl1pPr>
          </a:lstStyle>
          <a:p>
            <a:r>
              <a:rPr lang="en-US"/>
              <a:t>CLICK TO EDIT</a:t>
            </a:r>
          </a:p>
        </p:txBody>
      </p:sp>
      <p:sp>
        <p:nvSpPr>
          <p:cNvPr id="10" name="Text Placeholder 39"/>
          <p:cNvSpPr>
            <a:spLocks noGrp="1"/>
          </p:cNvSpPr>
          <p:nvPr>
            <p:ph type="body" sz="quarter" idx="21" hasCustomPrompt="1"/>
          </p:nvPr>
        </p:nvSpPr>
        <p:spPr>
          <a:xfrm>
            <a:off x="4847978" y="6786786"/>
            <a:ext cx="14545616" cy="1107996"/>
          </a:xfrm>
        </p:spPr>
        <p:txBody>
          <a:bodyPr>
            <a:spAutoFit/>
          </a:bodyPr>
          <a:lstStyle>
            <a:lvl1pPr>
              <a:defRPr baseline="0">
                <a:solidFill>
                  <a:schemeClr val="bg1"/>
                </a:solidFill>
              </a:defRPr>
            </a:lvl1pPr>
          </a:lstStyle>
          <a:p>
            <a:pPr lvl="0"/>
            <a:r>
              <a:rPr lang="en-US"/>
              <a:t>CLICK TO EDIT SUBHEAD</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ection Intro Dark I Patter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itle 9"/>
          <p:cNvSpPr>
            <a:spLocks noGrp="1"/>
          </p:cNvSpPr>
          <p:nvPr>
            <p:ph type="title" hasCustomPrompt="1"/>
          </p:nvPr>
        </p:nvSpPr>
        <p:spPr>
          <a:noFill/>
        </p:spPr>
        <p:txBody>
          <a:bodyPr/>
          <a:lstStyle>
            <a:lvl1pPr>
              <a:defRPr>
                <a:solidFill>
                  <a:schemeClr val="accent3"/>
                </a:solidFill>
              </a:defRPr>
            </a:lvl1pPr>
          </a:lstStyle>
          <a:p>
            <a:r>
              <a:rPr lang="en-US"/>
              <a:t>CLICK TO EDIT</a:t>
            </a:r>
          </a:p>
        </p:txBody>
      </p:sp>
      <p:sp>
        <p:nvSpPr>
          <p:cNvPr id="4" name="Text Placeholder 39"/>
          <p:cNvSpPr>
            <a:spLocks noGrp="1"/>
          </p:cNvSpPr>
          <p:nvPr>
            <p:ph type="body" sz="quarter" idx="21" hasCustomPrompt="1"/>
          </p:nvPr>
        </p:nvSpPr>
        <p:spPr>
          <a:xfrm>
            <a:off x="4847978" y="6786786"/>
            <a:ext cx="14545616" cy="1107996"/>
          </a:xfrm>
        </p:spPr>
        <p:txBody>
          <a:bodyPr>
            <a:spAutoFit/>
          </a:bodyPr>
          <a:lstStyle>
            <a:lvl1pPr>
              <a:defRPr baseline="0">
                <a:solidFill>
                  <a:schemeClr val="bg1"/>
                </a:solidFill>
              </a:defRPr>
            </a:lvl1pPr>
          </a:lstStyle>
          <a:p>
            <a:pPr lvl="0"/>
            <a:r>
              <a:rPr lang="en-US"/>
              <a:t>CLICK TO EDIT SUBHEAD</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ection Intro Light I Pattern">
    <p:bg>
      <p:bgPr>
        <a:blipFill dpi="0" rotWithShape="1">
          <a:blip r:embed="rId2">
            <a:alphaModFix amt="53000"/>
            <a:lum/>
          </a:blip>
          <a:srcRect/>
          <a:stretch>
            <a:fillRect/>
          </a:stretch>
        </a:blipFill>
        <a:effectLst/>
      </p:bgPr>
    </p:bg>
    <p:spTree>
      <p:nvGrpSpPr>
        <p:cNvPr id="1" name=""/>
        <p:cNvGrpSpPr/>
        <p:nvPr/>
      </p:nvGrpSpPr>
      <p:grpSpPr>
        <a:xfrm>
          <a:off x="0" y="0"/>
          <a:ext cx="0" cy="0"/>
          <a:chOff x="0" y="0"/>
          <a:chExt cx="0" cy="0"/>
        </a:xfrm>
      </p:grpSpPr>
      <p:sp>
        <p:nvSpPr>
          <p:cNvPr id="10" name="Title 9"/>
          <p:cNvSpPr>
            <a:spLocks noGrp="1"/>
          </p:cNvSpPr>
          <p:nvPr>
            <p:ph type="title" hasCustomPrompt="1"/>
          </p:nvPr>
        </p:nvSpPr>
        <p:spPr>
          <a:noFill/>
        </p:spPr>
        <p:txBody>
          <a:bodyPr/>
          <a:lstStyle>
            <a:lvl1pPr>
              <a:defRPr>
                <a:solidFill>
                  <a:schemeClr val="accent3"/>
                </a:solidFill>
              </a:defRPr>
            </a:lvl1pPr>
          </a:lstStyle>
          <a:p>
            <a:r>
              <a:rPr lang="en-US"/>
              <a:t>CLICK TO EDIT</a:t>
            </a:r>
          </a:p>
        </p:txBody>
      </p:sp>
      <p:sp>
        <p:nvSpPr>
          <p:cNvPr id="3" name="Text Placeholder 39"/>
          <p:cNvSpPr>
            <a:spLocks noGrp="1"/>
          </p:cNvSpPr>
          <p:nvPr>
            <p:ph type="body" sz="quarter" idx="21" hasCustomPrompt="1"/>
          </p:nvPr>
        </p:nvSpPr>
        <p:spPr>
          <a:xfrm>
            <a:off x="4847978" y="6786786"/>
            <a:ext cx="14545616" cy="1107996"/>
          </a:xfrm>
        </p:spPr>
        <p:txBody>
          <a:bodyPr>
            <a:spAutoFit/>
          </a:bodyPr>
          <a:lstStyle>
            <a:lvl1pPr>
              <a:defRPr baseline="0"/>
            </a:lvl1pPr>
          </a:lstStyle>
          <a:p>
            <a:pPr lvl="0"/>
            <a:r>
              <a:rPr lang="en-US"/>
              <a:t>CLICK TO EDIT SUBHEAD</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Photo with Text">
    <p:spTree>
      <p:nvGrpSpPr>
        <p:cNvPr id="1" name=""/>
        <p:cNvGrpSpPr/>
        <p:nvPr/>
      </p:nvGrpSpPr>
      <p:grpSpPr>
        <a:xfrm>
          <a:off x="0" y="0"/>
          <a:ext cx="0" cy="0"/>
          <a:chOff x="0" y="0"/>
          <a:chExt cx="0" cy="0"/>
        </a:xfrm>
      </p:grpSpPr>
      <p:sp>
        <p:nvSpPr>
          <p:cNvPr id="6" name="Picture Placeholder 5"/>
          <p:cNvSpPr>
            <a:spLocks noGrp="1" noChangeAspect="1"/>
          </p:cNvSpPr>
          <p:nvPr>
            <p:ph type="pic" sz="quarter" idx="15" hasCustomPrompt="1"/>
          </p:nvPr>
        </p:nvSpPr>
        <p:spPr>
          <a:xfrm>
            <a:off x="0" y="0"/>
            <a:ext cx="13716000" cy="13716000"/>
          </a:xfrm>
          <a:prstGeom prst="rect">
            <a:avLst/>
          </a:prstGeom>
          <a:pattFill prst="lgCheck">
            <a:fgClr>
              <a:schemeClr val="tx2">
                <a:lumMod val="10000"/>
                <a:lumOff val="90000"/>
              </a:schemeClr>
            </a:fgClr>
            <a:bgClr>
              <a:schemeClr val="bg1"/>
            </a:bgClr>
          </a:pattFill>
        </p:spPr>
        <p:txBody>
          <a:bodyPr tIns="1005840">
            <a:normAutofit/>
          </a:bodyPr>
          <a:lstStyle>
            <a:lvl1pPr marL="0" indent="0" algn="ctr">
              <a:buNone/>
              <a:defRPr sz="1800" b="0" i="0" baseline="0">
                <a:latin typeface="Franklin Gothic Book Regular"/>
                <a:ea typeface="Franklin Gothic Book Regular"/>
                <a:cs typeface="Franklin Gothic Book Regular"/>
              </a:defRPr>
            </a:lvl1pPr>
          </a:lstStyle>
          <a:p>
            <a:r>
              <a:rPr lang="en-US"/>
              <a:t>Click icon to add photo. Or, drag a photo on to this box.</a:t>
            </a:r>
            <a:br>
              <a:rPr lang="en-US"/>
            </a:br>
            <a:r>
              <a:rPr lang="en-US"/>
              <a:t>To change photo, delete it and a new placeholder will appear.</a:t>
            </a:r>
          </a:p>
        </p:txBody>
      </p:sp>
      <p:sp>
        <p:nvSpPr>
          <p:cNvPr id="2" name="Title 1"/>
          <p:cNvSpPr>
            <a:spLocks noGrp="1"/>
          </p:cNvSpPr>
          <p:nvPr>
            <p:ph type="title" hasCustomPrompt="1"/>
          </p:nvPr>
        </p:nvSpPr>
        <p:spPr>
          <a:xfrm>
            <a:off x="14952490" y="3276547"/>
            <a:ext cx="8136904" cy="2049792"/>
          </a:xfrm>
        </p:spPr>
        <p:txBody>
          <a:bodyPr/>
          <a:lstStyle/>
          <a:p>
            <a:r>
              <a:rPr lang="en-US"/>
              <a:t>Click to edit Headline</a:t>
            </a:r>
          </a:p>
        </p:txBody>
      </p:sp>
      <p:sp>
        <p:nvSpPr>
          <p:cNvPr id="9" name="Text Placeholder 8"/>
          <p:cNvSpPr>
            <a:spLocks noGrp="1"/>
          </p:cNvSpPr>
          <p:nvPr>
            <p:ph type="body" sz="quarter" idx="16" hasCustomPrompt="1"/>
          </p:nvPr>
        </p:nvSpPr>
        <p:spPr>
          <a:xfrm>
            <a:off x="14982341" y="6463061"/>
            <a:ext cx="8137525" cy="3877985"/>
          </a:xfrm>
        </p:spPr>
        <p:txBody>
          <a:bodyPr/>
          <a:lstStyle>
            <a:lvl1pPr marL="0" indent="0">
              <a:buNone/>
              <a:defRPr baseline="0"/>
            </a:lvl1pPr>
          </a:lstStyle>
          <a:p>
            <a:pPr lvl="0"/>
            <a:r>
              <a:rPr lang="en-US"/>
              <a:t>Click to add text </a:t>
            </a:r>
            <a:r>
              <a:rPr lang="en-US" err="1"/>
              <a:t>Laborror</a:t>
            </a:r>
            <a:r>
              <a:rPr lang="en-US"/>
              <a:t> </a:t>
            </a:r>
            <a:r>
              <a:rPr lang="en-US" err="1"/>
              <a:t>eculparum</a:t>
            </a:r>
            <a:r>
              <a:rPr lang="en-US"/>
              <a:t> del in pro </a:t>
            </a:r>
            <a:r>
              <a:rPr lang="en-US" err="1"/>
              <a:t>esed</a:t>
            </a:r>
            <a:r>
              <a:rPr lang="en-US"/>
              <a:t> </a:t>
            </a:r>
            <a:r>
              <a:rPr lang="en-US" err="1"/>
              <a:t>entio</a:t>
            </a:r>
            <a:r>
              <a:rPr lang="en-US"/>
              <a:t>. Name </a:t>
            </a:r>
            <a:r>
              <a:rPr lang="en-US" err="1"/>
              <a:t>ped</a:t>
            </a:r>
            <a:r>
              <a:rPr lang="en-US"/>
              <a:t> </a:t>
            </a:r>
            <a:r>
              <a:rPr lang="en-US" err="1"/>
              <a:t>ea</a:t>
            </a:r>
            <a:r>
              <a:rPr lang="en-US"/>
              <a:t> que </a:t>
            </a:r>
            <a:r>
              <a:rPr lang="en-US" err="1"/>
              <a:t>rehendaepre</a:t>
            </a:r>
            <a:r>
              <a:rPr lang="en-US"/>
              <a:t> </a:t>
            </a:r>
            <a:r>
              <a:rPr lang="en-US" err="1"/>
              <a:t>occus</a:t>
            </a:r>
            <a:r>
              <a:rPr lang="en-US"/>
              <a:t> </a:t>
            </a:r>
            <a:r>
              <a:rPr lang="en-US" err="1"/>
              <a:t>dionem</a:t>
            </a:r>
            <a:r>
              <a:rPr lang="en-US"/>
              <a:t> </a:t>
            </a:r>
            <a:r>
              <a:rPr lang="en-US" err="1"/>
              <a:t>quatecta</a:t>
            </a:r>
            <a:r>
              <a:rPr lang="en-US"/>
              <a:t> qui </a:t>
            </a:r>
            <a:r>
              <a:rPr lang="en-US" err="1"/>
              <a:t>bea</a:t>
            </a:r>
            <a:r>
              <a:rPr lang="en-US"/>
              <a:t> </a:t>
            </a:r>
            <a:r>
              <a:rPr lang="en-US" err="1"/>
              <a:t>voloriassus</a:t>
            </a:r>
            <a:r>
              <a:rPr lang="en-US"/>
              <a:t> </a:t>
            </a:r>
            <a:r>
              <a:rPr lang="en-US" err="1"/>
              <a:t>ilibusa</a:t>
            </a:r>
            <a:r>
              <a:rPr lang="en-US"/>
              <a:t> </a:t>
            </a:r>
            <a:r>
              <a:rPr lang="en-US" err="1"/>
              <a:t>velenecto</a:t>
            </a:r>
            <a:r>
              <a:rPr lang="en-US"/>
              <a:t> </a:t>
            </a:r>
            <a:r>
              <a:rPr lang="en-US" err="1"/>
              <a:t>imus</a:t>
            </a:r>
            <a:r>
              <a:rPr lang="en-US"/>
              <a:t>. </a:t>
            </a:r>
            <a:r>
              <a:rPr lang="en-US" err="1"/>
              <a:t>Ut</a:t>
            </a:r>
            <a:r>
              <a:rPr lang="en-US"/>
              <a:t> </a:t>
            </a:r>
            <a:r>
              <a:rPr lang="en-US" err="1"/>
              <a:t>hariaestiis</a:t>
            </a:r>
            <a:r>
              <a:rPr lang="en-US"/>
              <a:t> </a:t>
            </a:r>
            <a:r>
              <a:rPr lang="en-US" err="1"/>
              <a:t>eosapidunt</a:t>
            </a:r>
            <a:r>
              <a:rPr lang="en-US"/>
              <a:t> quam </a:t>
            </a:r>
            <a:r>
              <a:rPr lang="en-US" err="1"/>
              <a:t>suntiusdae</a:t>
            </a:r>
            <a:r>
              <a:rPr lang="en-US"/>
              <a:t> </a:t>
            </a:r>
            <a:r>
              <a:rPr lang="en-US" err="1"/>
              <a:t>nihicidem</a:t>
            </a:r>
            <a:r>
              <a:rPr lang="en-US"/>
              <a:t> rem. </a:t>
            </a:r>
            <a:r>
              <a:rPr lang="en-US" err="1"/>
              <a:t>Ut</a:t>
            </a:r>
            <a:r>
              <a:rPr lang="en-US"/>
              <a:t> lam, </a:t>
            </a:r>
            <a:r>
              <a:rPr lang="en-US" err="1"/>
              <a:t>odi</a:t>
            </a:r>
            <a:r>
              <a:rPr lang="en-US"/>
              <a:t> id </a:t>
            </a:r>
            <a:r>
              <a:rPr lang="en-US" err="1"/>
              <a:t>ea</a:t>
            </a:r>
            <a:r>
              <a:rPr lang="en-US"/>
              <a:t> sit et </a:t>
            </a:r>
            <a:r>
              <a:rPr lang="en-US" err="1"/>
              <a:t>laut</a:t>
            </a:r>
            <a:r>
              <a:rPr lang="en-US"/>
              <a:t> </a:t>
            </a:r>
            <a:r>
              <a:rPr lang="en-US" err="1"/>
              <a:t>aut</a:t>
            </a:r>
            <a:r>
              <a:rPr lang="en-US"/>
              <a:t> </a:t>
            </a:r>
            <a:r>
              <a:rPr lang="en-US" err="1"/>
              <a:t>lique</a:t>
            </a:r>
            <a:r>
              <a:rPr lang="en-US"/>
              <a:t> quid </a:t>
            </a:r>
            <a:r>
              <a:rPr lang="en-US" err="1"/>
              <a:t>modiae</a:t>
            </a:r>
            <a:r>
              <a:rPr lang="en-US"/>
              <a:t> </a:t>
            </a:r>
            <a:r>
              <a:rPr lang="en-US" err="1"/>
              <a:t>endi</a:t>
            </a:r>
            <a:r>
              <a:rPr lang="en-US"/>
              <a:t> </a:t>
            </a:r>
            <a:r>
              <a:rPr lang="en-US" err="1"/>
              <a:t>vitem</a:t>
            </a:r>
            <a:r>
              <a:rPr lang="en-US"/>
              <a:t>.</a:t>
            </a:r>
          </a:p>
        </p:txBody>
      </p:sp>
      <p:sp>
        <p:nvSpPr>
          <p:cNvPr id="11" name="Text Placeholder 3"/>
          <p:cNvSpPr>
            <a:spLocks noGrp="1"/>
          </p:cNvSpPr>
          <p:nvPr>
            <p:ph type="body" sz="quarter" idx="10" hasCustomPrompt="1"/>
          </p:nvPr>
        </p:nvSpPr>
        <p:spPr>
          <a:xfrm>
            <a:off x="14952490" y="5410994"/>
            <a:ext cx="8197229" cy="677108"/>
          </a:xfrm>
        </p:spPr>
        <p:txBody>
          <a:bodyPr/>
          <a:lstStyle>
            <a:lvl1pPr marL="0" indent="0">
              <a:lnSpc>
                <a:spcPct val="100000"/>
              </a:lnSpc>
              <a:buNone/>
              <a:defRPr sz="4400" b="1" cap="all" baseline="0"/>
            </a:lvl1pPr>
          </a:lstStyle>
          <a:p>
            <a:pPr lvl="0"/>
            <a:r>
              <a:rPr lang="en-US"/>
              <a:t>CLICK TO SUBHEAD</a:t>
            </a:r>
          </a:p>
        </p:txBody>
      </p:sp>
      <p:sp>
        <p:nvSpPr>
          <p:cNvPr id="8" name="Text Placeholder 4"/>
          <p:cNvSpPr>
            <a:spLocks noGrp="1"/>
          </p:cNvSpPr>
          <p:nvPr>
            <p:ph type="body" sz="quarter" idx="12" hasCustomPrompt="1"/>
          </p:nvPr>
        </p:nvSpPr>
        <p:spPr>
          <a:xfrm>
            <a:off x="14983135" y="10882058"/>
            <a:ext cx="6933406" cy="607795"/>
          </a:xfrm>
        </p:spPr>
        <p:txBody>
          <a:bodyPr/>
          <a:lstStyle>
            <a:lvl1pPr marL="457200" indent="-457200">
              <a:buFontTx/>
              <a:buBlip>
                <a:blip r:embed="rId2"/>
              </a:buBlip>
              <a:defRPr/>
            </a:lvl1pPr>
          </a:lstStyle>
          <a:p>
            <a:pPr lvl="0"/>
            <a:r>
              <a:rPr lang="en-US"/>
              <a:t>Click to add bulleted list</a:t>
            </a:r>
          </a:p>
        </p:txBody>
      </p:sp>
    </p:spTree>
    <p:extLst>
      <p:ext uri="{BB962C8B-B14F-4D97-AF65-F5344CB8AC3E}">
        <p14:creationId xmlns:p14="http://schemas.microsoft.com/office/powerpoint/2010/main" val="18380108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Photo Grid Large">
    <p:bg>
      <p:bgPr>
        <a:solidFill>
          <a:schemeClr val="bg1"/>
        </a:solidFill>
        <a:effectLst/>
      </p:bgPr>
    </p:bg>
    <p:spTree>
      <p:nvGrpSpPr>
        <p:cNvPr id="1" name=""/>
        <p:cNvGrpSpPr/>
        <p:nvPr/>
      </p:nvGrpSpPr>
      <p:grpSpPr>
        <a:xfrm>
          <a:off x="0" y="0"/>
          <a:ext cx="0" cy="0"/>
          <a:chOff x="0" y="0"/>
          <a:chExt cx="0" cy="0"/>
        </a:xfrm>
      </p:grpSpPr>
      <p:sp>
        <p:nvSpPr>
          <p:cNvPr id="8" name="Picture Placeholder 5"/>
          <p:cNvSpPr>
            <a:spLocks noGrp="1" noChangeAspect="1"/>
          </p:cNvSpPr>
          <p:nvPr>
            <p:ph type="pic" sz="quarter" idx="20" hasCustomPrompt="1"/>
          </p:nvPr>
        </p:nvSpPr>
        <p:spPr>
          <a:xfrm>
            <a:off x="0" y="0"/>
            <a:ext cx="6858000" cy="6858000"/>
          </a:xfrm>
          <a:prstGeom prst="rect">
            <a:avLst/>
          </a:prstGeom>
          <a:pattFill prst="lgCheck">
            <a:fgClr>
              <a:schemeClr val="tx2">
                <a:lumMod val="10000"/>
                <a:lumOff val="90000"/>
              </a:schemeClr>
            </a:fgClr>
            <a:bgClr>
              <a:schemeClr val="bg1"/>
            </a:bgClr>
          </a:pattFill>
        </p:spPr>
        <p:txBody>
          <a:bodyPr tIns="1005840">
            <a:normAutofit/>
          </a:bodyPr>
          <a:lstStyle>
            <a:lvl1pPr marL="0" indent="0" algn="ctr">
              <a:buNone/>
              <a:defRPr sz="1800" b="0" i="0" baseline="0">
                <a:latin typeface="Franklin Gothic Book Regular"/>
                <a:ea typeface="Franklin Gothic Book Regular"/>
                <a:cs typeface="Franklin Gothic Book Regular"/>
              </a:defRPr>
            </a:lvl1pPr>
          </a:lstStyle>
          <a:p>
            <a:r>
              <a:rPr lang="en-US"/>
              <a:t>Click icon to add photo. </a:t>
            </a:r>
            <a:br>
              <a:rPr lang="en-US"/>
            </a:br>
            <a:r>
              <a:rPr lang="en-US"/>
              <a:t>To change photo, delete it and a new placeholder will appear.</a:t>
            </a:r>
          </a:p>
        </p:txBody>
      </p:sp>
      <p:sp>
        <p:nvSpPr>
          <p:cNvPr id="9" name="Picture Placeholder 5"/>
          <p:cNvSpPr>
            <a:spLocks noGrp="1" noChangeAspect="1"/>
          </p:cNvSpPr>
          <p:nvPr>
            <p:ph type="pic" sz="quarter" idx="21" hasCustomPrompt="1"/>
          </p:nvPr>
        </p:nvSpPr>
        <p:spPr>
          <a:xfrm>
            <a:off x="0" y="6858000"/>
            <a:ext cx="6858000" cy="6858000"/>
          </a:xfrm>
          <a:prstGeom prst="rect">
            <a:avLst/>
          </a:prstGeom>
          <a:pattFill prst="lgCheck">
            <a:fgClr>
              <a:schemeClr val="tx2">
                <a:lumMod val="10000"/>
                <a:lumOff val="90000"/>
              </a:schemeClr>
            </a:fgClr>
            <a:bgClr>
              <a:schemeClr val="bg1"/>
            </a:bgClr>
          </a:pattFill>
        </p:spPr>
        <p:txBody>
          <a:bodyPr tIns="1005840">
            <a:normAutofit/>
          </a:bodyPr>
          <a:lstStyle>
            <a:lvl1pPr marL="0" indent="0" algn="ctr">
              <a:buNone/>
              <a:defRPr sz="1800" b="0" i="0" baseline="0">
                <a:latin typeface="Franklin Gothic Book Regular"/>
                <a:ea typeface="Franklin Gothic Book Regular"/>
                <a:cs typeface="Franklin Gothic Book Regular"/>
              </a:defRPr>
            </a:lvl1pPr>
          </a:lstStyle>
          <a:p>
            <a:r>
              <a:rPr lang="en-US"/>
              <a:t>Click icon to add photo. </a:t>
            </a:r>
            <a:br>
              <a:rPr lang="en-US"/>
            </a:br>
            <a:r>
              <a:rPr lang="en-US"/>
              <a:t>To change photo, delete it and a new placeholder will appear.</a:t>
            </a:r>
          </a:p>
        </p:txBody>
      </p:sp>
      <p:sp>
        <p:nvSpPr>
          <p:cNvPr id="10" name="Picture Placeholder 5"/>
          <p:cNvSpPr>
            <a:spLocks noGrp="1" noChangeAspect="1"/>
          </p:cNvSpPr>
          <p:nvPr>
            <p:ph type="pic" sz="quarter" idx="22" hasCustomPrompt="1"/>
          </p:nvPr>
        </p:nvSpPr>
        <p:spPr>
          <a:xfrm>
            <a:off x="6858000" y="0"/>
            <a:ext cx="6858000" cy="6858000"/>
          </a:xfrm>
          <a:prstGeom prst="rect">
            <a:avLst/>
          </a:prstGeom>
          <a:pattFill prst="lgCheck">
            <a:fgClr>
              <a:schemeClr val="tx2">
                <a:lumMod val="10000"/>
                <a:lumOff val="90000"/>
              </a:schemeClr>
            </a:fgClr>
            <a:bgClr>
              <a:schemeClr val="bg1"/>
            </a:bgClr>
          </a:pattFill>
        </p:spPr>
        <p:txBody>
          <a:bodyPr tIns="1005840">
            <a:normAutofit/>
          </a:bodyPr>
          <a:lstStyle>
            <a:lvl1pPr marL="0" indent="0" algn="ctr">
              <a:buNone/>
              <a:defRPr sz="1800" b="0" i="0" baseline="0">
                <a:latin typeface="Franklin Gothic Book Regular"/>
                <a:ea typeface="Franklin Gothic Book Regular"/>
                <a:cs typeface="Franklin Gothic Book Regular"/>
              </a:defRPr>
            </a:lvl1pPr>
          </a:lstStyle>
          <a:p>
            <a:r>
              <a:rPr lang="en-US"/>
              <a:t>Click icon to add photo. </a:t>
            </a:r>
            <a:br>
              <a:rPr lang="en-US"/>
            </a:br>
            <a:r>
              <a:rPr lang="en-US"/>
              <a:t>To change photo, delete it and a new placeholder will appear.</a:t>
            </a:r>
          </a:p>
        </p:txBody>
      </p:sp>
      <p:sp>
        <p:nvSpPr>
          <p:cNvPr id="11" name="Picture Placeholder 5"/>
          <p:cNvSpPr>
            <a:spLocks noGrp="1" noChangeAspect="1"/>
          </p:cNvSpPr>
          <p:nvPr>
            <p:ph type="pic" sz="quarter" idx="23" hasCustomPrompt="1"/>
          </p:nvPr>
        </p:nvSpPr>
        <p:spPr>
          <a:xfrm>
            <a:off x="6858000" y="6858000"/>
            <a:ext cx="6858000" cy="6858000"/>
          </a:xfrm>
          <a:prstGeom prst="rect">
            <a:avLst/>
          </a:prstGeom>
          <a:pattFill prst="lgCheck">
            <a:fgClr>
              <a:schemeClr val="tx2">
                <a:lumMod val="10000"/>
                <a:lumOff val="90000"/>
              </a:schemeClr>
            </a:fgClr>
            <a:bgClr>
              <a:schemeClr val="bg1"/>
            </a:bgClr>
          </a:pattFill>
        </p:spPr>
        <p:txBody>
          <a:bodyPr tIns="1005840">
            <a:normAutofit/>
          </a:bodyPr>
          <a:lstStyle>
            <a:lvl1pPr marL="0" indent="0" algn="ctr">
              <a:buNone/>
              <a:defRPr sz="1800" b="0" i="0" baseline="0">
                <a:latin typeface="Franklin Gothic Book Regular"/>
                <a:ea typeface="Franklin Gothic Book Regular"/>
                <a:cs typeface="Franklin Gothic Book Regular"/>
              </a:defRPr>
            </a:lvl1pPr>
          </a:lstStyle>
          <a:p>
            <a:r>
              <a:rPr lang="en-US"/>
              <a:t>Click icon to add photo. </a:t>
            </a:r>
            <a:br>
              <a:rPr lang="en-US"/>
            </a:br>
            <a:r>
              <a:rPr lang="en-US"/>
              <a:t>To change photo, delete it and a new placeholder will appear.</a:t>
            </a:r>
          </a:p>
        </p:txBody>
      </p:sp>
      <p:sp>
        <p:nvSpPr>
          <p:cNvPr id="2" name="Title 1"/>
          <p:cNvSpPr>
            <a:spLocks noGrp="1"/>
          </p:cNvSpPr>
          <p:nvPr>
            <p:ph type="title" hasCustomPrompt="1"/>
          </p:nvPr>
        </p:nvSpPr>
        <p:spPr>
          <a:xfrm>
            <a:off x="14935994" y="3276547"/>
            <a:ext cx="8136904" cy="2049792"/>
          </a:xfrm>
        </p:spPr>
        <p:txBody>
          <a:bodyPr/>
          <a:lstStyle/>
          <a:p>
            <a:r>
              <a:rPr lang="en-US"/>
              <a:t>Click to edit Headline</a:t>
            </a:r>
          </a:p>
        </p:txBody>
      </p:sp>
      <p:sp>
        <p:nvSpPr>
          <p:cNvPr id="15" name="Text Placeholder 8"/>
          <p:cNvSpPr>
            <a:spLocks noGrp="1"/>
          </p:cNvSpPr>
          <p:nvPr>
            <p:ph type="body" sz="quarter" idx="16" hasCustomPrompt="1"/>
          </p:nvPr>
        </p:nvSpPr>
        <p:spPr>
          <a:xfrm>
            <a:off x="14982341" y="6463061"/>
            <a:ext cx="8137525" cy="3799566"/>
          </a:xfrm>
        </p:spPr>
        <p:txBody>
          <a:bodyPr/>
          <a:lstStyle>
            <a:lvl1pPr marL="0" indent="0">
              <a:buNone/>
              <a:defRPr/>
            </a:lvl1pPr>
          </a:lstStyle>
          <a:p>
            <a:pPr lvl="0"/>
            <a:r>
              <a:rPr lang="en-US"/>
              <a:t>Click to add text </a:t>
            </a:r>
            <a:r>
              <a:rPr lang="en-US" err="1"/>
              <a:t>Laborror</a:t>
            </a:r>
            <a:r>
              <a:rPr lang="en-US"/>
              <a:t> </a:t>
            </a:r>
            <a:r>
              <a:rPr lang="en-US" err="1"/>
              <a:t>eculparum</a:t>
            </a:r>
            <a:r>
              <a:rPr lang="en-US"/>
              <a:t> del in pro </a:t>
            </a:r>
            <a:r>
              <a:rPr lang="en-US" err="1"/>
              <a:t>esed</a:t>
            </a:r>
            <a:r>
              <a:rPr lang="en-US"/>
              <a:t> </a:t>
            </a:r>
            <a:r>
              <a:rPr lang="en-US" err="1"/>
              <a:t>entio</a:t>
            </a:r>
            <a:r>
              <a:rPr lang="en-US"/>
              <a:t>. Name </a:t>
            </a:r>
            <a:r>
              <a:rPr lang="en-US" err="1"/>
              <a:t>ped</a:t>
            </a:r>
            <a:r>
              <a:rPr lang="en-US"/>
              <a:t> </a:t>
            </a:r>
            <a:r>
              <a:rPr lang="en-US" err="1"/>
              <a:t>ea</a:t>
            </a:r>
            <a:r>
              <a:rPr lang="en-US"/>
              <a:t> que </a:t>
            </a:r>
            <a:r>
              <a:rPr lang="en-US" err="1"/>
              <a:t>rehendaepre</a:t>
            </a:r>
            <a:r>
              <a:rPr lang="en-US"/>
              <a:t> </a:t>
            </a:r>
            <a:r>
              <a:rPr lang="en-US" err="1"/>
              <a:t>occus</a:t>
            </a:r>
            <a:r>
              <a:rPr lang="en-US"/>
              <a:t> </a:t>
            </a:r>
            <a:r>
              <a:rPr lang="en-US" err="1"/>
              <a:t>dionem</a:t>
            </a:r>
            <a:r>
              <a:rPr lang="en-US"/>
              <a:t> </a:t>
            </a:r>
            <a:r>
              <a:rPr lang="en-US" err="1"/>
              <a:t>quatecta</a:t>
            </a:r>
            <a:r>
              <a:rPr lang="en-US"/>
              <a:t> qui </a:t>
            </a:r>
            <a:r>
              <a:rPr lang="en-US" err="1"/>
              <a:t>bea</a:t>
            </a:r>
            <a:r>
              <a:rPr lang="en-US"/>
              <a:t> </a:t>
            </a:r>
            <a:r>
              <a:rPr lang="en-US" err="1"/>
              <a:t>voloriassus</a:t>
            </a:r>
            <a:r>
              <a:rPr lang="en-US"/>
              <a:t> </a:t>
            </a:r>
            <a:r>
              <a:rPr lang="en-US" err="1"/>
              <a:t>ilibusa</a:t>
            </a:r>
            <a:r>
              <a:rPr lang="en-US"/>
              <a:t> </a:t>
            </a:r>
            <a:r>
              <a:rPr lang="en-US" err="1"/>
              <a:t>velenecto</a:t>
            </a:r>
            <a:r>
              <a:rPr lang="en-US"/>
              <a:t> </a:t>
            </a:r>
            <a:r>
              <a:rPr lang="en-US" err="1"/>
              <a:t>imus</a:t>
            </a:r>
            <a:r>
              <a:rPr lang="en-US"/>
              <a:t>. </a:t>
            </a:r>
            <a:r>
              <a:rPr lang="en-US" err="1"/>
              <a:t>Ut</a:t>
            </a:r>
            <a:r>
              <a:rPr lang="en-US"/>
              <a:t> </a:t>
            </a:r>
            <a:r>
              <a:rPr lang="en-US" err="1"/>
              <a:t>hariaestiis</a:t>
            </a:r>
            <a:r>
              <a:rPr lang="en-US"/>
              <a:t> </a:t>
            </a:r>
            <a:r>
              <a:rPr lang="en-US" err="1"/>
              <a:t>eosapidunt</a:t>
            </a:r>
            <a:r>
              <a:rPr lang="en-US"/>
              <a:t> quam </a:t>
            </a:r>
            <a:r>
              <a:rPr lang="en-US" err="1"/>
              <a:t>suntiusdae</a:t>
            </a:r>
            <a:r>
              <a:rPr lang="en-US"/>
              <a:t> </a:t>
            </a:r>
            <a:r>
              <a:rPr lang="en-US" err="1"/>
              <a:t>nihicidem</a:t>
            </a:r>
            <a:r>
              <a:rPr lang="en-US"/>
              <a:t> rem. </a:t>
            </a:r>
            <a:r>
              <a:rPr lang="en-US" err="1"/>
              <a:t>Ut</a:t>
            </a:r>
            <a:r>
              <a:rPr lang="en-US"/>
              <a:t> lam, </a:t>
            </a:r>
            <a:r>
              <a:rPr lang="en-US" err="1"/>
              <a:t>odi</a:t>
            </a:r>
            <a:r>
              <a:rPr lang="en-US"/>
              <a:t> id </a:t>
            </a:r>
            <a:r>
              <a:rPr lang="en-US" err="1"/>
              <a:t>ea</a:t>
            </a:r>
            <a:r>
              <a:rPr lang="en-US"/>
              <a:t> sit et </a:t>
            </a:r>
            <a:r>
              <a:rPr lang="en-US" err="1"/>
              <a:t>laut</a:t>
            </a:r>
            <a:r>
              <a:rPr lang="en-US"/>
              <a:t> </a:t>
            </a:r>
            <a:r>
              <a:rPr lang="en-US" err="1"/>
              <a:t>aut</a:t>
            </a:r>
            <a:r>
              <a:rPr lang="en-US"/>
              <a:t> </a:t>
            </a:r>
            <a:r>
              <a:rPr lang="en-US" err="1"/>
              <a:t>lique</a:t>
            </a:r>
            <a:r>
              <a:rPr lang="en-US"/>
              <a:t> quid </a:t>
            </a:r>
            <a:r>
              <a:rPr lang="en-US" err="1"/>
              <a:t>modiae</a:t>
            </a:r>
            <a:r>
              <a:rPr lang="en-US"/>
              <a:t> </a:t>
            </a:r>
            <a:r>
              <a:rPr lang="en-US" err="1"/>
              <a:t>endi</a:t>
            </a:r>
            <a:r>
              <a:rPr lang="en-US"/>
              <a:t> </a:t>
            </a:r>
            <a:r>
              <a:rPr lang="en-US" err="1"/>
              <a:t>vitem</a:t>
            </a:r>
            <a:r>
              <a:rPr lang="en-US"/>
              <a:t>.</a:t>
            </a:r>
          </a:p>
        </p:txBody>
      </p:sp>
      <p:sp>
        <p:nvSpPr>
          <p:cNvPr id="16" name="Text Placeholder 3"/>
          <p:cNvSpPr>
            <a:spLocks noGrp="1"/>
          </p:cNvSpPr>
          <p:nvPr>
            <p:ph type="body" sz="quarter" idx="10" hasCustomPrompt="1"/>
          </p:nvPr>
        </p:nvSpPr>
        <p:spPr>
          <a:xfrm>
            <a:off x="14952490" y="5410994"/>
            <a:ext cx="8197229" cy="677108"/>
          </a:xfrm>
        </p:spPr>
        <p:txBody>
          <a:bodyPr/>
          <a:lstStyle>
            <a:lvl1pPr marL="0" indent="0">
              <a:lnSpc>
                <a:spcPct val="100000"/>
              </a:lnSpc>
              <a:buNone/>
              <a:defRPr sz="4400" b="1" cap="all" baseline="0"/>
            </a:lvl1pPr>
          </a:lstStyle>
          <a:p>
            <a:pPr lvl="0"/>
            <a:r>
              <a:rPr lang="en-US"/>
              <a:t>CLICK TO SUBHEAD</a:t>
            </a:r>
          </a:p>
        </p:txBody>
      </p:sp>
      <p:sp>
        <p:nvSpPr>
          <p:cNvPr id="12" name="Text Placeholder 4"/>
          <p:cNvSpPr>
            <a:spLocks noGrp="1"/>
          </p:cNvSpPr>
          <p:nvPr>
            <p:ph type="body" sz="quarter" idx="12" hasCustomPrompt="1"/>
          </p:nvPr>
        </p:nvSpPr>
        <p:spPr>
          <a:xfrm>
            <a:off x="14982341" y="10897394"/>
            <a:ext cx="6933406" cy="607795"/>
          </a:xfrm>
        </p:spPr>
        <p:txBody>
          <a:bodyPr/>
          <a:lstStyle>
            <a:lvl1pPr marL="457200" indent="-457200">
              <a:buFontTx/>
              <a:buBlip>
                <a:blip r:embed="rId2"/>
              </a:buBlip>
              <a:defRPr/>
            </a:lvl1pPr>
          </a:lstStyle>
          <a:p>
            <a:pPr lvl="0"/>
            <a:r>
              <a:rPr lang="en-US"/>
              <a:t>Click to add bulleted list</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1000"/>
                                        <p:tgtEl>
                                          <p:spTgt spid="10"/>
                                        </p:tgtEl>
                                      </p:cBhvr>
                                    </p:animEffect>
                                  </p:childTnLst>
                                </p:cTn>
                              </p:par>
                              <p:par>
                                <p:cTn id="11" presetID="10" presetClass="entr" presetSubtype="0" fill="hold" grpId="0" nodeType="withEffect">
                                  <p:stCondLst>
                                    <p:cond delay="30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1000"/>
                                        <p:tgtEl>
                                          <p:spTgt spid="9"/>
                                        </p:tgtEl>
                                      </p:cBhvr>
                                    </p:animEffect>
                                  </p:childTnLst>
                                </p:cTn>
                              </p:par>
                              <p:par>
                                <p:cTn id="14" presetID="10" presetClass="entr" presetSubtype="0" fill="hold" grpId="0" nodeType="withEffect">
                                  <p:stCondLst>
                                    <p:cond delay="60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Photo Grid With Text">
    <p:bg>
      <p:bgPr>
        <a:solidFill>
          <a:schemeClr val="bg1"/>
        </a:solidFill>
        <a:effectLst/>
      </p:bgPr>
    </p:bg>
    <p:spTree>
      <p:nvGrpSpPr>
        <p:cNvPr id="1" name=""/>
        <p:cNvGrpSpPr/>
        <p:nvPr/>
      </p:nvGrpSpPr>
      <p:grpSpPr>
        <a:xfrm>
          <a:off x="0" y="0"/>
          <a:ext cx="0" cy="0"/>
          <a:chOff x="0" y="0"/>
          <a:chExt cx="0" cy="0"/>
        </a:xfrm>
      </p:grpSpPr>
      <p:sp>
        <p:nvSpPr>
          <p:cNvPr id="13" name="Picture Placeholder 5"/>
          <p:cNvSpPr>
            <a:spLocks noGrp="1" noChangeAspect="1"/>
          </p:cNvSpPr>
          <p:nvPr>
            <p:ph type="pic" sz="quarter" idx="10" hasCustomPrompt="1"/>
          </p:nvPr>
        </p:nvSpPr>
        <p:spPr>
          <a:xfrm>
            <a:off x="0" y="0"/>
            <a:ext cx="4572000" cy="4572000"/>
          </a:xfrm>
          <a:prstGeom prst="rect">
            <a:avLst/>
          </a:prstGeom>
          <a:pattFill prst="lgCheck">
            <a:fgClr>
              <a:schemeClr val="tx2">
                <a:lumMod val="10000"/>
                <a:lumOff val="90000"/>
              </a:schemeClr>
            </a:fgClr>
            <a:bgClr>
              <a:schemeClr val="bg1"/>
            </a:bgClr>
          </a:pattFill>
        </p:spPr>
        <p:txBody>
          <a:bodyPr tIns="1005840">
            <a:normAutofit/>
          </a:bodyPr>
          <a:lstStyle>
            <a:lvl1pPr marL="0" indent="0" algn="ctr">
              <a:buNone/>
              <a:defRPr sz="1800" b="0" i="0" baseline="0">
                <a:latin typeface="Franklin Gothic Book" panose="020B0503020102020204" pitchFamily="34" charset="0"/>
                <a:ea typeface="Franklin Gothic Book" panose="020B0503020102020204" pitchFamily="34" charset="0"/>
                <a:cs typeface="Franklin Gothic Book" panose="020B0503020102020204" pitchFamily="34" charset="0"/>
              </a:defRPr>
            </a:lvl1pPr>
          </a:lstStyle>
          <a:p>
            <a:r>
              <a:rPr lang="en-US"/>
              <a:t>Click icon to add photo. </a:t>
            </a:r>
            <a:br>
              <a:rPr lang="en-US"/>
            </a:br>
            <a:r>
              <a:rPr lang="en-US"/>
              <a:t>To change photo, delete it and a new placeholder will appear.</a:t>
            </a:r>
          </a:p>
        </p:txBody>
      </p:sp>
      <p:sp>
        <p:nvSpPr>
          <p:cNvPr id="14" name="Picture Placeholder 5"/>
          <p:cNvSpPr>
            <a:spLocks noGrp="1" noChangeAspect="1"/>
          </p:cNvSpPr>
          <p:nvPr>
            <p:ph type="pic" sz="quarter" idx="11" hasCustomPrompt="1"/>
          </p:nvPr>
        </p:nvSpPr>
        <p:spPr>
          <a:xfrm>
            <a:off x="4572000" y="0"/>
            <a:ext cx="4572000" cy="4572000"/>
          </a:xfrm>
          <a:prstGeom prst="rect">
            <a:avLst/>
          </a:prstGeom>
          <a:pattFill prst="lgCheck">
            <a:fgClr>
              <a:schemeClr val="tx2">
                <a:lumMod val="10000"/>
                <a:lumOff val="90000"/>
              </a:schemeClr>
            </a:fgClr>
            <a:bgClr>
              <a:schemeClr val="bg1"/>
            </a:bgClr>
          </a:pattFill>
        </p:spPr>
        <p:txBody>
          <a:bodyPr tIns="1005840">
            <a:normAutofit/>
          </a:bodyPr>
          <a:lstStyle>
            <a:lvl1pPr marL="0" indent="0" algn="ctr">
              <a:buNone/>
              <a:defRPr sz="1800" b="0" i="0" baseline="0">
                <a:latin typeface="Franklin Gothic Book" panose="020B0503020102020204" pitchFamily="34" charset="0"/>
                <a:ea typeface="Franklin Gothic Book" panose="020B0503020102020204" pitchFamily="34" charset="0"/>
                <a:cs typeface="Franklin Gothic Book" panose="020B0503020102020204" pitchFamily="34" charset="0"/>
              </a:defRPr>
            </a:lvl1pPr>
          </a:lstStyle>
          <a:p>
            <a:r>
              <a:rPr lang="en-US"/>
              <a:t>Click icon to add photo. </a:t>
            </a:r>
            <a:br>
              <a:rPr lang="en-US"/>
            </a:br>
            <a:r>
              <a:rPr lang="en-US"/>
              <a:t>To change photo, delete it and a new placeholder will appear.</a:t>
            </a:r>
          </a:p>
        </p:txBody>
      </p:sp>
      <p:sp>
        <p:nvSpPr>
          <p:cNvPr id="15" name="Picture Placeholder 5"/>
          <p:cNvSpPr>
            <a:spLocks noGrp="1" noChangeAspect="1"/>
          </p:cNvSpPr>
          <p:nvPr>
            <p:ph type="pic" sz="quarter" idx="12" hasCustomPrompt="1"/>
          </p:nvPr>
        </p:nvSpPr>
        <p:spPr>
          <a:xfrm>
            <a:off x="9144000" y="0"/>
            <a:ext cx="4572000" cy="4572000"/>
          </a:xfrm>
          <a:prstGeom prst="rect">
            <a:avLst/>
          </a:prstGeom>
          <a:pattFill prst="lgCheck">
            <a:fgClr>
              <a:schemeClr val="tx2">
                <a:lumMod val="10000"/>
                <a:lumOff val="90000"/>
              </a:schemeClr>
            </a:fgClr>
            <a:bgClr>
              <a:schemeClr val="bg1"/>
            </a:bgClr>
          </a:pattFill>
        </p:spPr>
        <p:txBody>
          <a:bodyPr tIns="1005840">
            <a:normAutofit/>
          </a:bodyPr>
          <a:lstStyle>
            <a:lvl1pPr marL="0" indent="0" algn="ctr">
              <a:buNone/>
              <a:defRPr sz="1800" b="0" i="0" baseline="0">
                <a:latin typeface="Franklin Gothic Book" panose="020B0503020102020204" pitchFamily="34" charset="0"/>
                <a:ea typeface="Franklin Gothic Book" panose="020B0503020102020204" pitchFamily="34" charset="0"/>
                <a:cs typeface="Franklin Gothic Book" panose="020B0503020102020204" pitchFamily="34" charset="0"/>
              </a:defRPr>
            </a:lvl1pPr>
          </a:lstStyle>
          <a:p>
            <a:r>
              <a:rPr lang="en-US"/>
              <a:t>Click icon to add photo. </a:t>
            </a:r>
            <a:br>
              <a:rPr lang="en-US"/>
            </a:br>
            <a:r>
              <a:rPr lang="en-US"/>
              <a:t>To change photo, delete it and a new placeholder will appear.</a:t>
            </a:r>
          </a:p>
        </p:txBody>
      </p:sp>
      <p:sp>
        <p:nvSpPr>
          <p:cNvPr id="16" name="Picture Placeholder 5"/>
          <p:cNvSpPr>
            <a:spLocks noGrp="1" noChangeAspect="1"/>
          </p:cNvSpPr>
          <p:nvPr>
            <p:ph type="pic" sz="quarter" idx="15" hasCustomPrompt="1"/>
          </p:nvPr>
        </p:nvSpPr>
        <p:spPr>
          <a:xfrm>
            <a:off x="0" y="4572000"/>
            <a:ext cx="4572000" cy="4572000"/>
          </a:xfrm>
          <a:prstGeom prst="rect">
            <a:avLst/>
          </a:prstGeom>
          <a:pattFill prst="lgCheck">
            <a:fgClr>
              <a:schemeClr val="tx2">
                <a:lumMod val="10000"/>
                <a:lumOff val="90000"/>
              </a:schemeClr>
            </a:fgClr>
            <a:bgClr>
              <a:schemeClr val="bg1"/>
            </a:bgClr>
          </a:pattFill>
        </p:spPr>
        <p:txBody>
          <a:bodyPr tIns="1005840">
            <a:normAutofit/>
          </a:bodyPr>
          <a:lstStyle>
            <a:lvl1pPr marL="0" indent="0" algn="ctr">
              <a:buNone/>
              <a:defRPr sz="1800" b="0" i="0" baseline="0">
                <a:latin typeface="Franklin Gothic Book" panose="020B0503020102020204" pitchFamily="34" charset="0"/>
                <a:ea typeface="Franklin Gothic Book" panose="020B0503020102020204" pitchFamily="34" charset="0"/>
                <a:cs typeface="Franklin Gothic Book" panose="020B0503020102020204" pitchFamily="34" charset="0"/>
              </a:defRPr>
            </a:lvl1pPr>
          </a:lstStyle>
          <a:p>
            <a:r>
              <a:rPr lang="en-US"/>
              <a:t>Click icon to add photo. </a:t>
            </a:r>
            <a:br>
              <a:rPr lang="en-US"/>
            </a:br>
            <a:r>
              <a:rPr lang="en-US"/>
              <a:t>To change photo, delete it and a new placeholder will appear.</a:t>
            </a:r>
          </a:p>
        </p:txBody>
      </p:sp>
      <p:sp>
        <p:nvSpPr>
          <p:cNvPr id="17" name="Picture Placeholder 5"/>
          <p:cNvSpPr>
            <a:spLocks noGrp="1" noChangeAspect="1"/>
          </p:cNvSpPr>
          <p:nvPr>
            <p:ph type="pic" sz="quarter" idx="16" hasCustomPrompt="1"/>
          </p:nvPr>
        </p:nvSpPr>
        <p:spPr>
          <a:xfrm>
            <a:off x="4572000" y="4572000"/>
            <a:ext cx="4572000" cy="4572000"/>
          </a:xfrm>
          <a:prstGeom prst="rect">
            <a:avLst/>
          </a:prstGeom>
          <a:pattFill prst="lgCheck">
            <a:fgClr>
              <a:schemeClr val="tx2">
                <a:lumMod val="10000"/>
                <a:lumOff val="90000"/>
              </a:schemeClr>
            </a:fgClr>
            <a:bgClr>
              <a:schemeClr val="bg1"/>
            </a:bgClr>
          </a:pattFill>
        </p:spPr>
        <p:txBody>
          <a:bodyPr tIns="1005840">
            <a:normAutofit/>
          </a:bodyPr>
          <a:lstStyle>
            <a:lvl1pPr marL="0" indent="0" algn="ctr">
              <a:buNone/>
              <a:defRPr sz="1800" b="0" i="0" baseline="0">
                <a:latin typeface="Franklin Gothic Book" panose="020B0503020102020204" pitchFamily="34" charset="0"/>
                <a:ea typeface="Franklin Gothic Book" panose="020B0503020102020204" pitchFamily="34" charset="0"/>
                <a:cs typeface="Franklin Gothic Book" panose="020B0503020102020204" pitchFamily="34" charset="0"/>
              </a:defRPr>
            </a:lvl1pPr>
          </a:lstStyle>
          <a:p>
            <a:r>
              <a:rPr lang="en-US"/>
              <a:t>Click icon to add photo. </a:t>
            </a:r>
            <a:br>
              <a:rPr lang="en-US"/>
            </a:br>
            <a:r>
              <a:rPr lang="en-US"/>
              <a:t>To change photo, delete it and a new placeholder will appear.</a:t>
            </a:r>
          </a:p>
        </p:txBody>
      </p:sp>
      <p:sp>
        <p:nvSpPr>
          <p:cNvPr id="18" name="Picture Placeholder 5"/>
          <p:cNvSpPr>
            <a:spLocks noGrp="1" noChangeAspect="1"/>
          </p:cNvSpPr>
          <p:nvPr>
            <p:ph type="pic" sz="quarter" idx="17" hasCustomPrompt="1"/>
          </p:nvPr>
        </p:nvSpPr>
        <p:spPr>
          <a:xfrm>
            <a:off x="9144000" y="4572000"/>
            <a:ext cx="4572000" cy="4572000"/>
          </a:xfrm>
          <a:prstGeom prst="rect">
            <a:avLst/>
          </a:prstGeom>
          <a:pattFill prst="lgCheck">
            <a:fgClr>
              <a:schemeClr val="tx2">
                <a:lumMod val="10000"/>
                <a:lumOff val="90000"/>
              </a:schemeClr>
            </a:fgClr>
            <a:bgClr>
              <a:schemeClr val="bg1"/>
            </a:bgClr>
          </a:pattFill>
        </p:spPr>
        <p:txBody>
          <a:bodyPr tIns="1005840">
            <a:normAutofit/>
          </a:bodyPr>
          <a:lstStyle>
            <a:lvl1pPr marL="0" indent="0" algn="ctr">
              <a:buNone/>
              <a:defRPr sz="1800" b="0" i="0" baseline="0">
                <a:latin typeface="Franklin Gothic Book" panose="020B0503020102020204" pitchFamily="34" charset="0"/>
                <a:ea typeface="Franklin Gothic Book" panose="020B0503020102020204" pitchFamily="34" charset="0"/>
                <a:cs typeface="Franklin Gothic Book" panose="020B0503020102020204" pitchFamily="34" charset="0"/>
              </a:defRPr>
            </a:lvl1pPr>
          </a:lstStyle>
          <a:p>
            <a:r>
              <a:rPr lang="en-US"/>
              <a:t>Click icon to add photo. </a:t>
            </a:r>
            <a:br>
              <a:rPr lang="en-US"/>
            </a:br>
            <a:r>
              <a:rPr lang="en-US"/>
              <a:t>To change photo, delete it and a new placeholder will appear.</a:t>
            </a:r>
          </a:p>
        </p:txBody>
      </p:sp>
      <p:sp>
        <p:nvSpPr>
          <p:cNvPr id="19" name="Picture Placeholder 5"/>
          <p:cNvSpPr>
            <a:spLocks noGrp="1" noChangeAspect="1"/>
          </p:cNvSpPr>
          <p:nvPr>
            <p:ph type="pic" sz="quarter" idx="20" hasCustomPrompt="1"/>
          </p:nvPr>
        </p:nvSpPr>
        <p:spPr>
          <a:xfrm>
            <a:off x="0" y="9144000"/>
            <a:ext cx="4572000" cy="4572000"/>
          </a:xfrm>
          <a:prstGeom prst="rect">
            <a:avLst/>
          </a:prstGeom>
          <a:pattFill prst="lgCheck">
            <a:fgClr>
              <a:schemeClr val="tx2">
                <a:lumMod val="10000"/>
                <a:lumOff val="90000"/>
              </a:schemeClr>
            </a:fgClr>
            <a:bgClr>
              <a:schemeClr val="bg1"/>
            </a:bgClr>
          </a:pattFill>
        </p:spPr>
        <p:txBody>
          <a:bodyPr tIns="1005840">
            <a:normAutofit/>
          </a:bodyPr>
          <a:lstStyle>
            <a:lvl1pPr marL="0" indent="0" algn="ctr">
              <a:buNone/>
              <a:defRPr sz="1800" b="0" i="0" baseline="0">
                <a:latin typeface="Franklin Gothic Book" panose="020B0503020102020204" pitchFamily="34" charset="0"/>
                <a:ea typeface="Franklin Gothic Book" panose="020B0503020102020204" pitchFamily="34" charset="0"/>
                <a:cs typeface="Franklin Gothic Book" panose="020B0503020102020204" pitchFamily="34" charset="0"/>
              </a:defRPr>
            </a:lvl1pPr>
          </a:lstStyle>
          <a:p>
            <a:r>
              <a:rPr lang="en-US"/>
              <a:t>Click icon to add photo. </a:t>
            </a:r>
            <a:br>
              <a:rPr lang="en-US"/>
            </a:br>
            <a:r>
              <a:rPr lang="en-US"/>
              <a:t>To change photo, delete it and a new placeholder will appear.</a:t>
            </a:r>
          </a:p>
        </p:txBody>
      </p:sp>
      <p:sp>
        <p:nvSpPr>
          <p:cNvPr id="20" name="Picture Placeholder 5"/>
          <p:cNvSpPr>
            <a:spLocks noGrp="1" noChangeAspect="1"/>
          </p:cNvSpPr>
          <p:nvPr>
            <p:ph type="pic" sz="quarter" idx="21" hasCustomPrompt="1"/>
          </p:nvPr>
        </p:nvSpPr>
        <p:spPr>
          <a:xfrm>
            <a:off x="4572000" y="9144000"/>
            <a:ext cx="4572000" cy="4572000"/>
          </a:xfrm>
          <a:prstGeom prst="rect">
            <a:avLst/>
          </a:prstGeom>
          <a:pattFill prst="lgCheck">
            <a:fgClr>
              <a:schemeClr val="tx2">
                <a:lumMod val="10000"/>
                <a:lumOff val="90000"/>
              </a:schemeClr>
            </a:fgClr>
            <a:bgClr>
              <a:schemeClr val="bg1"/>
            </a:bgClr>
          </a:pattFill>
        </p:spPr>
        <p:txBody>
          <a:bodyPr tIns="1005840">
            <a:normAutofit/>
          </a:bodyPr>
          <a:lstStyle>
            <a:lvl1pPr marL="0" indent="0" algn="ctr">
              <a:buNone/>
              <a:defRPr sz="1800" b="0" i="0" baseline="0">
                <a:latin typeface="Franklin Gothic Book" panose="020B0503020102020204" pitchFamily="34" charset="0"/>
                <a:ea typeface="Franklin Gothic Book" panose="020B0503020102020204" pitchFamily="34" charset="0"/>
                <a:cs typeface="Franklin Gothic Book" panose="020B0503020102020204" pitchFamily="34" charset="0"/>
              </a:defRPr>
            </a:lvl1pPr>
          </a:lstStyle>
          <a:p>
            <a:r>
              <a:rPr lang="en-US"/>
              <a:t>Click icon to add photo. </a:t>
            </a:r>
            <a:br>
              <a:rPr lang="en-US"/>
            </a:br>
            <a:r>
              <a:rPr lang="en-US"/>
              <a:t>To change photo, delete it and a new placeholder will appear.</a:t>
            </a:r>
          </a:p>
        </p:txBody>
      </p:sp>
      <p:sp>
        <p:nvSpPr>
          <p:cNvPr id="21" name="Picture Placeholder 5"/>
          <p:cNvSpPr>
            <a:spLocks noGrp="1" noChangeAspect="1"/>
          </p:cNvSpPr>
          <p:nvPr>
            <p:ph type="pic" sz="quarter" idx="22" hasCustomPrompt="1"/>
          </p:nvPr>
        </p:nvSpPr>
        <p:spPr>
          <a:xfrm>
            <a:off x="9144000" y="9144000"/>
            <a:ext cx="4572000" cy="4572000"/>
          </a:xfrm>
          <a:prstGeom prst="rect">
            <a:avLst/>
          </a:prstGeom>
          <a:pattFill prst="lgCheck">
            <a:fgClr>
              <a:schemeClr val="tx2">
                <a:lumMod val="10000"/>
                <a:lumOff val="90000"/>
              </a:schemeClr>
            </a:fgClr>
            <a:bgClr>
              <a:schemeClr val="bg1"/>
            </a:bgClr>
          </a:pattFill>
        </p:spPr>
        <p:txBody>
          <a:bodyPr tIns="1005840">
            <a:normAutofit/>
          </a:bodyPr>
          <a:lstStyle>
            <a:lvl1pPr marL="0" indent="0" algn="ctr">
              <a:buNone/>
              <a:defRPr sz="1800" b="0" i="0" baseline="0">
                <a:latin typeface="Franklin Gothic Book" panose="020B0503020102020204" pitchFamily="34" charset="0"/>
                <a:ea typeface="Franklin Gothic Book" panose="020B0503020102020204" pitchFamily="34" charset="0"/>
                <a:cs typeface="Franklin Gothic Book" panose="020B0503020102020204" pitchFamily="34" charset="0"/>
              </a:defRPr>
            </a:lvl1pPr>
          </a:lstStyle>
          <a:p>
            <a:r>
              <a:rPr lang="en-US"/>
              <a:t>Click icon to add photo. </a:t>
            </a:r>
            <a:br>
              <a:rPr lang="en-US"/>
            </a:br>
            <a:r>
              <a:rPr lang="en-US"/>
              <a:t>To change photo, delete it and a new placeholder will appear.</a:t>
            </a:r>
          </a:p>
        </p:txBody>
      </p:sp>
      <p:sp>
        <p:nvSpPr>
          <p:cNvPr id="2" name="Title 1"/>
          <p:cNvSpPr>
            <a:spLocks noGrp="1"/>
          </p:cNvSpPr>
          <p:nvPr>
            <p:ph type="title" hasCustomPrompt="1"/>
          </p:nvPr>
        </p:nvSpPr>
        <p:spPr>
          <a:xfrm>
            <a:off x="14952490" y="3276547"/>
            <a:ext cx="8136904" cy="2049792"/>
          </a:xfrm>
        </p:spPr>
        <p:txBody>
          <a:bodyPr/>
          <a:lstStyle>
            <a:lvl1pPr>
              <a:defRPr b="1" baseline="0">
                <a:latin typeface="Franklin Gothic Demi" panose="020B0703020102020204" pitchFamily="34" charset="0"/>
              </a:defRPr>
            </a:lvl1pPr>
          </a:lstStyle>
          <a:p>
            <a:r>
              <a:rPr lang="en-US"/>
              <a:t>Click to edit Headline</a:t>
            </a:r>
          </a:p>
        </p:txBody>
      </p:sp>
      <p:sp>
        <p:nvSpPr>
          <p:cNvPr id="25" name="Text Placeholder 8"/>
          <p:cNvSpPr>
            <a:spLocks noGrp="1"/>
          </p:cNvSpPr>
          <p:nvPr>
            <p:ph type="body" sz="quarter" idx="23" hasCustomPrompt="1"/>
          </p:nvPr>
        </p:nvSpPr>
        <p:spPr>
          <a:xfrm>
            <a:off x="14982341" y="6463061"/>
            <a:ext cx="8137525" cy="3799566"/>
          </a:xfrm>
        </p:spPr>
        <p:txBody>
          <a:bodyPr/>
          <a:lstStyle>
            <a:lvl1pPr marL="0" indent="0">
              <a:buNone/>
              <a:defRPr/>
            </a:lvl1pPr>
          </a:lstStyle>
          <a:p>
            <a:pPr lvl="0"/>
            <a:r>
              <a:rPr lang="en-US"/>
              <a:t>Click to add text </a:t>
            </a:r>
            <a:r>
              <a:rPr lang="en-US" err="1"/>
              <a:t>Laborror</a:t>
            </a:r>
            <a:r>
              <a:rPr lang="en-US"/>
              <a:t> </a:t>
            </a:r>
            <a:r>
              <a:rPr lang="en-US" err="1"/>
              <a:t>eculparum</a:t>
            </a:r>
            <a:r>
              <a:rPr lang="en-US"/>
              <a:t> del in pro </a:t>
            </a:r>
            <a:r>
              <a:rPr lang="en-US" err="1"/>
              <a:t>esed</a:t>
            </a:r>
            <a:r>
              <a:rPr lang="en-US"/>
              <a:t> </a:t>
            </a:r>
            <a:r>
              <a:rPr lang="en-US" err="1"/>
              <a:t>entio</a:t>
            </a:r>
            <a:r>
              <a:rPr lang="en-US"/>
              <a:t>. Name </a:t>
            </a:r>
            <a:r>
              <a:rPr lang="en-US" err="1"/>
              <a:t>ped</a:t>
            </a:r>
            <a:r>
              <a:rPr lang="en-US"/>
              <a:t> </a:t>
            </a:r>
            <a:r>
              <a:rPr lang="en-US" err="1"/>
              <a:t>ea</a:t>
            </a:r>
            <a:r>
              <a:rPr lang="en-US"/>
              <a:t> que </a:t>
            </a:r>
            <a:r>
              <a:rPr lang="en-US" err="1"/>
              <a:t>rehendaepre</a:t>
            </a:r>
            <a:r>
              <a:rPr lang="en-US"/>
              <a:t> </a:t>
            </a:r>
            <a:r>
              <a:rPr lang="en-US" err="1"/>
              <a:t>occus</a:t>
            </a:r>
            <a:r>
              <a:rPr lang="en-US"/>
              <a:t> </a:t>
            </a:r>
            <a:r>
              <a:rPr lang="en-US" err="1"/>
              <a:t>dionem</a:t>
            </a:r>
            <a:r>
              <a:rPr lang="en-US"/>
              <a:t> </a:t>
            </a:r>
            <a:r>
              <a:rPr lang="en-US" err="1"/>
              <a:t>quatecta</a:t>
            </a:r>
            <a:r>
              <a:rPr lang="en-US"/>
              <a:t> qui </a:t>
            </a:r>
            <a:r>
              <a:rPr lang="en-US" err="1"/>
              <a:t>bea</a:t>
            </a:r>
            <a:r>
              <a:rPr lang="en-US"/>
              <a:t> </a:t>
            </a:r>
            <a:r>
              <a:rPr lang="en-US" err="1"/>
              <a:t>voloriassus</a:t>
            </a:r>
            <a:r>
              <a:rPr lang="en-US"/>
              <a:t> </a:t>
            </a:r>
            <a:r>
              <a:rPr lang="en-US" err="1"/>
              <a:t>ilibusa</a:t>
            </a:r>
            <a:r>
              <a:rPr lang="en-US"/>
              <a:t> </a:t>
            </a:r>
            <a:r>
              <a:rPr lang="en-US" err="1"/>
              <a:t>velenecto</a:t>
            </a:r>
            <a:r>
              <a:rPr lang="en-US"/>
              <a:t> </a:t>
            </a:r>
            <a:r>
              <a:rPr lang="en-US" err="1"/>
              <a:t>imus</a:t>
            </a:r>
            <a:r>
              <a:rPr lang="en-US"/>
              <a:t>. </a:t>
            </a:r>
            <a:r>
              <a:rPr lang="en-US" err="1"/>
              <a:t>Ut</a:t>
            </a:r>
            <a:r>
              <a:rPr lang="en-US"/>
              <a:t> </a:t>
            </a:r>
            <a:r>
              <a:rPr lang="en-US" err="1"/>
              <a:t>hariaestiis</a:t>
            </a:r>
            <a:r>
              <a:rPr lang="en-US"/>
              <a:t> </a:t>
            </a:r>
            <a:r>
              <a:rPr lang="en-US" err="1"/>
              <a:t>eosapidunt</a:t>
            </a:r>
            <a:r>
              <a:rPr lang="en-US"/>
              <a:t> quam </a:t>
            </a:r>
            <a:r>
              <a:rPr lang="en-US" err="1"/>
              <a:t>suntiusdae</a:t>
            </a:r>
            <a:r>
              <a:rPr lang="en-US"/>
              <a:t> </a:t>
            </a:r>
            <a:r>
              <a:rPr lang="en-US" err="1"/>
              <a:t>nihicidem</a:t>
            </a:r>
            <a:r>
              <a:rPr lang="en-US"/>
              <a:t> rem. </a:t>
            </a:r>
            <a:r>
              <a:rPr lang="en-US" err="1"/>
              <a:t>Ut</a:t>
            </a:r>
            <a:r>
              <a:rPr lang="en-US"/>
              <a:t> lam, </a:t>
            </a:r>
            <a:r>
              <a:rPr lang="en-US" err="1"/>
              <a:t>odi</a:t>
            </a:r>
            <a:r>
              <a:rPr lang="en-US"/>
              <a:t> id </a:t>
            </a:r>
            <a:r>
              <a:rPr lang="en-US" err="1"/>
              <a:t>ea</a:t>
            </a:r>
            <a:r>
              <a:rPr lang="en-US"/>
              <a:t> sit et </a:t>
            </a:r>
            <a:r>
              <a:rPr lang="en-US" err="1"/>
              <a:t>laut</a:t>
            </a:r>
            <a:r>
              <a:rPr lang="en-US"/>
              <a:t> </a:t>
            </a:r>
            <a:r>
              <a:rPr lang="en-US" err="1"/>
              <a:t>aut</a:t>
            </a:r>
            <a:r>
              <a:rPr lang="en-US"/>
              <a:t> </a:t>
            </a:r>
            <a:r>
              <a:rPr lang="en-US" err="1"/>
              <a:t>lique</a:t>
            </a:r>
            <a:r>
              <a:rPr lang="en-US"/>
              <a:t> quid </a:t>
            </a:r>
            <a:r>
              <a:rPr lang="en-US" err="1"/>
              <a:t>modiae</a:t>
            </a:r>
            <a:r>
              <a:rPr lang="en-US"/>
              <a:t> </a:t>
            </a:r>
            <a:r>
              <a:rPr lang="en-US" err="1"/>
              <a:t>endi</a:t>
            </a:r>
            <a:r>
              <a:rPr lang="en-US"/>
              <a:t> </a:t>
            </a:r>
            <a:r>
              <a:rPr lang="en-US" err="1"/>
              <a:t>vitem</a:t>
            </a:r>
            <a:r>
              <a:rPr lang="en-US"/>
              <a:t>.</a:t>
            </a:r>
          </a:p>
        </p:txBody>
      </p:sp>
      <p:sp>
        <p:nvSpPr>
          <p:cNvPr id="26" name="Text Placeholder 3"/>
          <p:cNvSpPr>
            <a:spLocks noGrp="1"/>
          </p:cNvSpPr>
          <p:nvPr>
            <p:ph type="body" sz="quarter" idx="24" hasCustomPrompt="1"/>
          </p:nvPr>
        </p:nvSpPr>
        <p:spPr>
          <a:xfrm>
            <a:off x="14952490" y="5410994"/>
            <a:ext cx="8197229" cy="677108"/>
          </a:xfrm>
        </p:spPr>
        <p:txBody>
          <a:bodyPr/>
          <a:lstStyle>
            <a:lvl1pPr marL="0" indent="0">
              <a:lnSpc>
                <a:spcPct val="100000"/>
              </a:lnSpc>
              <a:buNone/>
              <a:defRPr sz="4400" b="1" cap="all" baseline="0"/>
            </a:lvl1pPr>
          </a:lstStyle>
          <a:p>
            <a:pPr lvl="0"/>
            <a:r>
              <a:rPr lang="en-US"/>
              <a:t>CLICK TO SUBHEAD</a:t>
            </a:r>
          </a:p>
        </p:txBody>
      </p:sp>
      <p:sp>
        <p:nvSpPr>
          <p:cNvPr id="22" name="Text Placeholder 4"/>
          <p:cNvSpPr>
            <a:spLocks noGrp="1"/>
          </p:cNvSpPr>
          <p:nvPr>
            <p:ph type="body" sz="quarter" idx="25" hasCustomPrompt="1"/>
          </p:nvPr>
        </p:nvSpPr>
        <p:spPr>
          <a:xfrm>
            <a:off x="14982341" y="10844335"/>
            <a:ext cx="6933406" cy="607795"/>
          </a:xfrm>
        </p:spPr>
        <p:txBody>
          <a:bodyPr/>
          <a:lstStyle>
            <a:lvl1pPr marL="457200" indent="-457200">
              <a:buFontTx/>
              <a:buBlip>
                <a:blip r:embed="rId2"/>
              </a:buBlip>
              <a:defRPr/>
            </a:lvl1pPr>
          </a:lstStyle>
          <a:p>
            <a:pPr lvl="0"/>
            <a:r>
              <a:rPr lang="en-US"/>
              <a:t>Click to add bulleted list</a:t>
            </a:r>
          </a:p>
        </p:txBody>
      </p:sp>
    </p:spTree>
    <p:extLst>
      <p:ext uri="{BB962C8B-B14F-4D97-AF65-F5344CB8AC3E}">
        <p14:creationId xmlns:p14="http://schemas.microsoft.com/office/powerpoint/2010/main" val="17165851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40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2000"/>
                                        <p:tgtEl>
                                          <p:spTgt spid="13"/>
                                        </p:tgtEl>
                                      </p:cBhvr>
                                    </p:animEffect>
                                  </p:childTnLst>
                                </p:cTn>
                              </p:par>
                              <p:par>
                                <p:cTn id="8" presetID="10" presetClass="entr" presetSubtype="0" fill="hold" grpId="0" nodeType="withEffect">
                                  <p:stCondLst>
                                    <p:cond delay="40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2000"/>
                                        <p:tgtEl>
                                          <p:spTgt spid="14"/>
                                        </p:tgtEl>
                                      </p:cBhvr>
                                    </p:animEffect>
                                  </p:childTnLst>
                                </p:cTn>
                              </p:par>
                              <p:par>
                                <p:cTn id="11" presetID="10" presetClass="entr" presetSubtype="0" fill="hold" grpId="0" nodeType="withEffect">
                                  <p:stCondLst>
                                    <p:cond delay="160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2000"/>
                                        <p:tgtEl>
                                          <p:spTgt spid="15"/>
                                        </p:tgtEl>
                                      </p:cBhvr>
                                    </p:animEffect>
                                  </p:childTnLst>
                                </p:cTn>
                              </p:par>
                              <p:par>
                                <p:cTn id="14" presetID="10" presetClass="entr" presetSubtype="0" fill="hold" grpId="0" nodeType="withEffect">
                                  <p:stCondLst>
                                    <p:cond delay="80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2000"/>
                                        <p:tgtEl>
                                          <p:spTgt spid="1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7"/>
                                        </p:tgtEl>
                                        <p:attrNameLst>
                                          <p:attrName>style.visibility</p:attrName>
                                        </p:attrNameLst>
                                      </p:cBhvr>
                                      <p:to>
                                        <p:strVal val="visible"/>
                                      </p:to>
                                    </p:set>
                                    <p:animEffect transition="in" filter="fade">
                                      <p:cBhvr>
                                        <p:cTn id="19" dur="2000"/>
                                        <p:tgtEl>
                                          <p:spTgt spid="17"/>
                                        </p:tgtEl>
                                      </p:cBhvr>
                                    </p:animEffect>
                                  </p:childTnLst>
                                </p:cTn>
                              </p:par>
                              <p:par>
                                <p:cTn id="20" presetID="10" presetClass="entr" presetSubtype="0" fill="hold" grpId="0" nodeType="withEffect">
                                  <p:stCondLst>
                                    <p:cond delay="60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2000"/>
                                        <p:tgtEl>
                                          <p:spTgt spid="18"/>
                                        </p:tgtEl>
                                      </p:cBhvr>
                                    </p:animEffect>
                                  </p:childTnLst>
                                </p:cTn>
                              </p:par>
                              <p:par>
                                <p:cTn id="23" presetID="10" presetClass="entr" presetSubtype="0" fill="hold" grpId="0" nodeType="withEffect">
                                  <p:stCondLst>
                                    <p:cond delay="100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2000"/>
                                        <p:tgtEl>
                                          <p:spTgt spid="19"/>
                                        </p:tgtEl>
                                      </p:cBhvr>
                                    </p:animEffect>
                                  </p:childTnLst>
                                </p:cTn>
                              </p:par>
                              <p:par>
                                <p:cTn id="26" presetID="10" presetClass="entr" presetSubtype="0" fill="hold" grpId="0" nodeType="withEffect">
                                  <p:stCondLst>
                                    <p:cond delay="120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2000"/>
                                        <p:tgtEl>
                                          <p:spTgt spid="20"/>
                                        </p:tgtEl>
                                      </p:cBhvr>
                                    </p:animEffect>
                                  </p:childTnLst>
                                </p:cTn>
                              </p:par>
                              <p:par>
                                <p:cTn id="29" presetID="10" presetClass="entr" presetSubtype="0" fill="hold" grpId="0" nodeType="withEffect">
                                  <p:stCondLst>
                                    <p:cond delay="20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2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animBg="1"/>
      <p:bldP spid="18" grpId="0" animBg="1"/>
      <p:bldP spid="19" grpId="0" animBg="1"/>
      <p:bldP spid="20" grpId="0" animBg="1"/>
      <p:bldP spid="21" grpId="0" animBg="1"/>
    </p:bld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Full Photo Grid">
    <p:bg>
      <p:bgPr>
        <a:solidFill>
          <a:schemeClr val="tx1"/>
        </a:solidFill>
        <a:effectLst/>
      </p:bgPr>
    </p:bg>
    <p:spTree>
      <p:nvGrpSpPr>
        <p:cNvPr id="1" name=""/>
        <p:cNvGrpSpPr/>
        <p:nvPr/>
      </p:nvGrpSpPr>
      <p:grpSpPr>
        <a:xfrm>
          <a:off x="0" y="0"/>
          <a:ext cx="0" cy="0"/>
          <a:chOff x="0" y="0"/>
          <a:chExt cx="0" cy="0"/>
        </a:xfrm>
      </p:grpSpPr>
      <p:sp>
        <p:nvSpPr>
          <p:cNvPr id="6" name="Picture Placeholder 5"/>
          <p:cNvSpPr>
            <a:spLocks noGrp="1" noChangeAspect="1"/>
          </p:cNvSpPr>
          <p:nvPr>
            <p:ph type="pic" sz="quarter" idx="10" hasCustomPrompt="1"/>
          </p:nvPr>
        </p:nvSpPr>
        <p:spPr>
          <a:xfrm>
            <a:off x="743522" y="0"/>
            <a:ext cx="4572000" cy="4572000"/>
          </a:xfrm>
          <a:prstGeom prst="rect">
            <a:avLst/>
          </a:prstGeom>
          <a:pattFill prst="lgCheck">
            <a:fgClr>
              <a:schemeClr val="tx2">
                <a:lumMod val="10000"/>
                <a:lumOff val="90000"/>
              </a:schemeClr>
            </a:fgClr>
            <a:bgClr>
              <a:schemeClr val="bg1"/>
            </a:bgClr>
          </a:pattFill>
        </p:spPr>
        <p:txBody>
          <a:bodyPr tIns="1005840">
            <a:normAutofit/>
          </a:bodyPr>
          <a:lstStyle>
            <a:lvl1pPr marL="0" indent="0" algn="ctr">
              <a:buNone/>
              <a:defRPr sz="1800" b="0" baseline="0">
                <a:latin typeface="Franklin Gothic Book" panose="020B0503020102020204" pitchFamily="34" charset="0"/>
                <a:ea typeface="Franklin Gothic Book" panose="020B0503020102020204" pitchFamily="34" charset="0"/>
                <a:cs typeface="Franklin Gothic Book" panose="020B0503020102020204" pitchFamily="34" charset="0"/>
              </a:defRPr>
            </a:lvl1pPr>
          </a:lstStyle>
          <a:p>
            <a:r>
              <a:rPr lang="en-US"/>
              <a:t>Click icon to add photo. </a:t>
            </a:r>
            <a:br>
              <a:rPr lang="en-US"/>
            </a:br>
            <a:r>
              <a:rPr lang="en-US"/>
              <a:t>To change photo, delete it and a new placeholder will appear.</a:t>
            </a:r>
          </a:p>
        </p:txBody>
      </p:sp>
      <p:sp>
        <p:nvSpPr>
          <p:cNvPr id="35" name="Picture Placeholder 5"/>
          <p:cNvSpPr>
            <a:spLocks noGrp="1" noChangeAspect="1"/>
          </p:cNvSpPr>
          <p:nvPr>
            <p:ph type="pic" sz="quarter" idx="11" hasCustomPrompt="1"/>
          </p:nvPr>
        </p:nvSpPr>
        <p:spPr>
          <a:xfrm>
            <a:off x="5315522" y="0"/>
            <a:ext cx="4572000" cy="4572000"/>
          </a:xfrm>
          <a:prstGeom prst="rect">
            <a:avLst/>
          </a:prstGeom>
          <a:pattFill prst="lgCheck">
            <a:fgClr>
              <a:schemeClr val="tx2">
                <a:lumMod val="10000"/>
                <a:lumOff val="90000"/>
              </a:schemeClr>
            </a:fgClr>
            <a:bgClr>
              <a:schemeClr val="bg1"/>
            </a:bgClr>
          </a:pattFill>
        </p:spPr>
        <p:txBody>
          <a:bodyPr tIns="1005840">
            <a:normAutofit/>
          </a:bodyPr>
          <a:lstStyle>
            <a:lvl1pPr marL="0" indent="0" algn="ctr">
              <a:buNone/>
              <a:defRPr sz="1800" b="0" baseline="0">
                <a:latin typeface="Franklin Gothic Book" panose="020B0503020102020204" pitchFamily="34" charset="0"/>
                <a:ea typeface="Franklin Gothic Book" panose="020B0503020102020204" pitchFamily="34" charset="0"/>
                <a:cs typeface="Franklin Gothic Book" panose="020B0503020102020204" pitchFamily="34" charset="0"/>
              </a:defRPr>
            </a:lvl1pPr>
          </a:lstStyle>
          <a:p>
            <a:r>
              <a:rPr lang="en-US"/>
              <a:t>Click icon to add photo. </a:t>
            </a:r>
            <a:br>
              <a:rPr lang="en-US"/>
            </a:br>
            <a:r>
              <a:rPr lang="en-US"/>
              <a:t>To change photo, delete it and a new placeholder will appear.</a:t>
            </a:r>
          </a:p>
        </p:txBody>
      </p:sp>
      <p:sp>
        <p:nvSpPr>
          <p:cNvPr id="36" name="Picture Placeholder 5"/>
          <p:cNvSpPr>
            <a:spLocks noGrp="1" noChangeAspect="1"/>
          </p:cNvSpPr>
          <p:nvPr>
            <p:ph type="pic" sz="quarter" idx="12" hasCustomPrompt="1"/>
          </p:nvPr>
        </p:nvSpPr>
        <p:spPr>
          <a:xfrm>
            <a:off x="9887522" y="0"/>
            <a:ext cx="4572000" cy="4572000"/>
          </a:xfrm>
          <a:prstGeom prst="rect">
            <a:avLst/>
          </a:prstGeom>
          <a:pattFill prst="lgCheck">
            <a:fgClr>
              <a:schemeClr val="tx2">
                <a:lumMod val="10000"/>
                <a:lumOff val="90000"/>
              </a:schemeClr>
            </a:fgClr>
            <a:bgClr>
              <a:schemeClr val="bg1"/>
            </a:bgClr>
          </a:pattFill>
        </p:spPr>
        <p:txBody>
          <a:bodyPr tIns="1005840">
            <a:normAutofit/>
          </a:bodyPr>
          <a:lstStyle>
            <a:lvl1pPr marL="0" indent="0" algn="ctr">
              <a:buNone/>
              <a:defRPr sz="1800" b="0" baseline="0">
                <a:latin typeface="Franklin Gothic Book" panose="020B0503020102020204" pitchFamily="34" charset="0"/>
                <a:ea typeface="Franklin Gothic Book" panose="020B0503020102020204" pitchFamily="34" charset="0"/>
                <a:cs typeface="Franklin Gothic Book" panose="020B0503020102020204" pitchFamily="34" charset="0"/>
              </a:defRPr>
            </a:lvl1pPr>
          </a:lstStyle>
          <a:p>
            <a:r>
              <a:rPr lang="en-US"/>
              <a:t>Click icon to add photo. </a:t>
            </a:r>
            <a:br>
              <a:rPr lang="en-US"/>
            </a:br>
            <a:r>
              <a:rPr lang="en-US"/>
              <a:t>To change photo, delete it and a new placeholder will appear.</a:t>
            </a:r>
          </a:p>
        </p:txBody>
      </p:sp>
      <p:sp>
        <p:nvSpPr>
          <p:cNvPr id="37" name="Picture Placeholder 5"/>
          <p:cNvSpPr>
            <a:spLocks noGrp="1" noChangeAspect="1"/>
          </p:cNvSpPr>
          <p:nvPr>
            <p:ph type="pic" sz="quarter" idx="13" hasCustomPrompt="1"/>
          </p:nvPr>
        </p:nvSpPr>
        <p:spPr>
          <a:xfrm>
            <a:off x="14459522" y="0"/>
            <a:ext cx="4572000" cy="4572000"/>
          </a:xfrm>
          <a:prstGeom prst="rect">
            <a:avLst/>
          </a:prstGeom>
          <a:pattFill prst="lgCheck">
            <a:fgClr>
              <a:schemeClr val="tx2">
                <a:lumMod val="10000"/>
                <a:lumOff val="90000"/>
              </a:schemeClr>
            </a:fgClr>
            <a:bgClr>
              <a:schemeClr val="bg1"/>
            </a:bgClr>
          </a:pattFill>
        </p:spPr>
        <p:txBody>
          <a:bodyPr tIns="1005840">
            <a:normAutofit/>
          </a:bodyPr>
          <a:lstStyle>
            <a:lvl1pPr marL="0" indent="0" algn="ctr">
              <a:buNone/>
              <a:defRPr sz="1800" b="0" baseline="0">
                <a:latin typeface="Franklin Gothic Book" panose="020B0503020102020204" pitchFamily="34" charset="0"/>
                <a:ea typeface="Franklin Gothic Book" panose="020B0503020102020204" pitchFamily="34" charset="0"/>
                <a:cs typeface="Franklin Gothic Book" panose="020B0503020102020204" pitchFamily="34" charset="0"/>
              </a:defRPr>
            </a:lvl1pPr>
          </a:lstStyle>
          <a:p>
            <a:r>
              <a:rPr lang="en-US"/>
              <a:t>Click icon to add photo. </a:t>
            </a:r>
            <a:br>
              <a:rPr lang="en-US"/>
            </a:br>
            <a:r>
              <a:rPr lang="en-US"/>
              <a:t>To change photo, delete it and a new placeholder will appear.</a:t>
            </a:r>
          </a:p>
        </p:txBody>
      </p:sp>
      <p:sp>
        <p:nvSpPr>
          <p:cNvPr id="38" name="Picture Placeholder 5"/>
          <p:cNvSpPr>
            <a:spLocks noGrp="1" noChangeAspect="1"/>
          </p:cNvSpPr>
          <p:nvPr>
            <p:ph type="pic" sz="quarter" idx="14" hasCustomPrompt="1"/>
          </p:nvPr>
        </p:nvSpPr>
        <p:spPr>
          <a:xfrm>
            <a:off x="19031522" y="0"/>
            <a:ext cx="4572000" cy="4572000"/>
          </a:xfrm>
          <a:prstGeom prst="rect">
            <a:avLst/>
          </a:prstGeom>
          <a:pattFill prst="lgCheck">
            <a:fgClr>
              <a:schemeClr val="tx2">
                <a:lumMod val="10000"/>
                <a:lumOff val="90000"/>
              </a:schemeClr>
            </a:fgClr>
            <a:bgClr>
              <a:schemeClr val="bg1"/>
            </a:bgClr>
          </a:pattFill>
        </p:spPr>
        <p:txBody>
          <a:bodyPr tIns="1005840">
            <a:normAutofit/>
          </a:bodyPr>
          <a:lstStyle>
            <a:lvl1pPr marL="0" indent="0" algn="ctr">
              <a:buNone/>
              <a:defRPr sz="1800" b="0" baseline="0">
                <a:latin typeface="Franklin Gothic Book" panose="020B0503020102020204" pitchFamily="34" charset="0"/>
                <a:ea typeface="Franklin Gothic Book" panose="020B0503020102020204" pitchFamily="34" charset="0"/>
                <a:cs typeface="Franklin Gothic Book" panose="020B0503020102020204" pitchFamily="34" charset="0"/>
              </a:defRPr>
            </a:lvl1pPr>
          </a:lstStyle>
          <a:p>
            <a:r>
              <a:rPr lang="en-US"/>
              <a:t>Click icon to add photo. </a:t>
            </a:r>
            <a:br>
              <a:rPr lang="en-US"/>
            </a:br>
            <a:r>
              <a:rPr lang="en-US"/>
              <a:t>To change photo, delete it and a new placeholder will appear.</a:t>
            </a:r>
          </a:p>
        </p:txBody>
      </p:sp>
      <p:sp>
        <p:nvSpPr>
          <p:cNvPr id="39" name="Picture Placeholder 5"/>
          <p:cNvSpPr>
            <a:spLocks noGrp="1" noChangeAspect="1"/>
          </p:cNvSpPr>
          <p:nvPr>
            <p:ph type="pic" sz="quarter" idx="15" hasCustomPrompt="1"/>
          </p:nvPr>
        </p:nvSpPr>
        <p:spPr>
          <a:xfrm>
            <a:off x="743522" y="4572000"/>
            <a:ext cx="4572000" cy="4572000"/>
          </a:xfrm>
          <a:prstGeom prst="rect">
            <a:avLst/>
          </a:prstGeom>
          <a:pattFill prst="lgCheck">
            <a:fgClr>
              <a:schemeClr val="tx2">
                <a:lumMod val="10000"/>
                <a:lumOff val="90000"/>
              </a:schemeClr>
            </a:fgClr>
            <a:bgClr>
              <a:schemeClr val="bg1"/>
            </a:bgClr>
          </a:pattFill>
        </p:spPr>
        <p:txBody>
          <a:bodyPr tIns="1005840">
            <a:normAutofit/>
          </a:bodyPr>
          <a:lstStyle>
            <a:lvl1pPr marL="0" indent="0" algn="ctr">
              <a:buNone/>
              <a:defRPr sz="1800" b="0" baseline="0">
                <a:latin typeface="Franklin Gothic Book" panose="020B0503020102020204" pitchFamily="34" charset="0"/>
                <a:ea typeface="Franklin Gothic Book" panose="020B0503020102020204" pitchFamily="34" charset="0"/>
                <a:cs typeface="Franklin Gothic Book" panose="020B0503020102020204" pitchFamily="34" charset="0"/>
              </a:defRPr>
            </a:lvl1pPr>
          </a:lstStyle>
          <a:p>
            <a:r>
              <a:rPr lang="en-US"/>
              <a:t>Click icon to add photo. </a:t>
            </a:r>
            <a:br>
              <a:rPr lang="en-US"/>
            </a:br>
            <a:r>
              <a:rPr lang="en-US"/>
              <a:t>To change photo, delete it and a new placeholder will appear.</a:t>
            </a:r>
          </a:p>
        </p:txBody>
      </p:sp>
      <p:sp>
        <p:nvSpPr>
          <p:cNvPr id="40" name="Picture Placeholder 5"/>
          <p:cNvSpPr>
            <a:spLocks noGrp="1" noChangeAspect="1"/>
          </p:cNvSpPr>
          <p:nvPr>
            <p:ph type="pic" sz="quarter" idx="16" hasCustomPrompt="1"/>
          </p:nvPr>
        </p:nvSpPr>
        <p:spPr>
          <a:xfrm>
            <a:off x="5315522" y="4572000"/>
            <a:ext cx="4572000" cy="4572000"/>
          </a:xfrm>
          <a:prstGeom prst="rect">
            <a:avLst/>
          </a:prstGeom>
          <a:pattFill prst="lgCheck">
            <a:fgClr>
              <a:schemeClr val="tx2">
                <a:lumMod val="10000"/>
                <a:lumOff val="90000"/>
              </a:schemeClr>
            </a:fgClr>
            <a:bgClr>
              <a:schemeClr val="bg1"/>
            </a:bgClr>
          </a:pattFill>
        </p:spPr>
        <p:txBody>
          <a:bodyPr tIns="1005840">
            <a:normAutofit/>
          </a:bodyPr>
          <a:lstStyle>
            <a:lvl1pPr marL="0" indent="0" algn="ctr">
              <a:buNone/>
              <a:defRPr sz="1800" b="0" baseline="0">
                <a:latin typeface="Franklin Gothic Book" panose="020B0503020102020204" pitchFamily="34" charset="0"/>
                <a:ea typeface="Franklin Gothic Book" panose="020B0503020102020204" pitchFamily="34" charset="0"/>
                <a:cs typeface="Franklin Gothic Book" panose="020B0503020102020204" pitchFamily="34" charset="0"/>
              </a:defRPr>
            </a:lvl1pPr>
          </a:lstStyle>
          <a:p>
            <a:r>
              <a:rPr lang="en-US"/>
              <a:t>Click icon to add photo. </a:t>
            </a:r>
            <a:br>
              <a:rPr lang="en-US"/>
            </a:br>
            <a:r>
              <a:rPr lang="en-US"/>
              <a:t>To change photo, delete it and a new placeholder will appear.</a:t>
            </a:r>
          </a:p>
        </p:txBody>
      </p:sp>
      <p:sp>
        <p:nvSpPr>
          <p:cNvPr id="41" name="Picture Placeholder 5"/>
          <p:cNvSpPr>
            <a:spLocks noGrp="1" noChangeAspect="1"/>
          </p:cNvSpPr>
          <p:nvPr>
            <p:ph type="pic" sz="quarter" idx="17" hasCustomPrompt="1"/>
          </p:nvPr>
        </p:nvSpPr>
        <p:spPr>
          <a:xfrm>
            <a:off x="9887522" y="4572000"/>
            <a:ext cx="4572000" cy="4572000"/>
          </a:xfrm>
          <a:prstGeom prst="rect">
            <a:avLst/>
          </a:prstGeom>
          <a:pattFill prst="lgCheck">
            <a:fgClr>
              <a:schemeClr val="tx2">
                <a:lumMod val="10000"/>
                <a:lumOff val="90000"/>
              </a:schemeClr>
            </a:fgClr>
            <a:bgClr>
              <a:schemeClr val="bg1"/>
            </a:bgClr>
          </a:pattFill>
        </p:spPr>
        <p:txBody>
          <a:bodyPr tIns="1005840">
            <a:normAutofit/>
          </a:bodyPr>
          <a:lstStyle>
            <a:lvl1pPr marL="0" indent="0" algn="ctr">
              <a:buNone/>
              <a:defRPr sz="1800" b="0" baseline="0">
                <a:latin typeface="Franklin Gothic Book" panose="020B0503020102020204" pitchFamily="34" charset="0"/>
                <a:ea typeface="Franklin Gothic Book" panose="020B0503020102020204" pitchFamily="34" charset="0"/>
                <a:cs typeface="Franklin Gothic Book" panose="020B0503020102020204" pitchFamily="34" charset="0"/>
              </a:defRPr>
            </a:lvl1pPr>
          </a:lstStyle>
          <a:p>
            <a:r>
              <a:rPr lang="en-US"/>
              <a:t>Click icon to add photo. </a:t>
            </a:r>
            <a:br>
              <a:rPr lang="en-US"/>
            </a:br>
            <a:r>
              <a:rPr lang="en-US"/>
              <a:t>To change photo, delete it and a new placeholder will appear.</a:t>
            </a:r>
          </a:p>
        </p:txBody>
      </p:sp>
      <p:sp>
        <p:nvSpPr>
          <p:cNvPr id="42" name="Picture Placeholder 5"/>
          <p:cNvSpPr>
            <a:spLocks noGrp="1" noChangeAspect="1"/>
          </p:cNvSpPr>
          <p:nvPr>
            <p:ph type="pic" sz="quarter" idx="18" hasCustomPrompt="1"/>
          </p:nvPr>
        </p:nvSpPr>
        <p:spPr>
          <a:xfrm>
            <a:off x="14459522" y="4572000"/>
            <a:ext cx="4572000" cy="4572000"/>
          </a:xfrm>
          <a:prstGeom prst="rect">
            <a:avLst/>
          </a:prstGeom>
          <a:pattFill prst="lgCheck">
            <a:fgClr>
              <a:schemeClr val="tx2">
                <a:lumMod val="10000"/>
                <a:lumOff val="90000"/>
              </a:schemeClr>
            </a:fgClr>
            <a:bgClr>
              <a:schemeClr val="bg1"/>
            </a:bgClr>
          </a:pattFill>
        </p:spPr>
        <p:txBody>
          <a:bodyPr tIns="1005840">
            <a:normAutofit/>
          </a:bodyPr>
          <a:lstStyle>
            <a:lvl1pPr marL="0" indent="0" algn="ctr">
              <a:buNone/>
              <a:defRPr sz="1800" b="0" baseline="0">
                <a:latin typeface="Franklin Gothic Book" panose="020B0503020102020204" pitchFamily="34" charset="0"/>
                <a:ea typeface="Franklin Gothic Book" panose="020B0503020102020204" pitchFamily="34" charset="0"/>
                <a:cs typeface="Franklin Gothic Book" panose="020B0503020102020204" pitchFamily="34" charset="0"/>
              </a:defRPr>
            </a:lvl1pPr>
          </a:lstStyle>
          <a:p>
            <a:r>
              <a:rPr lang="en-US"/>
              <a:t>Click icon to add photo. </a:t>
            </a:r>
            <a:br>
              <a:rPr lang="en-US"/>
            </a:br>
            <a:r>
              <a:rPr lang="en-US"/>
              <a:t>To change photo, delete it and a new placeholder will appear.</a:t>
            </a:r>
          </a:p>
        </p:txBody>
      </p:sp>
      <p:sp>
        <p:nvSpPr>
          <p:cNvPr id="43" name="Picture Placeholder 5"/>
          <p:cNvSpPr>
            <a:spLocks noGrp="1" noChangeAspect="1"/>
          </p:cNvSpPr>
          <p:nvPr>
            <p:ph type="pic" sz="quarter" idx="19" hasCustomPrompt="1"/>
          </p:nvPr>
        </p:nvSpPr>
        <p:spPr>
          <a:xfrm>
            <a:off x="19031522" y="4572000"/>
            <a:ext cx="4572000" cy="4572000"/>
          </a:xfrm>
          <a:prstGeom prst="rect">
            <a:avLst/>
          </a:prstGeom>
          <a:pattFill prst="lgCheck">
            <a:fgClr>
              <a:schemeClr val="tx2">
                <a:lumMod val="10000"/>
                <a:lumOff val="90000"/>
              </a:schemeClr>
            </a:fgClr>
            <a:bgClr>
              <a:schemeClr val="bg1"/>
            </a:bgClr>
          </a:pattFill>
        </p:spPr>
        <p:txBody>
          <a:bodyPr tIns="1005840">
            <a:normAutofit/>
          </a:bodyPr>
          <a:lstStyle>
            <a:lvl1pPr marL="0" indent="0" algn="ctr">
              <a:buNone/>
              <a:defRPr sz="1800" b="0" baseline="0">
                <a:latin typeface="Franklin Gothic Book" panose="020B0503020102020204" pitchFamily="34" charset="0"/>
                <a:ea typeface="Franklin Gothic Book" panose="020B0503020102020204" pitchFamily="34" charset="0"/>
                <a:cs typeface="Franklin Gothic Book" panose="020B0503020102020204" pitchFamily="34" charset="0"/>
              </a:defRPr>
            </a:lvl1pPr>
          </a:lstStyle>
          <a:p>
            <a:r>
              <a:rPr lang="en-US"/>
              <a:t>Click icon to add photo. </a:t>
            </a:r>
            <a:br>
              <a:rPr lang="en-US"/>
            </a:br>
            <a:r>
              <a:rPr lang="en-US"/>
              <a:t>To change photo, delete it and a new placeholder will appear.</a:t>
            </a:r>
          </a:p>
        </p:txBody>
      </p:sp>
      <p:sp>
        <p:nvSpPr>
          <p:cNvPr id="44" name="Picture Placeholder 5"/>
          <p:cNvSpPr>
            <a:spLocks noGrp="1" noChangeAspect="1"/>
          </p:cNvSpPr>
          <p:nvPr>
            <p:ph type="pic" sz="quarter" idx="20" hasCustomPrompt="1"/>
          </p:nvPr>
        </p:nvSpPr>
        <p:spPr>
          <a:xfrm>
            <a:off x="743522" y="9144000"/>
            <a:ext cx="4572000" cy="4572000"/>
          </a:xfrm>
          <a:prstGeom prst="rect">
            <a:avLst/>
          </a:prstGeom>
          <a:pattFill prst="lgCheck">
            <a:fgClr>
              <a:schemeClr val="tx2">
                <a:lumMod val="10000"/>
                <a:lumOff val="90000"/>
              </a:schemeClr>
            </a:fgClr>
            <a:bgClr>
              <a:schemeClr val="bg1"/>
            </a:bgClr>
          </a:pattFill>
        </p:spPr>
        <p:txBody>
          <a:bodyPr tIns="1005840">
            <a:normAutofit/>
          </a:bodyPr>
          <a:lstStyle>
            <a:lvl1pPr marL="0" indent="0" algn="ctr">
              <a:buNone/>
              <a:defRPr sz="1800" b="0" baseline="0">
                <a:latin typeface="Franklin Gothic Book" panose="020B0503020102020204" pitchFamily="34" charset="0"/>
                <a:ea typeface="Franklin Gothic Book" panose="020B0503020102020204" pitchFamily="34" charset="0"/>
                <a:cs typeface="Franklin Gothic Book" panose="020B0503020102020204" pitchFamily="34" charset="0"/>
              </a:defRPr>
            </a:lvl1pPr>
          </a:lstStyle>
          <a:p>
            <a:r>
              <a:rPr lang="en-US"/>
              <a:t>Click icon to add photo. </a:t>
            </a:r>
            <a:br>
              <a:rPr lang="en-US"/>
            </a:br>
            <a:r>
              <a:rPr lang="en-US"/>
              <a:t>To change photo, delete it and a new placeholder will appear.</a:t>
            </a:r>
          </a:p>
        </p:txBody>
      </p:sp>
      <p:sp>
        <p:nvSpPr>
          <p:cNvPr id="45" name="Picture Placeholder 5"/>
          <p:cNvSpPr>
            <a:spLocks noGrp="1" noChangeAspect="1"/>
          </p:cNvSpPr>
          <p:nvPr>
            <p:ph type="pic" sz="quarter" idx="21" hasCustomPrompt="1"/>
          </p:nvPr>
        </p:nvSpPr>
        <p:spPr>
          <a:xfrm>
            <a:off x="5315522" y="9144000"/>
            <a:ext cx="4572000" cy="4572000"/>
          </a:xfrm>
          <a:prstGeom prst="rect">
            <a:avLst/>
          </a:prstGeom>
          <a:pattFill prst="lgCheck">
            <a:fgClr>
              <a:schemeClr val="tx2">
                <a:lumMod val="10000"/>
                <a:lumOff val="90000"/>
              </a:schemeClr>
            </a:fgClr>
            <a:bgClr>
              <a:schemeClr val="bg1"/>
            </a:bgClr>
          </a:pattFill>
        </p:spPr>
        <p:txBody>
          <a:bodyPr tIns="1005840">
            <a:normAutofit/>
          </a:bodyPr>
          <a:lstStyle>
            <a:lvl1pPr marL="0" indent="0" algn="ctr">
              <a:buNone/>
              <a:defRPr sz="1800" b="0" baseline="0">
                <a:latin typeface="Franklin Gothic Book" panose="020B0503020102020204" pitchFamily="34" charset="0"/>
                <a:ea typeface="Franklin Gothic Book" panose="020B0503020102020204" pitchFamily="34" charset="0"/>
                <a:cs typeface="Franklin Gothic Book" panose="020B0503020102020204" pitchFamily="34" charset="0"/>
              </a:defRPr>
            </a:lvl1pPr>
          </a:lstStyle>
          <a:p>
            <a:r>
              <a:rPr lang="en-US"/>
              <a:t>Click icon to add photo. </a:t>
            </a:r>
            <a:br>
              <a:rPr lang="en-US"/>
            </a:br>
            <a:r>
              <a:rPr lang="en-US"/>
              <a:t>To change photo, delete it and a new placeholder will appear.</a:t>
            </a:r>
          </a:p>
        </p:txBody>
      </p:sp>
      <p:sp>
        <p:nvSpPr>
          <p:cNvPr id="46" name="Picture Placeholder 5"/>
          <p:cNvSpPr>
            <a:spLocks noGrp="1" noChangeAspect="1"/>
          </p:cNvSpPr>
          <p:nvPr>
            <p:ph type="pic" sz="quarter" idx="22" hasCustomPrompt="1"/>
          </p:nvPr>
        </p:nvSpPr>
        <p:spPr>
          <a:xfrm>
            <a:off x="9887522" y="9144000"/>
            <a:ext cx="4572000" cy="4572000"/>
          </a:xfrm>
          <a:prstGeom prst="rect">
            <a:avLst/>
          </a:prstGeom>
          <a:pattFill prst="lgCheck">
            <a:fgClr>
              <a:schemeClr val="tx2">
                <a:lumMod val="10000"/>
                <a:lumOff val="90000"/>
              </a:schemeClr>
            </a:fgClr>
            <a:bgClr>
              <a:schemeClr val="bg1"/>
            </a:bgClr>
          </a:pattFill>
        </p:spPr>
        <p:txBody>
          <a:bodyPr tIns="1005840">
            <a:normAutofit/>
          </a:bodyPr>
          <a:lstStyle>
            <a:lvl1pPr marL="0" indent="0" algn="ctr">
              <a:buNone/>
              <a:defRPr sz="1800" b="0" baseline="0">
                <a:latin typeface="Franklin Gothic Book" panose="020B0503020102020204" pitchFamily="34" charset="0"/>
                <a:ea typeface="Franklin Gothic Book" panose="020B0503020102020204" pitchFamily="34" charset="0"/>
                <a:cs typeface="Franklin Gothic Book" panose="020B0503020102020204" pitchFamily="34" charset="0"/>
              </a:defRPr>
            </a:lvl1pPr>
          </a:lstStyle>
          <a:p>
            <a:r>
              <a:rPr lang="en-US"/>
              <a:t>Click icon to add photo. </a:t>
            </a:r>
            <a:br>
              <a:rPr lang="en-US"/>
            </a:br>
            <a:r>
              <a:rPr lang="en-US"/>
              <a:t>To change photo, delete it and a new placeholder will appear.</a:t>
            </a:r>
          </a:p>
        </p:txBody>
      </p:sp>
      <p:sp>
        <p:nvSpPr>
          <p:cNvPr id="47" name="Picture Placeholder 5"/>
          <p:cNvSpPr>
            <a:spLocks noGrp="1" noChangeAspect="1"/>
          </p:cNvSpPr>
          <p:nvPr>
            <p:ph type="pic" sz="quarter" idx="23" hasCustomPrompt="1"/>
          </p:nvPr>
        </p:nvSpPr>
        <p:spPr>
          <a:xfrm>
            <a:off x="14459522" y="9144000"/>
            <a:ext cx="4572000" cy="4572000"/>
          </a:xfrm>
          <a:prstGeom prst="rect">
            <a:avLst/>
          </a:prstGeom>
          <a:pattFill prst="lgCheck">
            <a:fgClr>
              <a:schemeClr val="tx2">
                <a:lumMod val="10000"/>
                <a:lumOff val="90000"/>
              </a:schemeClr>
            </a:fgClr>
            <a:bgClr>
              <a:schemeClr val="bg1"/>
            </a:bgClr>
          </a:pattFill>
        </p:spPr>
        <p:txBody>
          <a:bodyPr tIns="1005840">
            <a:normAutofit/>
          </a:bodyPr>
          <a:lstStyle>
            <a:lvl1pPr marL="0" indent="0" algn="ctr">
              <a:buNone/>
              <a:defRPr sz="1800" b="0" baseline="0">
                <a:latin typeface="Franklin Gothic Book" panose="020B0503020102020204" pitchFamily="34" charset="0"/>
                <a:ea typeface="Franklin Gothic Book" panose="020B0503020102020204" pitchFamily="34" charset="0"/>
                <a:cs typeface="Franklin Gothic Book" panose="020B0503020102020204" pitchFamily="34" charset="0"/>
              </a:defRPr>
            </a:lvl1pPr>
          </a:lstStyle>
          <a:p>
            <a:r>
              <a:rPr lang="en-US"/>
              <a:t>Click icon to add photo. </a:t>
            </a:r>
            <a:br>
              <a:rPr lang="en-US"/>
            </a:br>
            <a:r>
              <a:rPr lang="en-US"/>
              <a:t>To change photo, delete it and a new placeholder will appear.</a:t>
            </a:r>
          </a:p>
        </p:txBody>
      </p:sp>
      <p:sp>
        <p:nvSpPr>
          <p:cNvPr id="48" name="Picture Placeholder 5"/>
          <p:cNvSpPr>
            <a:spLocks noGrp="1" noChangeAspect="1"/>
          </p:cNvSpPr>
          <p:nvPr>
            <p:ph type="pic" sz="quarter" idx="24" hasCustomPrompt="1"/>
          </p:nvPr>
        </p:nvSpPr>
        <p:spPr>
          <a:xfrm>
            <a:off x="19031522" y="9144000"/>
            <a:ext cx="4572000" cy="4572000"/>
          </a:xfrm>
          <a:prstGeom prst="rect">
            <a:avLst/>
          </a:prstGeom>
          <a:pattFill prst="lgCheck">
            <a:fgClr>
              <a:schemeClr val="tx2">
                <a:lumMod val="10000"/>
                <a:lumOff val="90000"/>
              </a:schemeClr>
            </a:fgClr>
            <a:bgClr>
              <a:schemeClr val="bg1"/>
            </a:bgClr>
          </a:pattFill>
        </p:spPr>
        <p:txBody>
          <a:bodyPr tIns="1005840">
            <a:normAutofit/>
          </a:bodyPr>
          <a:lstStyle>
            <a:lvl1pPr marL="0" indent="0" algn="ctr">
              <a:buNone/>
              <a:defRPr sz="1800" b="0" baseline="0">
                <a:latin typeface="Franklin Gothic Book" panose="020B0503020102020204" pitchFamily="34" charset="0"/>
                <a:ea typeface="Franklin Gothic Book" panose="020B0503020102020204" pitchFamily="34" charset="0"/>
                <a:cs typeface="Franklin Gothic Book" panose="020B0503020102020204" pitchFamily="34" charset="0"/>
              </a:defRPr>
            </a:lvl1pPr>
          </a:lstStyle>
          <a:p>
            <a:r>
              <a:rPr lang="en-US"/>
              <a:t>Click icon to add photo. </a:t>
            </a:r>
            <a:br>
              <a:rPr lang="en-US"/>
            </a:br>
            <a:r>
              <a:rPr lang="en-US"/>
              <a:t>To change photo, delete it and a new placeholder will appear.</a:t>
            </a:r>
          </a:p>
        </p:txBody>
      </p:sp>
    </p:spTree>
    <p:extLst>
      <p:ext uri="{BB962C8B-B14F-4D97-AF65-F5344CB8AC3E}">
        <p14:creationId xmlns:p14="http://schemas.microsoft.com/office/powerpoint/2010/main" val="5582943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40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3000"/>
                                        <p:tgtEl>
                                          <p:spTgt spid="6"/>
                                        </p:tgtEl>
                                      </p:cBhvr>
                                    </p:animEffect>
                                  </p:childTnLst>
                                </p:cTn>
                              </p:par>
                              <p:par>
                                <p:cTn id="8" presetID="10" presetClass="entr" presetSubtype="0" fill="hold" grpId="0" nodeType="withEffect">
                                  <p:stCondLst>
                                    <p:cond delay="1200"/>
                                  </p:stCondLst>
                                  <p:childTnLst>
                                    <p:set>
                                      <p:cBhvr>
                                        <p:cTn id="9" dur="1" fill="hold">
                                          <p:stCondLst>
                                            <p:cond delay="0"/>
                                          </p:stCondLst>
                                        </p:cTn>
                                        <p:tgtEl>
                                          <p:spTgt spid="35"/>
                                        </p:tgtEl>
                                        <p:attrNameLst>
                                          <p:attrName>style.visibility</p:attrName>
                                        </p:attrNameLst>
                                      </p:cBhvr>
                                      <p:to>
                                        <p:strVal val="visible"/>
                                      </p:to>
                                    </p:set>
                                    <p:animEffect transition="in" filter="fade">
                                      <p:cBhvr>
                                        <p:cTn id="10" dur="3000"/>
                                        <p:tgtEl>
                                          <p:spTgt spid="35"/>
                                        </p:tgtEl>
                                      </p:cBhvr>
                                    </p:animEffect>
                                  </p:childTnLst>
                                </p:cTn>
                              </p:par>
                              <p:par>
                                <p:cTn id="11" presetID="10" presetClass="entr" presetSubtype="0" fill="hold" grpId="0" nodeType="withEffect">
                                  <p:stCondLst>
                                    <p:cond delay="600"/>
                                  </p:stCondLst>
                                  <p:childTnLst>
                                    <p:set>
                                      <p:cBhvr>
                                        <p:cTn id="12" dur="1" fill="hold">
                                          <p:stCondLst>
                                            <p:cond delay="0"/>
                                          </p:stCondLst>
                                        </p:cTn>
                                        <p:tgtEl>
                                          <p:spTgt spid="36"/>
                                        </p:tgtEl>
                                        <p:attrNameLst>
                                          <p:attrName>style.visibility</p:attrName>
                                        </p:attrNameLst>
                                      </p:cBhvr>
                                      <p:to>
                                        <p:strVal val="visible"/>
                                      </p:to>
                                    </p:set>
                                    <p:animEffect transition="in" filter="fade">
                                      <p:cBhvr>
                                        <p:cTn id="13" dur="3000"/>
                                        <p:tgtEl>
                                          <p:spTgt spid="36"/>
                                        </p:tgtEl>
                                      </p:cBhvr>
                                    </p:animEffect>
                                  </p:childTnLst>
                                </p:cTn>
                              </p:par>
                              <p:par>
                                <p:cTn id="14" presetID="10" presetClass="entr" presetSubtype="0" fill="hold" grpId="0" nodeType="withEffect">
                                  <p:stCondLst>
                                    <p:cond delay="1300"/>
                                  </p:stCondLst>
                                  <p:childTnLst>
                                    <p:set>
                                      <p:cBhvr>
                                        <p:cTn id="15" dur="1" fill="hold">
                                          <p:stCondLst>
                                            <p:cond delay="0"/>
                                          </p:stCondLst>
                                        </p:cTn>
                                        <p:tgtEl>
                                          <p:spTgt spid="37"/>
                                        </p:tgtEl>
                                        <p:attrNameLst>
                                          <p:attrName>style.visibility</p:attrName>
                                        </p:attrNameLst>
                                      </p:cBhvr>
                                      <p:to>
                                        <p:strVal val="visible"/>
                                      </p:to>
                                    </p:set>
                                    <p:animEffect transition="in" filter="fade">
                                      <p:cBhvr>
                                        <p:cTn id="16" dur="3000"/>
                                        <p:tgtEl>
                                          <p:spTgt spid="37"/>
                                        </p:tgtEl>
                                      </p:cBhvr>
                                    </p:animEffect>
                                  </p:childTnLst>
                                </p:cTn>
                              </p:par>
                              <p:par>
                                <p:cTn id="17" presetID="10" presetClass="entr" presetSubtype="0" fill="hold" grpId="0" nodeType="withEffect">
                                  <p:stCondLst>
                                    <p:cond delay="700"/>
                                  </p:stCondLst>
                                  <p:childTnLst>
                                    <p:set>
                                      <p:cBhvr>
                                        <p:cTn id="18" dur="1" fill="hold">
                                          <p:stCondLst>
                                            <p:cond delay="0"/>
                                          </p:stCondLst>
                                        </p:cTn>
                                        <p:tgtEl>
                                          <p:spTgt spid="38"/>
                                        </p:tgtEl>
                                        <p:attrNameLst>
                                          <p:attrName>style.visibility</p:attrName>
                                        </p:attrNameLst>
                                      </p:cBhvr>
                                      <p:to>
                                        <p:strVal val="visible"/>
                                      </p:to>
                                    </p:set>
                                    <p:animEffect transition="in" filter="fade">
                                      <p:cBhvr>
                                        <p:cTn id="19" dur="3000"/>
                                        <p:tgtEl>
                                          <p:spTgt spid="38"/>
                                        </p:tgtEl>
                                      </p:cBhvr>
                                    </p:animEffect>
                                  </p:childTnLst>
                                </p:cTn>
                              </p:par>
                              <p:par>
                                <p:cTn id="20" presetID="10" presetClass="entr" presetSubtype="0" fill="hold" grpId="0" nodeType="withEffect">
                                  <p:stCondLst>
                                    <p:cond delay="1500"/>
                                  </p:stCondLst>
                                  <p:childTnLst>
                                    <p:set>
                                      <p:cBhvr>
                                        <p:cTn id="21" dur="1" fill="hold">
                                          <p:stCondLst>
                                            <p:cond delay="0"/>
                                          </p:stCondLst>
                                        </p:cTn>
                                        <p:tgtEl>
                                          <p:spTgt spid="39"/>
                                        </p:tgtEl>
                                        <p:attrNameLst>
                                          <p:attrName>style.visibility</p:attrName>
                                        </p:attrNameLst>
                                      </p:cBhvr>
                                      <p:to>
                                        <p:strVal val="visible"/>
                                      </p:to>
                                    </p:set>
                                    <p:animEffect transition="in" filter="fade">
                                      <p:cBhvr>
                                        <p:cTn id="22" dur="3000"/>
                                        <p:tgtEl>
                                          <p:spTgt spid="39"/>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40"/>
                                        </p:tgtEl>
                                        <p:attrNameLst>
                                          <p:attrName>style.visibility</p:attrName>
                                        </p:attrNameLst>
                                      </p:cBhvr>
                                      <p:to>
                                        <p:strVal val="visible"/>
                                      </p:to>
                                    </p:set>
                                    <p:animEffect transition="in" filter="fade">
                                      <p:cBhvr>
                                        <p:cTn id="25" dur="3000"/>
                                        <p:tgtEl>
                                          <p:spTgt spid="40"/>
                                        </p:tgtEl>
                                      </p:cBhvr>
                                    </p:animEffect>
                                  </p:childTnLst>
                                </p:cTn>
                              </p:par>
                              <p:par>
                                <p:cTn id="26" presetID="10" presetClass="entr" presetSubtype="0" fill="hold" grpId="0" nodeType="withEffect">
                                  <p:stCondLst>
                                    <p:cond delay="100"/>
                                  </p:stCondLst>
                                  <p:childTnLst>
                                    <p:set>
                                      <p:cBhvr>
                                        <p:cTn id="27" dur="1" fill="hold">
                                          <p:stCondLst>
                                            <p:cond delay="0"/>
                                          </p:stCondLst>
                                        </p:cTn>
                                        <p:tgtEl>
                                          <p:spTgt spid="41"/>
                                        </p:tgtEl>
                                        <p:attrNameLst>
                                          <p:attrName>style.visibility</p:attrName>
                                        </p:attrNameLst>
                                      </p:cBhvr>
                                      <p:to>
                                        <p:strVal val="visible"/>
                                      </p:to>
                                    </p:set>
                                    <p:animEffect transition="in" filter="fade">
                                      <p:cBhvr>
                                        <p:cTn id="28" dur="3000"/>
                                        <p:tgtEl>
                                          <p:spTgt spid="41"/>
                                        </p:tgtEl>
                                      </p:cBhvr>
                                    </p:animEffect>
                                  </p:childTnLst>
                                </p:cTn>
                              </p:par>
                              <p:par>
                                <p:cTn id="29" presetID="10" presetClass="entr" presetSubtype="0" fill="hold" grpId="0" nodeType="withEffect">
                                  <p:stCondLst>
                                    <p:cond delay="400"/>
                                  </p:stCondLst>
                                  <p:childTnLst>
                                    <p:set>
                                      <p:cBhvr>
                                        <p:cTn id="30" dur="1" fill="hold">
                                          <p:stCondLst>
                                            <p:cond delay="0"/>
                                          </p:stCondLst>
                                        </p:cTn>
                                        <p:tgtEl>
                                          <p:spTgt spid="42"/>
                                        </p:tgtEl>
                                        <p:attrNameLst>
                                          <p:attrName>style.visibility</p:attrName>
                                        </p:attrNameLst>
                                      </p:cBhvr>
                                      <p:to>
                                        <p:strVal val="visible"/>
                                      </p:to>
                                    </p:set>
                                    <p:animEffect transition="in" filter="fade">
                                      <p:cBhvr>
                                        <p:cTn id="31" dur="3000"/>
                                        <p:tgtEl>
                                          <p:spTgt spid="42"/>
                                        </p:tgtEl>
                                      </p:cBhvr>
                                    </p:animEffect>
                                  </p:childTnLst>
                                </p:cTn>
                              </p:par>
                              <p:par>
                                <p:cTn id="32" presetID="10" presetClass="entr" presetSubtype="0" fill="hold" grpId="0" nodeType="withEffect">
                                  <p:stCondLst>
                                    <p:cond delay="800"/>
                                  </p:stCondLst>
                                  <p:childTnLst>
                                    <p:set>
                                      <p:cBhvr>
                                        <p:cTn id="33" dur="1" fill="hold">
                                          <p:stCondLst>
                                            <p:cond delay="0"/>
                                          </p:stCondLst>
                                        </p:cTn>
                                        <p:tgtEl>
                                          <p:spTgt spid="43"/>
                                        </p:tgtEl>
                                        <p:attrNameLst>
                                          <p:attrName>style.visibility</p:attrName>
                                        </p:attrNameLst>
                                      </p:cBhvr>
                                      <p:to>
                                        <p:strVal val="visible"/>
                                      </p:to>
                                    </p:set>
                                    <p:animEffect transition="in" filter="fade">
                                      <p:cBhvr>
                                        <p:cTn id="34" dur="3000"/>
                                        <p:tgtEl>
                                          <p:spTgt spid="43"/>
                                        </p:tgtEl>
                                      </p:cBhvr>
                                    </p:animEffect>
                                  </p:childTnLst>
                                </p:cTn>
                              </p:par>
                              <p:par>
                                <p:cTn id="35" presetID="10" presetClass="entr" presetSubtype="0" fill="hold" grpId="0" nodeType="withEffect">
                                  <p:stCondLst>
                                    <p:cond delay="1000"/>
                                  </p:stCondLst>
                                  <p:childTnLst>
                                    <p:set>
                                      <p:cBhvr>
                                        <p:cTn id="36" dur="1" fill="hold">
                                          <p:stCondLst>
                                            <p:cond delay="0"/>
                                          </p:stCondLst>
                                        </p:cTn>
                                        <p:tgtEl>
                                          <p:spTgt spid="44"/>
                                        </p:tgtEl>
                                        <p:attrNameLst>
                                          <p:attrName>style.visibility</p:attrName>
                                        </p:attrNameLst>
                                      </p:cBhvr>
                                      <p:to>
                                        <p:strVal val="visible"/>
                                      </p:to>
                                    </p:set>
                                    <p:animEffect transition="in" filter="fade">
                                      <p:cBhvr>
                                        <p:cTn id="37" dur="3000"/>
                                        <p:tgtEl>
                                          <p:spTgt spid="44"/>
                                        </p:tgtEl>
                                      </p:cBhvr>
                                    </p:animEffect>
                                  </p:childTnLst>
                                </p:cTn>
                              </p:par>
                              <p:par>
                                <p:cTn id="38" presetID="10" presetClass="entr" presetSubtype="0" fill="hold" grpId="0" nodeType="withEffect">
                                  <p:stCondLst>
                                    <p:cond delay="300"/>
                                  </p:stCondLst>
                                  <p:childTnLst>
                                    <p:set>
                                      <p:cBhvr>
                                        <p:cTn id="39" dur="1" fill="hold">
                                          <p:stCondLst>
                                            <p:cond delay="0"/>
                                          </p:stCondLst>
                                        </p:cTn>
                                        <p:tgtEl>
                                          <p:spTgt spid="45"/>
                                        </p:tgtEl>
                                        <p:attrNameLst>
                                          <p:attrName>style.visibility</p:attrName>
                                        </p:attrNameLst>
                                      </p:cBhvr>
                                      <p:to>
                                        <p:strVal val="visible"/>
                                      </p:to>
                                    </p:set>
                                    <p:animEffect transition="in" filter="fade">
                                      <p:cBhvr>
                                        <p:cTn id="40" dur="3000"/>
                                        <p:tgtEl>
                                          <p:spTgt spid="45"/>
                                        </p:tgtEl>
                                      </p:cBhvr>
                                    </p:animEffect>
                                  </p:childTnLst>
                                </p:cTn>
                              </p:par>
                              <p:par>
                                <p:cTn id="41" presetID="10" presetClass="entr" presetSubtype="0" fill="hold" grpId="0" nodeType="withEffect">
                                  <p:stCondLst>
                                    <p:cond delay="900"/>
                                  </p:stCondLst>
                                  <p:childTnLst>
                                    <p:set>
                                      <p:cBhvr>
                                        <p:cTn id="42" dur="1" fill="hold">
                                          <p:stCondLst>
                                            <p:cond delay="0"/>
                                          </p:stCondLst>
                                        </p:cTn>
                                        <p:tgtEl>
                                          <p:spTgt spid="46"/>
                                        </p:tgtEl>
                                        <p:attrNameLst>
                                          <p:attrName>style.visibility</p:attrName>
                                        </p:attrNameLst>
                                      </p:cBhvr>
                                      <p:to>
                                        <p:strVal val="visible"/>
                                      </p:to>
                                    </p:set>
                                    <p:animEffect transition="in" filter="fade">
                                      <p:cBhvr>
                                        <p:cTn id="43" dur="3000"/>
                                        <p:tgtEl>
                                          <p:spTgt spid="46"/>
                                        </p:tgtEl>
                                      </p:cBhvr>
                                    </p:animEffect>
                                  </p:childTnLst>
                                </p:cTn>
                              </p:par>
                              <p:par>
                                <p:cTn id="44" presetID="10" presetClass="entr" presetSubtype="0" fill="hold" grpId="0" nodeType="withEffect">
                                  <p:stCondLst>
                                    <p:cond delay="500"/>
                                  </p:stCondLst>
                                  <p:childTnLst>
                                    <p:set>
                                      <p:cBhvr>
                                        <p:cTn id="45" dur="1" fill="hold">
                                          <p:stCondLst>
                                            <p:cond delay="0"/>
                                          </p:stCondLst>
                                        </p:cTn>
                                        <p:tgtEl>
                                          <p:spTgt spid="47"/>
                                        </p:tgtEl>
                                        <p:attrNameLst>
                                          <p:attrName>style.visibility</p:attrName>
                                        </p:attrNameLst>
                                      </p:cBhvr>
                                      <p:to>
                                        <p:strVal val="visible"/>
                                      </p:to>
                                    </p:set>
                                    <p:animEffect transition="in" filter="fade">
                                      <p:cBhvr>
                                        <p:cTn id="46" dur="3000"/>
                                        <p:tgtEl>
                                          <p:spTgt spid="47"/>
                                        </p:tgtEl>
                                      </p:cBhvr>
                                    </p:animEffect>
                                  </p:childTnLst>
                                </p:cTn>
                              </p:par>
                              <p:par>
                                <p:cTn id="47" presetID="10" presetClass="entr" presetSubtype="0" fill="hold" grpId="0" nodeType="withEffect">
                                  <p:stCondLst>
                                    <p:cond delay="200"/>
                                  </p:stCondLst>
                                  <p:childTnLst>
                                    <p:set>
                                      <p:cBhvr>
                                        <p:cTn id="48" dur="1" fill="hold">
                                          <p:stCondLst>
                                            <p:cond delay="0"/>
                                          </p:stCondLst>
                                        </p:cTn>
                                        <p:tgtEl>
                                          <p:spTgt spid="48"/>
                                        </p:tgtEl>
                                        <p:attrNameLst>
                                          <p:attrName>style.visibility</p:attrName>
                                        </p:attrNameLst>
                                      </p:cBhvr>
                                      <p:to>
                                        <p:strVal val="visible"/>
                                      </p:to>
                                    </p:set>
                                    <p:animEffect transition="in" filter="fade">
                                      <p:cBhvr>
                                        <p:cTn id="49" dur="30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Full Screen Photo">
    <p:spTree>
      <p:nvGrpSpPr>
        <p:cNvPr id="1" name=""/>
        <p:cNvGrpSpPr/>
        <p:nvPr/>
      </p:nvGrpSpPr>
      <p:grpSpPr>
        <a:xfrm>
          <a:off x="0" y="0"/>
          <a:ext cx="0" cy="0"/>
          <a:chOff x="0" y="0"/>
          <a:chExt cx="0" cy="0"/>
        </a:xfrm>
      </p:grpSpPr>
      <p:sp>
        <p:nvSpPr>
          <p:cNvPr id="5" name="Picture Placeholder 5"/>
          <p:cNvSpPr>
            <a:spLocks noGrp="1"/>
          </p:cNvSpPr>
          <p:nvPr>
            <p:ph type="pic" sz="quarter" idx="22" hasCustomPrompt="1"/>
          </p:nvPr>
        </p:nvSpPr>
        <p:spPr>
          <a:xfrm>
            <a:off x="0" y="0"/>
            <a:ext cx="24385588" cy="13717588"/>
          </a:xfrm>
          <a:prstGeom prst="rect">
            <a:avLst/>
          </a:prstGeom>
          <a:pattFill prst="lgCheck">
            <a:fgClr>
              <a:schemeClr val="tx2">
                <a:lumMod val="10000"/>
                <a:lumOff val="90000"/>
              </a:schemeClr>
            </a:fgClr>
            <a:bgClr>
              <a:schemeClr val="bg1"/>
            </a:bgClr>
          </a:pattFill>
        </p:spPr>
        <p:txBody>
          <a:bodyPr tIns="1005840">
            <a:normAutofit/>
          </a:bodyPr>
          <a:lstStyle>
            <a:lvl1pPr marL="0" indent="0" algn="ctr">
              <a:buNone/>
              <a:defRPr sz="3200" b="0" baseline="0">
                <a:latin typeface="Franklin Gothic Book" panose="020B0503020102020204" pitchFamily="34" charset="0"/>
                <a:ea typeface="Franklin Gothic Book" panose="020B0503020102020204" pitchFamily="34" charset="0"/>
                <a:cs typeface="Franklin Gothic Book" panose="020B0503020102020204" pitchFamily="34" charset="0"/>
              </a:defRPr>
            </a:lvl1pPr>
          </a:lstStyle>
          <a:p>
            <a:r>
              <a:rPr lang="en-US"/>
              <a:t>Click icon to add photo. Or, drag your photo on to this box. </a:t>
            </a:r>
            <a:br>
              <a:rPr lang="en-US"/>
            </a:br>
            <a:r>
              <a:rPr lang="en-US"/>
              <a:t>To change photo, delete it and a new placeholder will appear.</a:t>
            </a:r>
          </a:p>
        </p:txBody>
      </p:sp>
    </p:spTree>
    <p:extLst>
      <p:ext uri="{BB962C8B-B14F-4D97-AF65-F5344CB8AC3E}">
        <p14:creationId xmlns:p14="http://schemas.microsoft.com/office/powerpoint/2010/main" val="3556071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Full Screen Video">
    <p:spTree>
      <p:nvGrpSpPr>
        <p:cNvPr id="1" name=""/>
        <p:cNvGrpSpPr/>
        <p:nvPr/>
      </p:nvGrpSpPr>
      <p:grpSpPr>
        <a:xfrm>
          <a:off x="0" y="0"/>
          <a:ext cx="0" cy="0"/>
          <a:chOff x="0" y="0"/>
          <a:chExt cx="0" cy="0"/>
        </a:xfrm>
      </p:grpSpPr>
      <p:sp>
        <p:nvSpPr>
          <p:cNvPr id="6" name="Media Placeholder 5"/>
          <p:cNvSpPr>
            <a:spLocks noGrp="1"/>
          </p:cNvSpPr>
          <p:nvPr>
            <p:ph type="media" sz="quarter" idx="10" hasCustomPrompt="1"/>
          </p:nvPr>
        </p:nvSpPr>
        <p:spPr>
          <a:xfrm>
            <a:off x="0" y="0"/>
            <a:ext cx="24385588" cy="13717588"/>
          </a:xfrm>
          <a:prstGeom prst="rect">
            <a:avLst/>
          </a:prstGeom>
          <a:pattFill prst="lgCheck">
            <a:fgClr>
              <a:schemeClr val="tx2">
                <a:lumMod val="10000"/>
                <a:lumOff val="90000"/>
              </a:schemeClr>
            </a:fgClr>
            <a:bgClr>
              <a:schemeClr val="bg1"/>
            </a:bgClr>
          </a:pattFill>
        </p:spPr>
        <p:txBody>
          <a:bodyPr vert="horz" wrap="none" lIns="0" rIns="0" anchor="t" anchorCtr="0">
            <a:noAutofit/>
          </a:bodyPr>
          <a:lstStyle>
            <a:lvl1pPr marL="0" indent="0" algn="ctr">
              <a:buNone/>
              <a:defRPr sz="9600" b="0" baseline="0">
                <a:solidFill>
                  <a:schemeClr val="tx1"/>
                </a:solidFill>
                <a:latin typeface="Franklin Gothic Book" panose="020B0503020102020204" pitchFamily="34" charset="0"/>
                <a:ea typeface="Franklin Gothic Book" panose="020B0503020102020204" pitchFamily="34" charset="0"/>
                <a:cs typeface="Franklin Gothic Book" panose="020B0503020102020204" pitchFamily="34" charset="0"/>
              </a:defRPr>
            </a:lvl1pPr>
          </a:lstStyle>
          <a:p>
            <a:pPr marL="914424" marR="0" lvl="0" indent="-914424" algn="l" defTabSz="2438462" rtl="0" eaLnBrk="1" fontAlgn="auto" latinLnBrk="0" hangingPunct="1">
              <a:lnSpc>
                <a:spcPct val="100000"/>
              </a:lnSpc>
              <a:spcBef>
                <a:spcPct val="20000"/>
              </a:spcBef>
              <a:spcAft>
                <a:spcPts val="0"/>
              </a:spcAft>
              <a:buClrTx/>
              <a:buSzTx/>
              <a:tabLst/>
              <a:defRPr/>
            </a:pPr>
            <a:r>
              <a:rPr lang="en-US"/>
              <a:t>Click Icon to add Video</a:t>
            </a:r>
          </a:p>
        </p:txBody>
      </p:sp>
    </p:spTree>
    <p:extLst>
      <p:ext uri="{BB962C8B-B14F-4D97-AF65-F5344CB8AC3E}">
        <p14:creationId xmlns:p14="http://schemas.microsoft.com/office/powerpoint/2010/main" val="16738810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The End">
    <p:spTree>
      <p:nvGrpSpPr>
        <p:cNvPr id="1" name=""/>
        <p:cNvGrpSpPr/>
        <p:nvPr/>
      </p:nvGrpSpPr>
      <p:grpSpPr>
        <a:xfrm>
          <a:off x="0" y="0"/>
          <a:ext cx="0" cy="0"/>
          <a:chOff x="0" y="0"/>
          <a:chExt cx="0" cy="0"/>
        </a:xfrm>
      </p:grpSpPr>
      <p:sp>
        <p:nvSpPr>
          <p:cNvPr id="7" name="Заголовок 1"/>
          <p:cNvSpPr>
            <a:spLocks noGrp="1"/>
          </p:cNvSpPr>
          <p:nvPr>
            <p:ph type="title" hasCustomPrompt="1"/>
          </p:nvPr>
        </p:nvSpPr>
        <p:spPr>
          <a:xfrm>
            <a:off x="0" y="9955138"/>
            <a:ext cx="24385588" cy="1477328"/>
          </a:xfrm>
          <a:prstGeom prst="rect">
            <a:avLst/>
          </a:prstGeom>
        </p:spPr>
        <p:txBody>
          <a:bodyPr wrap="square" lIns="0" tIns="0" rIns="0" bIns="0">
            <a:spAutoFit/>
          </a:bodyPr>
          <a:lstStyle>
            <a:lvl1pPr marL="0" marR="0" indent="0" algn="ctr" defTabSz="2438462" rtl="0" eaLnBrk="1" fontAlgn="auto" latinLnBrk="0" hangingPunct="1">
              <a:lnSpc>
                <a:spcPct val="100000"/>
              </a:lnSpc>
              <a:spcBef>
                <a:spcPct val="0"/>
              </a:spcBef>
              <a:spcAft>
                <a:spcPts val="0"/>
              </a:spcAft>
              <a:buClrTx/>
              <a:buSzTx/>
              <a:buFontTx/>
              <a:buNone/>
              <a:tabLst>
                <a:tab pos="3641634" algn="l"/>
              </a:tabLst>
              <a:defRPr sz="9600" b="1" i="0" cap="all" baseline="0">
                <a:solidFill>
                  <a:schemeClr val="tx1"/>
                </a:solidFill>
                <a:latin typeface="Franklin Gothic Demi" panose="020B0703020102020204" pitchFamily="34" charset="0"/>
                <a:ea typeface="Franklin Gothic Demi" panose="020B0703020102020204" pitchFamily="34" charset="0"/>
                <a:cs typeface="Franklin Gothic Demi" panose="020B0703020102020204" pitchFamily="34" charset="0"/>
              </a:defRPr>
            </a:lvl1pPr>
          </a:lstStyle>
          <a:p>
            <a:r>
              <a:rPr lang="en-US"/>
              <a:t>Click to add text</a:t>
            </a:r>
            <a:endParaRPr lang="ru-RU"/>
          </a:p>
        </p:txBody>
      </p:sp>
      <p:pic>
        <p:nvPicPr>
          <p:cNvPr id="17" name="Picture 16"/>
          <p:cNvPicPr>
            <a:picLocks noChangeAspect="1"/>
          </p:cNvPicPr>
          <p:nvPr userDrawn="1"/>
        </p:nvPicPr>
        <p:blipFill>
          <a:blip r:embed="rId2"/>
          <a:stretch>
            <a:fillRect/>
          </a:stretch>
        </p:blipFill>
        <p:spPr>
          <a:xfrm>
            <a:off x="10176570" y="2826346"/>
            <a:ext cx="4032448" cy="4438594"/>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10" presetClass="entr" presetSubtype="0" fill="hold" nodeType="after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2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579162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theme" Target="../theme/theme2.xml"/><Relationship Id="rId3" Type="http://schemas.openxmlformats.org/officeDocument/2006/relationships/slideLayout" Target="../slideLayouts/slideLayout10.xml"/><Relationship Id="rId7" Type="http://schemas.openxmlformats.org/officeDocument/2006/relationships/slideLayout" Target="../slideLayouts/slideLayout14.xml"/><Relationship Id="rId2" Type="http://schemas.openxmlformats.org/officeDocument/2006/relationships/slideLayout" Target="../slideLayouts/slideLayout9.xml"/><Relationship Id="rId1" Type="http://schemas.openxmlformats.org/officeDocument/2006/relationships/slideLayout" Target="../slideLayouts/slideLayout8.xml"/><Relationship Id="rId6" Type="http://schemas.openxmlformats.org/officeDocument/2006/relationships/slideLayout" Target="../slideLayouts/slideLayout13.xml"/><Relationship Id="rId5" Type="http://schemas.openxmlformats.org/officeDocument/2006/relationships/slideLayout" Target="../slideLayouts/slideLayout12.xml"/><Relationship Id="rId4" Type="http://schemas.openxmlformats.org/officeDocument/2006/relationships/slideLayout" Target="../slideLayouts/slideLayout11.xml"/><Relationship Id="rId9" Type="http://schemas.openxmlformats.org/officeDocument/2006/relationships/image" Target="../media/image5.emf"/></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7.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theme" Target="../theme/theme3.xml"/><Relationship Id="rId5" Type="http://schemas.openxmlformats.org/officeDocument/2006/relationships/slideLayout" Target="../slideLayouts/slideLayout19.xml"/><Relationship Id="rId4" Type="http://schemas.openxmlformats.org/officeDocument/2006/relationships/slideLayout" Target="../slideLayouts/slideLayout18.xml"/></Relationships>
</file>

<file path=ppt/slideMasters/_rels/slideMaster4.xml.rels><?xml version="1.0" encoding="UTF-8" standalone="yes"?>
<Relationships xmlns="http://schemas.openxmlformats.org/package/2006/relationships"><Relationship Id="rId8" Type="http://schemas.openxmlformats.org/officeDocument/2006/relationships/image" Target="../media/image5.emf"/><Relationship Id="rId3" Type="http://schemas.openxmlformats.org/officeDocument/2006/relationships/slideLayout" Target="../slideLayouts/slideLayout22.xml"/><Relationship Id="rId7" Type="http://schemas.openxmlformats.org/officeDocument/2006/relationships/theme" Target="../theme/theme4.xml"/><Relationship Id="rId2" Type="http://schemas.openxmlformats.org/officeDocument/2006/relationships/slideLayout" Target="../slideLayouts/slideLayout21.xml"/><Relationship Id="rId1" Type="http://schemas.openxmlformats.org/officeDocument/2006/relationships/slideLayout" Target="../slideLayouts/slideLayout20.xml"/><Relationship Id="rId6" Type="http://schemas.openxmlformats.org/officeDocument/2006/relationships/slideLayout" Target="../slideLayouts/slideLayout25.xml"/><Relationship Id="rId5" Type="http://schemas.openxmlformats.org/officeDocument/2006/relationships/slideLayout" Target="../slideLayouts/slideLayout24.xml"/><Relationship Id="rId4" Type="http://schemas.openxmlformats.org/officeDocument/2006/relationships/slideLayout" Target="../slideLayouts/slideLayout23.xml"/></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27.xml"/><Relationship Id="rId1"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8" name="Title Placeholder 7"/>
          <p:cNvSpPr>
            <a:spLocks noGrp="1"/>
          </p:cNvSpPr>
          <p:nvPr>
            <p:ph type="title"/>
          </p:nvPr>
        </p:nvSpPr>
        <p:spPr>
          <a:xfrm>
            <a:off x="12120786" y="4381773"/>
            <a:ext cx="8428162" cy="2693045"/>
          </a:xfrm>
          <a:prstGeom prst="rect">
            <a:avLst/>
          </a:prstGeom>
        </p:spPr>
        <p:txBody>
          <a:bodyPr vert="horz" wrap="square" lIns="0" tIns="0" rIns="0" bIns="0" rtlCol="0" anchor="ctr">
            <a:spAutoFit/>
          </a:bodyPr>
          <a:lstStyle/>
          <a:p>
            <a:pPr lvl="0"/>
            <a:r>
              <a:rPr lang="en-US"/>
              <a:t>CLICK TO EDIT TITLE</a:t>
            </a:r>
          </a:p>
        </p:txBody>
      </p:sp>
      <p:sp>
        <p:nvSpPr>
          <p:cNvPr id="10" name="Text Placeholder 5"/>
          <p:cNvSpPr txBox="1">
            <a:spLocks/>
          </p:cNvSpPr>
          <p:nvPr userDrawn="1"/>
        </p:nvSpPr>
        <p:spPr>
          <a:xfrm>
            <a:off x="12120786" y="7434858"/>
            <a:ext cx="8428162" cy="1800200"/>
          </a:xfrm>
          <a:prstGeom prst="rect">
            <a:avLst/>
          </a:prstGeom>
        </p:spPr>
        <p:txBody>
          <a:bodyPr/>
          <a:lstStyle>
            <a:lvl1pPr marL="0" indent="0" algn="l" defTabSz="914400" rtl="0" eaLnBrk="1" latinLnBrk="0" hangingPunct="1">
              <a:lnSpc>
                <a:spcPts val="6500"/>
              </a:lnSpc>
              <a:spcBef>
                <a:spcPts val="1000"/>
              </a:spcBef>
              <a:buFont typeface="Arial"/>
              <a:buNone/>
              <a:defRPr sz="6000" b="1" i="0" kern="1200" baseline="0">
                <a:solidFill>
                  <a:schemeClr val="tx1"/>
                </a:solidFill>
                <a:latin typeface="Archivo" charset="0"/>
                <a:ea typeface="Archivo" charset="0"/>
                <a:cs typeface="Archivo" charset="0"/>
              </a:defRPr>
            </a:lvl1pPr>
            <a:lvl2pPr marL="457200" indent="0" algn="l" defTabSz="914400" rtl="0" eaLnBrk="1" latinLnBrk="0" hangingPunct="1">
              <a:lnSpc>
                <a:spcPct val="90000"/>
              </a:lnSpc>
              <a:spcBef>
                <a:spcPts val="500"/>
              </a:spcBef>
              <a:buFont typeface="Arial"/>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b="1" i="0">
                <a:latin typeface="+mn-lt"/>
              </a:rPr>
              <a:t>CLICK TO EDIT SUBTITLE</a:t>
            </a:r>
          </a:p>
        </p:txBody>
      </p:sp>
    </p:spTree>
    <p:extLst>
      <p:ext uri="{BB962C8B-B14F-4D97-AF65-F5344CB8AC3E}">
        <p14:creationId xmlns:p14="http://schemas.microsoft.com/office/powerpoint/2010/main" val="81283373"/>
      </p:ext>
    </p:extLst>
  </p:cSld>
  <p:clrMap bg1="lt1" tx1="dk1" bg2="lt2" tx2="dk2" accent1="accent1" accent2="accent2" accent3="accent3" accent4="accent4" accent5="accent5" accent6="accent6" hlink="hlink" folHlink="folHlink"/>
  <p:sldLayoutIdLst>
    <p:sldLayoutId id="2147484311" r:id="rId1"/>
    <p:sldLayoutId id="2147484312" r:id="rId2"/>
    <p:sldLayoutId id="2147484310" r:id="rId3"/>
    <p:sldLayoutId id="2147484309" r:id="rId4"/>
    <p:sldLayoutId id="2147484348" r:id="rId5"/>
    <p:sldLayoutId id="2147484346" r:id="rId6"/>
    <p:sldLayoutId id="2147484347" r:id="rId7"/>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ts val="10500"/>
        </a:lnSpc>
        <a:spcBef>
          <a:spcPct val="0"/>
        </a:spcBef>
        <a:buNone/>
        <a:defRPr lang="en-US" sz="9600" b="1" i="0" kern="1200" dirty="0" smtClean="0">
          <a:solidFill>
            <a:schemeClr val="tx1"/>
          </a:solidFill>
          <a:latin typeface="Franklin Gothic Demi" panose="020B0603020102020204" pitchFamily="34" charset="0"/>
          <a:ea typeface="Franklin Gothic Demi" panose="020B0603020102020204" pitchFamily="34" charset="0"/>
          <a:cs typeface="Franklin Gothic Demi" panose="020B0603020102020204" pitchFamily="34" charset="0"/>
        </a:defRPr>
      </a:lvl1pPr>
    </p:titleStyle>
    <p:bodyStyle>
      <a:lvl1pPr marL="0" indent="0" algn="l" defTabSz="914400" rtl="0" eaLnBrk="1" latinLnBrk="0" hangingPunct="1">
        <a:lnSpc>
          <a:spcPts val="6500"/>
        </a:lnSpc>
        <a:spcBef>
          <a:spcPts val="1000"/>
        </a:spcBef>
        <a:buFont typeface="Arial"/>
        <a:buNone/>
        <a:defRPr sz="6000" b="1" kern="1200" baseline="0">
          <a:solidFill>
            <a:schemeClr val="tx1"/>
          </a:solidFill>
          <a:latin typeface="Archivo Black" charset="0"/>
          <a:ea typeface="Archivo Black" charset="0"/>
          <a:cs typeface="Archivo Black" charset="0"/>
        </a:defRPr>
      </a:lvl1pPr>
      <a:lvl2pPr marL="457200" indent="0" algn="l" defTabSz="914400" rtl="0" eaLnBrk="1" latinLnBrk="0" hangingPunct="1">
        <a:lnSpc>
          <a:spcPct val="90000"/>
        </a:lnSpc>
        <a:spcBef>
          <a:spcPts val="500"/>
        </a:spcBef>
        <a:buFont typeface="Arial"/>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5" name="Freeform 4"/>
          <p:cNvSpPr/>
          <p:nvPr userDrawn="1"/>
        </p:nvSpPr>
        <p:spPr>
          <a:xfrm>
            <a:off x="2834812" y="0"/>
            <a:ext cx="21550776" cy="13717588"/>
          </a:xfrm>
          <a:custGeom>
            <a:avLst/>
            <a:gdLst>
              <a:gd name="connsiteX0" fmla="*/ 2418781 w 21550776"/>
              <a:gd name="connsiteY0" fmla="*/ 0 h 13717588"/>
              <a:gd name="connsiteX1" fmla="*/ 21550776 w 21550776"/>
              <a:gd name="connsiteY1" fmla="*/ 0 h 13717588"/>
              <a:gd name="connsiteX2" fmla="*/ 21550776 w 21550776"/>
              <a:gd name="connsiteY2" fmla="*/ 13717588 h 13717588"/>
              <a:gd name="connsiteX3" fmla="*/ 0 w 21550776"/>
              <a:gd name="connsiteY3" fmla="*/ 13717588 h 13717588"/>
            </a:gdLst>
            <a:ahLst/>
            <a:cxnLst>
              <a:cxn ang="0">
                <a:pos x="connsiteX0" y="connsiteY0"/>
              </a:cxn>
              <a:cxn ang="0">
                <a:pos x="connsiteX1" y="connsiteY1"/>
              </a:cxn>
              <a:cxn ang="0">
                <a:pos x="connsiteX2" y="connsiteY2"/>
              </a:cxn>
              <a:cxn ang="0">
                <a:pos x="connsiteX3" y="connsiteY3"/>
              </a:cxn>
            </a:cxnLst>
            <a:rect l="l" t="t" r="r" b="b"/>
            <a:pathLst>
              <a:path w="21550776" h="13717588">
                <a:moveTo>
                  <a:pt x="2418781" y="0"/>
                </a:moveTo>
                <a:lnTo>
                  <a:pt x="21550776" y="0"/>
                </a:lnTo>
                <a:lnTo>
                  <a:pt x="21550776" y="13717588"/>
                </a:lnTo>
                <a:lnTo>
                  <a:pt x="0" y="13717588"/>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22325242" y="0"/>
            <a:ext cx="901048" cy="1890242"/>
          </a:xfrm>
          <a:prstGeom prst="rect">
            <a:avLst/>
          </a:prstGeom>
        </p:spPr>
      </p:pic>
      <p:sp>
        <p:nvSpPr>
          <p:cNvPr id="3" name="Title Placeholder 2"/>
          <p:cNvSpPr>
            <a:spLocks noGrp="1"/>
          </p:cNvSpPr>
          <p:nvPr>
            <p:ph type="title"/>
          </p:nvPr>
        </p:nvSpPr>
        <p:spPr>
          <a:xfrm>
            <a:off x="1292454" y="2521471"/>
            <a:ext cx="21032788" cy="1218282"/>
          </a:xfrm>
          <a:prstGeom prst="rect">
            <a:avLst/>
          </a:prstGeom>
        </p:spPr>
        <p:txBody>
          <a:bodyPr vert="horz" lIns="0" tIns="0" rIns="0" bIns="0" rtlCol="0" anchor="t" anchorCtr="0">
            <a:spAutoFit/>
          </a:bodyPr>
          <a:lstStyle/>
          <a:p>
            <a:r>
              <a:rPr lang="en-US"/>
              <a:t>CLICK TO ADD HEADLINE</a:t>
            </a:r>
          </a:p>
        </p:txBody>
      </p:sp>
      <p:sp>
        <p:nvSpPr>
          <p:cNvPr id="4" name="Text Placeholder 3"/>
          <p:cNvSpPr>
            <a:spLocks noGrp="1"/>
          </p:cNvSpPr>
          <p:nvPr>
            <p:ph type="body" idx="1"/>
          </p:nvPr>
        </p:nvSpPr>
        <p:spPr>
          <a:xfrm>
            <a:off x="1292454" y="4482530"/>
            <a:ext cx="21032788" cy="4680769"/>
          </a:xfrm>
          <a:prstGeom prst="rect">
            <a:avLst/>
          </a:prstGeom>
        </p:spPr>
        <p:txBody>
          <a:bodyPr vert="horz"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53393852"/>
      </p:ext>
    </p:extLst>
  </p:cSld>
  <p:clrMap bg1="lt1" tx1="dk1" bg2="lt2" tx2="dk2" accent1="accent1" accent2="accent2" accent3="accent3" accent4="accent4" accent5="accent5" accent6="accent6" hlink="hlink" folHlink="folHlink"/>
  <p:sldLayoutIdLst>
    <p:sldLayoutId id="2147484318" r:id="rId1"/>
    <p:sldLayoutId id="2147484319" r:id="rId2"/>
    <p:sldLayoutId id="2147484320" r:id="rId3"/>
    <p:sldLayoutId id="2147484322" r:id="rId4"/>
    <p:sldLayoutId id="2147484323" r:id="rId5"/>
    <p:sldLayoutId id="2147484324" r:id="rId6"/>
    <p:sldLayoutId id="2147484349" r:id="rId7"/>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p:txStyles>
    <p:titleStyle>
      <a:lvl1pPr algn="l" defTabSz="2438462" rtl="0" eaLnBrk="1" latinLnBrk="0" hangingPunct="1">
        <a:lnSpc>
          <a:spcPts val="9500"/>
        </a:lnSpc>
        <a:spcBef>
          <a:spcPct val="0"/>
        </a:spcBef>
        <a:buNone/>
        <a:defRPr sz="9000" b="1" i="0" kern="1200" cap="all" baseline="0">
          <a:solidFill>
            <a:schemeClr val="tx1"/>
          </a:solidFill>
          <a:latin typeface="Franklin Gothic Demi" panose="020B0603020102020204" pitchFamily="34" charset="0"/>
          <a:ea typeface="Franklin Gothic Demi" panose="020B0603020102020204" pitchFamily="34" charset="0"/>
          <a:cs typeface="Franklin Gothic Demi" panose="020B0603020102020204" pitchFamily="34" charset="0"/>
        </a:defRPr>
      </a:lvl1pPr>
    </p:titleStyle>
    <p:bodyStyle>
      <a:lvl1pPr marL="457200" indent="-457200" algn="l" defTabSz="2438462" rtl="0" eaLnBrk="1" latinLnBrk="0" hangingPunct="1">
        <a:lnSpc>
          <a:spcPts val="5300"/>
        </a:lnSpc>
        <a:spcBef>
          <a:spcPts val="0"/>
        </a:spcBef>
        <a:spcAft>
          <a:spcPts val="2500"/>
        </a:spcAft>
        <a:buClr>
          <a:schemeClr val="accent3"/>
        </a:buClr>
        <a:buSzPct val="120000"/>
        <a:buFont typeface="Wingdings" charset="2"/>
        <a:buChar char="§"/>
        <a:defRPr sz="3300" b="0" i="0" kern="1200">
          <a:solidFill>
            <a:schemeClr val="tx1"/>
          </a:solidFill>
          <a:latin typeface="Franklin Gothic Book" panose="020B0503020102020204" pitchFamily="34" charset="0"/>
          <a:ea typeface="Franklin Gothic Book" panose="020B0503020102020204" pitchFamily="34" charset="0"/>
          <a:cs typeface="Franklin Gothic Book" panose="020B0503020102020204" pitchFamily="34" charset="0"/>
        </a:defRPr>
      </a:lvl1pPr>
      <a:lvl2pPr marL="914400" indent="-571500" algn="l" defTabSz="2438462" rtl="0" eaLnBrk="1" latinLnBrk="0" hangingPunct="1">
        <a:lnSpc>
          <a:spcPts val="5300"/>
        </a:lnSpc>
        <a:spcBef>
          <a:spcPts val="0"/>
        </a:spcBef>
        <a:spcAft>
          <a:spcPts val="2500"/>
        </a:spcAft>
        <a:buClr>
          <a:schemeClr val="accent3"/>
        </a:buClr>
        <a:buSzPct val="120000"/>
        <a:buFont typeface="Wingdings" charset="2"/>
        <a:buChar char="§"/>
        <a:defRPr sz="3300" b="0" i="0" kern="1200">
          <a:solidFill>
            <a:schemeClr val="tx1"/>
          </a:solidFill>
          <a:latin typeface="Franklin Gothic Book" panose="020B0503020102020204" pitchFamily="34" charset="0"/>
          <a:ea typeface="Franklin Gothic Book" panose="020B0503020102020204" pitchFamily="34" charset="0"/>
          <a:cs typeface="Franklin Gothic Book" panose="020B0503020102020204" pitchFamily="34" charset="0"/>
        </a:defRPr>
      </a:lvl2pPr>
      <a:lvl3pPr marL="1463040" indent="-571500" algn="l" defTabSz="2438462" rtl="0" eaLnBrk="1" latinLnBrk="0" hangingPunct="1">
        <a:lnSpc>
          <a:spcPts val="5300"/>
        </a:lnSpc>
        <a:spcBef>
          <a:spcPts val="0"/>
        </a:spcBef>
        <a:spcAft>
          <a:spcPts val="2500"/>
        </a:spcAft>
        <a:buClr>
          <a:schemeClr val="accent3"/>
        </a:buClr>
        <a:buSzPct val="120000"/>
        <a:buFont typeface="Wingdings" charset="2"/>
        <a:buChar char="§"/>
        <a:defRPr sz="3300" b="0" i="0" kern="1200">
          <a:solidFill>
            <a:schemeClr val="tx1"/>
          </a:solidFill>
          <a:latin typeface="Franklin Gothic Book" panose="020B0503020102020204" pitchFamily="34" charset="0"/>
          <a:ea typeface="Franklin Gothic Book" panose="020B0503020102020204" pitchFamily="34" charset="0"/>
          <a:cs typeface="Franklin Gothic Book" panose="020B0503020102020204" pitchFamily="34" charset="0"/>
        </a:defRPr>
      </a:lvl3pPr>
      <a:lvl4pPr marL="2103120" indent="-571500" algn="l" defTabSz="2438462" rtl="0" eaLnBrk="1" latinLnBrk="0" hangingPunct="1">
        <a:lnSpc>
          <a:spcPts val="5300"/>
        </a:lnSpc>
        <a:spcBef>
          <a:spcPts val="0"/>
        </a:spcBef>
        <a:spcAft>
          <a:spcPts val="2500"/>
        </a:spcAft>
        <a:buClr>
          <a:schemeClr val="accent3"/>
        </a:buClr>
        <a:buSzPct val="120000"/>
        <a:buFont typeface="Wingdings" charset="2"/>
        <a:buChar char="§"/>
        <a:defRPr sz="3300" b="0" i="0" kern="1200">
          <a:solidFill>
            <a:schemeClr val="tx1"/>
          </a:solidFill>
          <a:latin typeface="Franklin Gothic Book" panose="020B0503020102020204" pitchFamily="34" charset="0"/>
          <a:ea typeface="Franklin Gothic Book" panose="020B0503020102020204" pitchFamily="34" charset="0"/>
          <a:cs typeface="Franklin Gothic Book" panose="020B0503020102020204" pitchFamily="34" charset="0"/>
        </a:defRPr>
      </a:lvl4pPr>
      <a:lvl5pPr marL="2651760" indent="-571500" algn="l" defTabSz="2438462" rtl="0" eaLnBrk="1" latinLnBrk="0" hangingPunct="1">
        <a:lnSpc>
          <a:spcPts val="5300"/>
        </a:lnSpc>
        <a:spcBef>
          <a:spcPts val="0"/>
        </a:spcBef>
        <a:spcAft>
          <a:spcPts val="2500"/>
        </a:spcAft>
        <a:buClr>
          <a:schemeClr val="accent3"/>
        </a:buClr>
        <a:buSzPct val="120000"/>
        <a:buFont typeface="Wingdings" charset="2"/>
        <a:buChar char="§"/>
        <a:defRPr sz="3300" b="0" i="0" kern="1200">
          <a:solidFill>
            <a:schemeClr val="tx1"/>
          </a:solidFill>
          <a:latin typeface="Franklin Gothic Book" panose="020B0503020102020204" pitchFamily="34" charset="0"/>
          <a:ea typeface="Franklin Gothic Book" panose="020B0503020102020204" pitchFamily="34" charset="0"/>
          <a:cs typeface="Franklin Gothic Book" panose="020B0503020102020204" pitchFamily="34" charset="0"/>
        </a:defRPr>
      </a:lvl5pPr>
      <a:lvl6pPr marL="6705767" indent="-609615" algn="l" defTabSz="243846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6pPr>
      <a:lvl7pPr marL="7924998" indent="-609615" algn="l" defTabSz="243846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7pPr>
      <a:lvl8pPr marL="9144229" indent="-609615" algn="l" defTabSz="243846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8pPr>
      <a:lvl9pPr marL="10363460" indent="-609615" algn="l" defTabSz="243846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9pPr>
    </p:bodyStyle>
    <p:otherStyle>
      <a:defPPr>
        <a:defRPr lang="ru-RU"/>
      </a:defPPr>
      <a:lvl1pPr marL="0" algn="l" defTabSz="2438462" rtl="0" eaLnBrk="1" latinLnBrk="0" hangingPunct="1">
        <a:defRPr sz="4800" kern="1200">
          <a:solidFill>
            <a:schemeClr val="tx1"/>
          </a:solidFill>
          <a:latin typeface="+mn-lt"/>
          <a:ea typeface="+mn-ea"/>
          <a:cs typeface="+mn-cs"/>
        </a:defRPr>
      </a:lvl1pPr>
      <a:lvl2pPr marL="1219231" algn="l" defTabSz="2438462" rtl="0" eaLnBrk="1" latinLnBrk="0" hangingPunct="1">
        <a:defRPr sz="4800" kern="1200">
          <a:solidFill>
            <a:schemeClr val="tx1"/>
          </a:solidFill>
          <a:latin typeface="+mn-lt"/>
          <a:ea typeface="+mn-ea"/>
          <a:cs typeface="+mn-cs"/>
        </a:defRPr>
      </a:lvl2pPr>
      <a:lvl3pPr marL="2438462" algn="l" defTabSz="2438462" rtl="0" eaLnBrk="1" latinLnBrk="0" hangingPunct="1">
        <a:defRPr sz="4800" kern="1200">
          <a:solidFill>
            <a:schemeClr val="tx1"/>
          </a:solidFill>
          <a:latin typeface="+mn-lt"/>
          <a:ea typeface="+mn-ea"/>
          <a:cs typeface="+mn-cs"/>
        </a:defRPr>
      </a:lvl3pPr>
      <a:lvl4pPr marL="3657691" algn="l" defTabSz="2438462" rtl="0" eaLnBrk="1" latinLnBrk="0" hangingPunct="1">
        <a:defRPr sz="4800" kern="1200">
          <a:solidFill>
            <a:schemeClr val="tx1"/>
          </a:solidFill>
          <a:latin typeface="+mn-lt"/>
          <a:ea typeface="+mn-ea"/>
          <a:cs typeface="+mn-cs"/>
        </a:defRPr>
      </a:lvl4pPr>
      <a:lvl5pPr marL="4876922" algn="l" defTabSz="2438462" rtl="0" eaLnBrk="1" latinLnBrk="0" hangingPunct="1">
        <a:defRPr sz="4800" kern="1200">
          <a:solidFill>
            <a:schemeClr val="tx1"/>
          </a:solidFill>
          <a:latin typeface="+mn-lt"/>
          <a:ea typeface="+mn-ea"/>
          <a:cs typeface="+mn-cs"/>
        </a:defRPr>
      </a:lvl5pPr>
      <a:lvl6pPr marL="6096153" algn="l" defTabSz="2438462" rtl="0" eaLnBrk="1" latinLnBrk="0" hangingPunct="1">
        <a:defRPr sz="4800" kern="1200">
          <a:solidFill>
            <a:schemeClr val="tx1"/>
          </a:solidFill>
          <a:latin typeface="+mn-lt"/>
          <a:ea typeface="+mn-ea"/>
          <a:cs typeface="+mn-cs"/>
        </a:defRPr>
      </a:lvl6pPr>
      <a:lvl7pPr marL="7315384" algn="l" defTabSz="2438462" rtl="0" eaLnBrk="1" latinLnBrk="0" hangingPunct="1">
        <a:defRPr sz="4800" kern="1200">
          <a:solidFill>
            <a:schemeClr val="tx1"/>
          </a:solidFill>
          <a:latin typeface="+mn-lt"/>
          <a:ea typeface="+mn-ea"/>
          <a:cs typeface="+mn-cs"/>
        </a:defRPr>
      </a:lvl7pPr>
      <a:lvl8pPr marL="8534613" algn="l" defTabSz="2438462" rtl="0" eaLnBrk="1" latinLnBrk="0" hangingPunct="1">
        <a:defRPr sz="4800" kern="1200">
          <a:solidFill>
            <a:schemeClr val="tx1"/>
          </a:solidFill>
          <a:latin typeface="+mn-lt"/>
          <a:ea typeface="+mn-ea"/>
          <a:cs typeface="+mn-cs"/>
        </a:defRPr>
      </a:lvl8pPr>
      <a:lvl9pPr marL="9753844" algn="l" defTabSz="2438462" rtl="0" eaLnBrk="1" latinLnBrk="0" hangingPunct="1">
        <a:defRPr sz="4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8" name="Title Placeholder 7"/>
          <p:cNvSpPr>
            <a:spLocks noGrp="1"/>
          </p:cNvSpPr>
          <p:nvPr>
            <p:ph type="title"/>
          </p:nvPr>
        </p:nvSpPr>
        <p:spPr>
          <a:xfrm>
            <a:off x="4847978" y="5002842"/>
            <a:ext cx="18218024" cy="1800493"/>
          </a:xfrm>
          <a:prstGeom prst="rect">
            <a:avLst/>
          </a:prstGeom>
        </p:spPr>
        <p:txBody>
          <a:bodyPr vert="horz" wrap="square" lIns="0" tIns="0" rIns="0" bIns="0" rtlCol="0" anchor="b" anchorCtr="0">
            <a:spAutoFit/>
          </a:bodyPr>
          <a:lstStyle/>
          <a:p>
            <a:r>
              <a:rPr lang="en-US"/>
              <a:t>CLICK TO EDIT</a:t>
            </a:r>
          </a:p>
        </p:txBody>
      </p:sp>
      <p:sp>
        <p:nvSpPr>
          <p:cNvPr id="13" name="Text Placeholder 12"/>
          <p:cNvSpPr>
            <a:spLocks noGrp="1"/>
          </p:cNvSpPr>
          <p:nvPr>
            <p:ph type="body" idx="1"/>
          </p:nvPr>
        </p:nvSpPr>
        <p:spPr>
          <a:xfrm>
            <a:off x="4847978" y="6902926"/>
            <a:ext cx="16691561" cy="1107996"/>
          </a:xfrm>
          <a:prstGeom prst="rect">
            <a:avLst/>
          </a:prstGeom>
        </p:spPr>
        <p:txBody>
          <a:bodyPr vert="horz" lIns="0" tIns="0" rIns="0" bIns="0" rtlCol="0">
            <a:spAutoFit/>
          </a:bodyPr>
          <a:lstStyle/>
          <a:p>
            <a:pPr lvl="0"/>
            <a:r>
              <a:rPr lang="en-US"/>
              <a:t>CLICK TO EDIT SUBHEAD</a:t>
            </a:r>
          </a:p>
        </p:txBody>
      </p:sp>
    </p:spTree>
    <p:extLst>
      <p:ext uri="{BB962C8B-B14F-4D97-AF65-F5344CB8AC3E}">
        <p14:creationId xmlns:p14="http://schemas.microsoft.com/office/powerpoint/2010/main" val="1675112697"/>
      </p:ext>
    </p:extLst>
  </p:cSld>
  <p:clrMap bg1="lt1" tx1="dk1" bg2="lt2" tx2="dk2" accent1="accent1" accent2="accent2" accent3="accent3" accent4="accent4" accent5="accent5" accent6="accent6" hlink="hlink" folHlink="folHlink"/>
  <p:sldLayoutIdLst>
    <p:sldLayoutId id="2147484327" r:id="rId1"/>
    <p:sldLayoutId id="2147484328" r:id="rId2"/>
    <p:sldLayoutId id="2147484329" r:id="rId3"/>
    <p:sldLayoutId id="2147484345" r:id="rId4"/>
    <p:sldLayoutId id="2147484344" r:id="rId5"/>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p:txStyles>
    <p:titleStyle>
      <a:lvl1pPr algn="l" defTabSz="2438462" rtl="0" eaLnBrk="1" latinLnBrk="0" hangingPunct="1">
        <a:spcBef>
          <a:spcPct val="0"/>
        </a:spcBef>
        <a:buNone/>
        <a:defRPr sz="11700" b="1" kern="1200" cap="all" baseline="0">
          <a:solidFill>
            <a:schemeClr val="tx1"/>
          </a:solidFill>
          <a:latin typeface="Franklin Gothic Demi" panose="020B0703020102020204" pitchFamily="34" charset="0"/>
          <a:ea typeface="Franklin Gothic Demi" panose="020B0703020102020204" pitchFamily="34" charset="0"/>
          <a:cs typeface="Franklin Gothic Demi" panose="020B0703020102020204" pitchFamily="34" charset="0"/>
        </a:defRPr>
      </a:lvl1pPr>
    </p:titleStyle>
    <p:bodyStyle>
      <a:lvl1pPr marL="0" indent="0" algn="l" defTabSz="2438462" rtl="0" eaLnBrk="1" latinLnBrk="0" hangingPunct="1">
        <a:spcBef>
          <a:spcPct val="20000"/>
        </a:spcBef>
        <a:buFont typeface="Arial" panose="020B0604020202020204" pitchFamily="34" charset="0"/>
        <a:buNone/>
        <a:defRPr sz="7200" b="1" i="0" kern="1200" cap="all" baseline="0">
          <a:solidFill>
            <a:schemeClr val="tx1"/>
          </a:solidFill>
          <a:latin typeface="Franklin Gothic Book" panose="020B0503020102020204" pitchFamily="34" charset="0"/>
          <a:ea typeface="Franklin Gothic Book" panose="020B0503020102020204" pitchFamily="34" charset="0"/>
          <a:cs typeface="Franklin Gothic Book" panose="020B0503020102020204" pitchFamily="34" charset="0"/>
        </a:defRPr>
      </a:lvl1pPr>
      <a:lvl2pPr marL="1219229" indent="0" algn="l" defTabSz="2438462" rtl="0" eaLnBrk="1" latinLnBrk="0" hangingPunct="1">
        <a:spcBef>
          <a:spcPct val="20000"/>
        </a:spcBef>
        <a:buFont typeface="Arial" panose="020B0604020202020204" pitchFamily="34" charset="0"/>
        <a:buNone/>
        <a:defRPr sz="7500" b="1" i="0" kern="1200">
          <a:solidFill>
            <a:schemeClr val="tx1"/>
          </a:solidFill>
          <a:latin typeface="Archivo" charset="0"/>
          <a:ea typeface="Archivo" charset="0"/>
          <a:cs typeface="Archivo" charset="0"/>
        </a:defRPr>
      </a:lvl2pPr>
      <a:lvl3pPr marL="2438461" indent="0" algn="l" defTabSz="2438462" rtl="0" eaLnBrk="1" latinLnBrk="0" hangingPunct="1">
        <a:spcBef>
          <a:spcPct val="20000"/>
        </a:spcBef>
        <a:buFont typeface="Arial" panose="020B0604020202020204" pitchFamily="34" charset="0"/>
        <a:buNone/>
        <a:defRPr sz="6400" b="1" i="0" kern="1200">
          <a:solidFill>
            <a:schemeClr val="tx1"/>
          </a:solidFill>
          <a:latin typeface="Archivo" charset="0"/>
          <a:ea typeface="Archivo" charset="0"/>
          <a:cs typeface="Archivo" charset="0"/>
        </a:defRPr>
      </a:lvl3pPr>
      <a:lvl4pPr marL="3657692" indent="0" algn="l" defTabSz="2438462" rtl="0" eaLnBrk="1" latinLnBrk="0" hangingPunct="1">
        <a:spcBef>
          <a:spcPct val="20000"/>
        </a:spcBef>
        <a:buFont typeface="Arial" panose="020B0604020202020204" pitchFamily="34" charset="0"/>
        <a:buNone/>
        <a:defRPr sz="5300" b="1" i="0" kern="1200">
          <a:solidFill>
            <a:schemeClr val="tx1"/>
          </a:solidFill>
          <a:latin typeface="Archivo" charset="0"/>
          <a:ea typeface="Archivo" charset="0"/>
          <a:cs typeface="Archivo" charset="0"/>
        </a:defRPr>
      </a:lvl4pPr>
      <a:lvl5pPr marL="4876922" indent="0" algn="l" defTabSz="2438462" rtl="0" eaLnBrk="1" latinLnBrk="0" hangingPunct="1">
        <a:spcBef>
          <a:spcPct val="20000"/>
        </a:spcBef>
        <a:buFont typeface="Arial" panose="020B0604020202020204" pitchFamily="34" charset="0"/>
        <a:buNone/>
        <a:defRPr sz="5300" b="1" i="0" kern="1200">
          <a:solidFill>
            <a:schemeClr val="tx1"/>
          </a:solidFill>
          <a:latin typeface="Archivo" charset="0"/>
          <a:ea typeface="Archivo" charset="0"/>
          <a:cs typeface="Archivo" charset="0"/>
        </a:defRPr>
      </a:lvl5pPr>
      <a:lvl6pPr marL="6705767" indent="-609615" algn="l" defTabSz="243846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6pPr>
      <a:lvl7pPr marL="7924998" indent="-609615" algn="l" defTabSz="243846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7pPr>
      <a:lvl8pPr marL="9144229" indent="-609615" algn="l" defTabSz="243846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8pPr>
      <a:lvl9pPr marL="10363460" indent="-609615" algn="l" defTabSz="243846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9pPr>
    </p:bodyStyle>
    <p:otherStyle>
      <a:defPPr>
        <a:defRPr lang="ru-RU"/>
      </a:defPPr>
      <a:lvl1pPr marL="0" algn="l" defTabSz="2438462" rtl="0" eaLnBrk="1" latinLnBrk="0" hangingPunct="1">
        <a:defRPr sz="4800" kern="1200">
          <a:solidFill>
            <a:schemeClr val="tx1"/>
          </a:solidFill>
          <a:latin typeface="+mn-lt"/>
          <a:ea typeface="+mn-ea"/>
          <a:cs typeface="+mn-cs"/>
        </a:defRPr>
      </a:lvl1pPr>
      <a:lvl2pPr marL="1219231" algn="l" defTabSz="2438462" rtl="0" eaLnBrk="1" latinLnBrk="0" hangingPunct="1">
        <a:defRPr sz="4800" kern="1200">
          <a:solidFill>
            <a:schemeClr val="tx1"/>
          </a:solidFill>
          <a:latin typeface="+mn-lt"/>
          <a:ea typeface="+mn-ea"/>
          <a:cs typeface="+mn-cs"/>
        </a:defRPr>
      </a:lvl2pPr>
      <a:lvl3pPr marL="2438462" algn="l" defTabSz="2438462" rtl="0" eaLnBrk="1" latinLnBrk="0" hangingPunct="1">
        <a:defRPr sz="4800" kern="1200">
          <a:solidFill>
            <a:schemeClr val="tx1"/>
          </a:solidFill>
          <a:latin typeface="+mn-lt"/>
          <a:ea typeface="+mn-ea"/>
          <a:cs typeface="+mn-cs"/>
        </a:defRPr>
      </a:lvl3pPr>
      <a:lvl4pPr marL="3657691" algn="l" defTabSz="2438462" rtl="0" eaLnBrk="1" latinLnBrk="0" hangingPunct="1">
        <a:defRPr sz="4800" kern="1200">
          <a:solidFill>
            <a:schemeClr val="tx1"/>
          </a:solidFill>
          <a:latin typeface="+mn-lt"/>
          <a:ea typeface="+mn-ea"/>
          <a:cs typeface="+mn-cs"/>
        </a:defRPr>
      </a:lvl4pPr>
      <a:lvl5pPr marL="4876922" algn="l" defTabSz="2438462" rtl="0" eaLnBrk="1" latinLnBrk="0" hangingPunct="1">
        <a:defRPr sz="4800" kern="1200">
          <a:solidFill>
            <a:schemeClr val="tx1"/>
          </a:solidFill>
          <a:latin typeface="+mn-lt"/>
          <a:ea typeface="+mn-ea"/>
          <a:cs typeface="+mn-cs"/>
        </a:defRPr>
      </a:lvl5pPr>
      <a:lvl6pPr marL="6096153" algn="l" defTabSz="2438462" rtl="0" eaLnBrk="1" latinLnBrk="0" hangingPunct="1">
        <a:defRPr sz="4800" kern="1200">
          <a:solidFill>
            <a:schemeClr val="tx1"/>
          </a:solidFill>
          <a:latin typeface="+mn-lt"/>
          <a:ea typeface="+mn-ea"/>
          <a:cs typeface="+mn-cs"/>
        </a:defRPr>
      </a:lvl6pPr>
      <a:lvl7pPr marL="7315384" algn="l" defTabSz="2438462" rtl="0" eaLnBrk="1" latinLnBrk="0" hangingPunct="1">
        <a:defRPr sz="4800" kern="1200">
          <a:solidFill>
            <a:schemeClr val="tx1"/>
          </a:solidFill>
          <a:latin typeface="+mn-lt"/>
          <a:ea typeface="+mn-ea"/>
          <a:cs typeface="+mn-cs"/>
        </a:defRPr>
      </a:lvl7pPr>
      <a:lvl8pPr marL="8534613" algn="l" defTabSz="2438462" rtl="0" eaLnBrk="1" latinLnBrk="0" hangingPunct="1">
        <a:defRPr sz="4800" kern="1200">
          <a:solidFill>
            <a:schemeClr val="tx1"/>
          </a:solidFill>
          <a:latin typeface="+mn-lt"/>
          <a:ea typeface="+mn-ea"/>
          <a:cs typeface="+mn-cs"/>
        </a:defRPr>
      </a:lvl8pPr>
      <a:lvl9pPr marL="9753844" algn="l" defTabSz="2438462" rtl="0" eaLnBrk="1" latinLnBrk="0" hangingPunct="1">
        <a:defRPr sz="4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5073114" y="2251651"/>
            <a:ext cx="8473480" cy="3074688"/>
          </a:xfrm>
          <a:prstGeom prst="rect">
            <a:avLst/>
          </a:prstGeom>
        </p:spPr>
        <p:txBody>
          <a:bodyPr vert="horz" wrap="square" lIns="0" tIns="0" rIns="0" bIns="0" rtlCol="0" anchor="b" anchorCtr="0">
            <a:spAutoFit/>
          </a:bodyPr>
          <a:lstStyle/>
          <a:p>
            <a:r>
              <a:rPr lang="en-US"/>
              <a:t>Click to edit Master title style</a:t>
            </a:r>
          </a:p>
        </p:txBody>
      </p:sp>
      <p:pic>
        <p:nvPicPr>
          <p:cNvPr id="8" name="Picture 7"/>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22325242" y="0"/>
            <a:ext cx="901048" cy="1890242"/>
          </a:xfrm>
          <a:prstGeom prst="rect">
            <a:avLst/>
          </a:prstGeom>
        </p:spPr>
      </p:pic>
      <p:sp>
        <p:nvSpPr>
          <p:cNvPr id="3" name="Text Placeholder 2"/>
          <p:cNvSpPr>
            <a:spLocks noGrp="1"/>
          </p:cNvSpPr>
          <p:nvPr>
            <p:ph type="body" idx="1"/>
          </p:nvPr>
        </p:nvSpPr>
        <p:spPr>
          <a:xfrm>
            <a:off x="15073114" y="5687748"/>
            <a:ext cx="8473480" cy="3488134"/>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13150175"/>
      </p:ext>
    </p:extLst>
  </p:cSld>
  <p:clrMap bg1="lt1" tx1="dk1" bg2="lt2" tx2="dk2" accent1="accent1" accent2="accent2" accent3="accent3" accent4="accent4" accent5="accent5" accent6="accent6" hlink="hlink" folHlink="folHlink"/>
  <p:sldLayoutIdLst>
    <p:sldLayoutId id="2147484207" r:id="rId1"/>
    <p:sldLayoutId id="2147484307" r:id="rId2"/>
    <p:sldLayoutId id="2147484204" r:id="rId3"/>
    <p:sldLayoutId id="2147484330" r:id="rId4"/>
    <p:sldLayoutId id="2147484331" r:id="rId5"/>
    <p:sldLayoutId id="2147484306" r:id="rId6"/>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7400" b="1" kern="1200" cap="all" baseline="0">
          <a:solidFill>
            <a:schemeClr val="tx1"/>
          </a:solidFill>
          <a:latin typeface="Franklin Gothic Demi" panose="020B0703020102020204" pitchFamily="34" charset="0"/>
          <a:ea typeface="Franklin Gothic Demi" panose="020B0703020102020204" pitchFamily="34" charset="0"/>
          <a:cs typeface="Franklin Gothic Demi" panose="020B0703020102020204" pitchFamily="34" charset="0"/>
        </a:defRPr>
      </a:lvl1pPr>
    </p:titleStyle>
    <p:bodyStyle>
      <a:lvl1pPr marL="457200" indent="-457200" algn="l" defTabSz="914400" rtl="0" eaLnBrk="1" latinLnBrk="0" hangingPunct="1">
        <a:lnSpc>
          <a:spcPct val="150000"/>
        </a:lnSpc>
        <a:spcBef>
          <a:spcPts val="1000"/>
        </a:spcBef>
        <a:buClr>
          <a:schemeClr val="accent3"/>
        </a:buClr>
        <a:buSzPct val="120000"/>
        <a:buFont typeface="Wingdings" charset="2"/>
        <a:buChar char="§"/>
        <a:defRPr sz="2800" kern="1200">
          <a:solidFill>
            <a:schemeClr val="tx1"/>
          </a:solidFill>
          <a:latin typeface="Franklin Gothic Book" panose="020B0503020102020204" pitchFamily="34" charset="0"/>
          <a:ea typeface="Franklin Gothic Book" panose="020B0503020102020204" pitchFamily="34" charset="0"/>
          <a:cs typeface="Franklin Gothic Book" panose="020B0503020102020204" pitchFamily="34" charset="0"/>
        </a:defRPr>
      </a:lvl1pPr>
      <a:lvl2pPr marL="914400" indent="-457200" algn="l" defTabSz="914400" rtl="0" eaLnBrk="1" latinLnBrk="0" hangingPunct="1">
        <a:lnSpc>
          <a:spcPct val="150000"/>
        </a:lnSpc>
        <a:spcBef>
          <a:spcPts val="500"/>
        </a:spcBef>
        <a:buClr>
          <a:schemeClr val="accent3"/>
        </a:buClr>
        <a:buSzPct val="120000"/>
        <a:buFont typeface="Wingdings" charset="2"/>
        <a:buChar char="§"/>
        <a:defRPr sz="2800" kern="1200">
          <a:solidFill>
            <a:schemeClr val="tx1"/>
          </a:solidFill>
          <a:latin typeface="Franklin Gothic Book" panose="020B0503020102020204" pitchFamily="34" charset="0"/>
          <a:ea typeface="Franklin Gothic Book" panose="020B0503020102020204" pitchFamily="34" charset="0"/>
          <a:cs typeface="Franklin Gothic Book" panose="020B0503020102020204" pitchFamily="34" charset="0"/>
        </a:defRPr>
      </a:lvl2pPr>
      <a:lvl3pPr marL="1371600" indent="-457200" algn="l" defTabSz="914400" rtl="0" eaLnBrk="1" latinLnBrk="0" hangingPunct="1">
        <a:lnSpc>
          <a:spcPct val="150000"/>
        </a:lnSpc>
        <a:spcBef>
          <a:spcPts val="500"/>
        </a:spcBef>
        <a:buClr>
          <a:schemeClr val="accent3"/>
        </a:buClr>
        <a:buSzPct val="120000"/>
        <a:buFont typeface="Wingdings" charset="2"/>
        <a:buChar char="§"/>
        <a:defRPr sz="2800" kern="1200">
          <a:solidFill>
            <a:schemeClr val="tx1"/>
          </a:solidFill>
          <a:latin typeface="Franklin Gothic Book" panose="020B0503020102020204" pitchFamily="34" charset="0"/>
          <a:ea typeface="Franklin Gothic Book" panose="020B0503020102020204" pitchFamily="34" charset="0"/>
          <a:cs typeface="Franklin Gothic Book" panose="020B0503020102020204" pitchFamily="34" charset="0"/>
        </a:defRPr>
      </a:lvl3pPr>
      <a:lvl4pPr marL="1828800" indent="-457200" algn="l" defTabSz="914400" rtl="0" eaLnBrk="1" latinLnBrk="0" hangingPunct="1">
        <a:lnSpc>
          <a:spcPct val="150000"/>
        </a:lnSpc>
        <a:spcBef>
          <a:spcPts val="500"/>
        </a:spcBef>
        <a:buClr>
          <a:schemeClr val="accent3"/>
        </a:buClr>
        <a:buSzPct val="120000"/>
        <a:buFont typeface="Wingdings" charset="2"/>
        <a:buChar char="§"/>
        <a:defRPr sz="2800" kern="1200">
          <a:solidFill>
            <a:schemeClr val="tx1"/>
          </a:solidFill>
          <a:latin typeface="Franklin Gothic Book" panose="020B0503020102020204" pitchFamily="34" charset="0"/>
          <a:ea typeface="Franklin Gothic Book" panose="020B0503020102020204" pitchFamily="34" charset="0"/>
          <a:cs typeface="Franklin Gothic Book" panose="020B0503020102020204" pitchFamily="34" charset="0"/>
        </a:defRPr>
      </a:lvl4pPr>
      <a:lvl5pPr marL="2286000" indent="-457200" algn="l" defTabSz="914400" rtl="0" eaLnBrk="1" latinLnBrk="0" hangingPunct="1">
        <a:lnSpc>
          <a:spcPct val="150000"/>
        </a:lnSpc>
        <a:spcBef>
          <a:spcPts val="500"/>
        </a:spcBef>
        <a:buClr>
          <a:schemeClr val="accent3"/>
        </a:buClr>
        <a:buSzPct val="120000"/>
        <a:buFont typeface="Wingdings" charset="2"/>
        <a:buChar char="§"/>
        <a:defRPr sz="2800" kern="1200">
          <a:solidFill>
            <a:schemeClr val="tx1"/>
          </a:solidFill>
          <a:latin typeface="Franklin Gothic Book" panose="020B0503020102020204" pitchFamily="34" charset="0"/>
          <a:ea typeface="Franklin Gothic Book" panose="020B0503020102020204" pitchFamily="34" charset="0"/>
          <a:cs typeface="Franklin Gothic Book" panose="020B0503020102020204" pitchFamily="34"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676400" y="730250"/>
            <a:ext cx="21032788" cy="2651125"/>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1676400" y="3651250"/>
            <a:ext cx="21032788" cy="87042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59496543"/>
      </p:ext>
    </p:extLst>
  </p:cSld>
  <p:clrMap bg1="lt1" tx1="dk1" bg2="lt2" tx2="dk2" accent1="accent1" accent2="accent2" accent3="accent3" accent4="accent4" accent5="accent5" accent6="accent6" hlink="hlink" folHlink="folHlink"/>
  <p:sldLayoutIdLst>
    <p:sldLayoutId id="2147484313" r:id="rId1"/>
    <p:sldLayoutId id="2147484300" r:id="rId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Archivo Black" charset="0"/>
          <a:ea typeface="Archivo Black" charset="0"/>
          <a:cs typeface="Archivo Black" charset="0"/>
        </a:defRPr>
      </a:lvl1pPr>
    </p:titleStyle>
    <p:bodyStyle>
      <a:lvl1pPr marL="228600" indent="-228600" algn="l" defTabSz="914400" rtl="0" eaLnBrk="1" latinLnBrk="0" hangingPunct="1">
        <a:lnSpc>
          <a:spcPct val="90000"/>
        </a:lnSpc>
        <a:spcBef>
          <a:spcPts val="1000"/>
        </a:spcBef>
        <a:buFont typeface="Arial"/>
        <a:buChar char="•"/>
        <a:defRPr sz="2800" b="0" i="0" kern="1200">
          <a:solidFill>
            <a:schemeClr val="tx1"/>
          </a:solidFill>
          <a:latin typeface="Franklin Gothic Book Regular"/>
          <a:ea typeface="Franklin Gothic Book Regular"/>
          <a:cs typeface="Franklin Gothic Book Regular"/>
        </a:defRPr>
      </a:lvl1pPr>
      <a:lvl2pPr marL="685800" indent="-228600" algn="l" defTabSz="914400" rtl="0" eaLnBrk="1" latinLnBrk="0" hangingPunct="1">
        <a:lnSpc>
          <a:spcPct val="90000"/>
        </a:lnSpc>
        <a:spcBef>
          <a:spcPts val="500"/>
        </a:spcBef>
        <a:buFont typeface="Arial"/>
        <a:buChar char="•"/>
        <a:defRPr sz="2400" b="0" i="0" kern="1200">
          <a:solidFill>
            <a:schemeClr val="tx1"/>
          </a:solidFill>
          <a:latin typeface="Franklin Gothic Book Regular"/>
          <a:ea typeface="Franklin Gothic Book Regular"/>
          <a:cs typeface="Franklin Gothic Book Regular"/>
        </a:defRPr>
      </a:lvl2pPr>
      <a:lvl3pPr marL="1143000" indent="-228600" algn="l" defTabSz="914400" rtl="0" eaLnBrk="1" latinLnBrk="0" hangingPunct="1">
        <a:lnSpc>
          <a:spcPct val="90000"/>
        </a:lnSpc>
        <a:spcBef>
          <a:spcPts val="500"/>
        </a:spcBef>
        <a:buFont typeface="Arial"/>
        <a:buChar char="•"/>
        <a:defRPr sz="2000" b="0" i="0" kern="1200">
          <a:solidFill>
            <a:schemeClr val="tx1"/>
          </a:solidFill>
          <a:latin typeface="Franklin Gothic Book Regular"/>
          <a:ea typeface="Franklin Gothic Book Regular"/>
          <a:cs typeface="Franklin Gothic Book Regular"/>
        </a:defRPr>
      </a:lvl3pPr>
      <a:lvl4pPr marL="1600200" indent="-228600" algn="l" defTabSz="914400" rtl="0" eaLnBrk="1" latinLnBrk="0" hangingPunct="1">
        <a:lnSpc>
          <a:spcPct val="90000"/>
        </a:lnSpc>
        <a:spcBef>
          <a:spcPts val="500"/>
        </a:spcBef>
        <a:buFont typeface="Arial"/>
        <a:buChar char="•"/>
        <a:defRPr sz="1800" b="0" i="0" kern="1200">
          <a:solidFill>
            <a:schemeClr val="tx1"/>
          </a:solidFill>
          <a:latin typeface="Franklin Gothic Book Regular"/>
          <a:ea typeface="Franklin Gothic Book Regular"/>
          <a:cs typeface="Franklin Gothic Book Regular"/>
        </a:defRPr>
      </a:lvl4pPr>
      <a:lvl5pPr marL="2057400" indent="-228600" algn="l" defTabSz="914400" rtl="0" eaLnBrk="1" latinLnBrk="0" hangingPunct="1">
        <a:lnSpc>
          <a:spcPct val="90000"/>
        </a:lnSpc>
        <a:spcBef>
          <a:spcPts val="500"/>
        </a:spcBef>
        <a:buFont typeface="Arial"/>
        <a:buChar char="•"/>
        <a:defRPr sz="1800" b="0" i="0" kern="1200">
          <a:solidFill>
            <a:schemeClr val="tx1"/>
          </a:solidFill>
          <a:latin typeface="Franklin Gothic Book Regular"/>
          <a:ea typeface="Franklin Gothic Book Regular"/>
          <a:cs typeface="Franklin Gothic Book Regular"/>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3" Type="http://schemas.openxmlformats.org/officeDocument/2006/relationships/hyperlink" Target="https://www.w3.org/TR/WCAG20/" TargetMode="External"/><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3" Type="http://schemas.openxmlformats.org/officeDocument/2006/relationships/hyperlink" Target="http://DEhttps:/www.w3.org/TR/2006/WD-WCAG20-20060427/appendixA.html#atdef" TargetMode="External"/><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3" Type="http://schemas.openxmlformats.org/officeDocument/2006/relationships/image" Target="../media/image9.jpeg"/><Relationship Id="rId7" Type="http://schemas.openxmlformats.org/officeDocument/2006/relationships/image" Target="../media/image13.jpeg"/><Relationship Id="rId2" Type="http://schemas.openxmlformats.org/officeDocument/2006/relationships/notesSlide" Target="../notesSlides/notesSlide3.xml"/><Relationship Id="rId1" Type="http://schemas.openxmlformats.org/officeDocument/2006/relationships/slideLayout" Target="../slideLayouts/slideLayout14.xml"/><Relationship Id="rId6" Type="http://schemas.openxmlformats.org/officeDocument/2006/relationships/image" Target="../media/image12.jpeg"/><Relationship Id="rId5" Type="http://schemas.openxmlformats.org/officeDocument/2006/relationships/image" Target="../media/image11.jpeg"/><Relationship Id="rId4" Type="http://schemas.openxmlformats.org/officeDocument/2006/relationships/image" Target="../media/image10.jpe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2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3" Type="http://schemas.openxmlformats.org/officeDocument/2006/relationships/hyperlink" Target="https://webaim.org/resources/contrastchecker/" TargetMode="External"/><Relationship Id="rId2" Type="http://schemas.openxmlformats.org/officeDocument/2006/relationships/notesSlide" Target="../notesSlides/notesSlide13.xml"/><Relationship Id="rId1" Type="http://schemas.openxmlformats.org/officeDocument/2006/relationships/slideLayout" Target="../slideLayouts/slideLayout14.xml"/><Relationship Id="rId5" Type="http://schemas.openxmlformats.org/officeDocument/2006/relationships/image" Target="../media/image16.png"/><Relationship Id="rId4" Type="http://schemas.openxmlformats.org/officeDocument/2006/relationships/hyperlink" Target="https://www.deque.com/axe/" TargetMode="Externa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7.xml"/></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11770149" y="5919317"/>
            <a:ext cx="11996582" cy="1346522"/>
          </a:xfrm>
        </p:spPr>
        <p:txBody>
          <a:bodyPr/>
          <a:lstStyle/>
          <a:p>
            <a:r>
              <a:rPr lang="en-US" sz="8800" b="0" dirty="0">
                <a:latin typeface="Franklin Gothic Demi"/>
              </a:rPr>
              <a:t>WCAG 2.0 Standards</a:t>
            </a:r>
            <a:endParaRPr lang="en-US" dirty="0"/>
          </a:p>
        </p:txBody>
      </p:sp>
      <p:sp>
        <p:nvSpPr>
          <p:cNvPr id="8" name="Text Placeholder 7"/>
          <p:cNvSpPr>
            <a:spLocks noGrp="1"/>
          </p:cNvSpPr>
          <p:nvPr>
            <p:ph type="body" sz="quarter" idx="10"/>
          </p:nvPr>
        </p:nvSpPr>
        <p:spPr>
          <a:xfrm>
            <a:off x="11763302" y="7553871"/>
            <a:ext cx="11140222" cy="1800200"/>
          </a:xfrm>
        </p:spPr>
        <p:txBody>
          <a:bodyPr lIns="91440" tIns="45720" rIns="91440" bIns="45720" anchor="t"/>
          <a:lstStyle/>
          <a:p>
            <a:r>
              <a:rPr lang="en-US" sz="3200" b="0" dirty="0">
                <a:latin typeface="Franklin Gothic Book"/>
              </a:rPr>
              <a:t>PSYCHOLOGY 562: </a:t>
            </a:r>
            <a:endParaRPr lang="en-US" sz="3200" b="0" dirty="0"/>
          </a:p>
          <a:p>
            <a:r>
              <a:rPr lang="en-US" sz="3200" b="0" dirty="0">
                <a:latin typeface="Franklin Gothic Book"/>
              </a:rPr>
              <a:t>Advanced human factors</a:t>
            </a:r>
            <a:endParaRPr lang="en-US" dirty="0"/>
          </a:p>
          <a:p>
            <a:endParaRPr lang="en-US" sz="3200"/>
          </a:p>
          <a:p>
            <a:r>
              <a:rPr lang="en-US" sz="3200" b="0" dirty="0">
                <a:latin typeface="Franklin Gothic Book"/>
              </a:rPr>
              <a:t>Miriam Del Cerro</a:t>
            </a:r>
            <a:endParaRPr lang="en-US" sz="3200" dirty="0"/>
          </a:p>
        </p:txBody>
      </p:sp>
    </p:spTree>
    <p:extLst>
      <p:ext uri="{BB962C8B-B14F-4D97-AF65-F5344CB8AC3E}">
        <p14:creationId xmlns:p14="http://schemas.microsoft.com/office/powerpoint/2010/main" val="10314161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DC7BF0-69FC-337D-C61F-AEEAD18A3745}"/>
              </a:ext>
            </a:extLst>
          </p:cNvPr>
          <p:cNvSpPr>
            <a:spLocks noGrp="1"/>
          </p:cNvSpPr>
          <p:nvPr>
            <p:ph type="title"/>
          </p:nvPr>
        </p:nvSpPr>
        <p:spPr/>
        <p:txBody>
          <a:bodyPr/>
          <a:lstStyle/>
          <a:p>
            <a:r>
              <a:rPr lang="en-US" dirty="0">
                <a:latin typeface="Franklin Gothic Demi"/>
              </a:rPr>
              <a:t>Overview</a:t>
            </a:r>
            <a:endParaRPr lang="en-US" dirty="0"/>
          </a:p>
        </p:txBody>
      </p:sp>
      <p:sp>
        <p:nvSpPr>
          <p:cNvPr id="4" name="Text Placeholder 3">
            <a:extLst>
              <a:ext uri="{FF2B5EF4-FFF2-40B4-BE49-F238E27FC236}">
                <a16:creationId xmlns:a16="http://schemas.microsoft.com/office/drawing/2014/main" id="{608FA7DD-7E44-85DD-9DF2-7AEA46F6694B}"/>
              </a:ext>
            </a:extLst>
          </p:cNvPr>
          <p:cNvSpPr>
            <a:spLocks noGrp="1"/>
          </p:cNvSpPr>
          <p:nvPr>
            <p:ph type="body" sz="quarter" idx="11"/>
          </p:nvPr>
        </p:nvSpPr>
        <p:spPr>
          <a:xfrm>
            <a:off x="1295856" y="4571041"/>
            <a:ext cx="19262838" cy="6308778"/>
          </a:xfrm>
        </p:spPr>
        <p:txBody>
          <a:bodyPr vert="horz" wrap="square" lIns="0" tIns="0" rIns="0" bIns="0" rtlCol="0" anchor="t">
            <a:spAutoFit/>
          </a:bodyPr>
          <a:lstStyle/>
          <a:p>
            <a:pPr marL="457200" indent="-457200">
              <a:buChar char="•"/>
            </a:pPr>
            <a:r>
              <a:rPr lang="en-US" sz="4000" dirty="0">
                <a:latin typeface="Franklin Gothic Book"/>
              </a:rPr>
              <a:t>Defining "accessible" in this context</a:t>
            </a:r>
          </a:p>
          <a:p>
            <a:pPr marL="457200" indent="-457200">
              <a:buChar char="•"/>
            </a:pPr>
            <a:r>
              <a:rPr lang="en-US" sz="4000" dirty="0">
                <a:latin typeface="Franklin Gothic Book"/>
              </a:rPr>
              <a:t>Why design the web for </a:t>
            </a:r>
            <a:br>
              <a:rPr lang="en-US" sz="4000" dirty="0">
                <a:latin typeface="Franklin Gothic Book"/>
              </a:rPr>
            </a:br>
            <a:r>
              <a:rPr lang="en-US" sz="4000" dirty="0">
                <a:latin typeface="Franklin Gothic Book"/>
              </a:rPr>
              <a:t>accessibility? </a:t>
            </a:r>
            <a:endParaRPr lang="en-US" sz="4000"/>
          </a:p>
          <a:p>
            <a:pPr marL="457200" indent="-457200">
              <a:buChar char="•"/>
            </a:pPr>
            <a:r>
              <a:rPr lang="en-US" sz="4000" dirty="0">
                <a:latin typeface="Franklin Gothic Book"/>
              </a:rPr>
              <a:t>What is WCAG 2.0?</a:t>
            </a:r>
          </a:p>
          <a:p>
            <a:pPr marL="457200" indent="-457200">
              <a:buChar char="•"/>
            </a:pPr>
            <a:r>
              <a:rPr lang="en-US" sz="4000" dirty="0">
                <a:latin typeface="Franklin Gothic Book"/>
              </a:rPr>
              <a:t>Conformance levels</a:t>
            </a:r>
            <a:endParaRPr lang="en-US" sz="4000"/>
          </a:p>
          <a:p>
            <a:pPr marL="457200" indent="-457200">
              <a:buChar char="•"/>
            </a:pPr>
            <a:r>
              <a:rPr lang="en-US" sz="4000" dirty="0">
                <a:latin typeface="Franklin Gothic Book"/>
              </a:rPr>
              <a:t>Principles and guidelines</a:t>
            </a:r>
          </a:p>
          <a:p>
            <a:pPr marL="457200" indent="-457200">
              <a:buChar char="•"/>
            </a:pPr>
            <a:r>
              <a:rPr lang="en-US" sz="4000" dirty="0">
                <a:latin typeface="Franklin Gothic Book"/>
              </a:rPr>
              <a:t>Tools for checking conformance</a:t>
            </a:r>
            <a:endParaRPr lang="en-US" sz="4000" dirty="0"/>
          </a:p>
        </p:txBody>
      </p:sp>
      <p:pic>
        <p:nvPicPr>
          <p:cNvPr id="6" name="Picture 5" descr="A screenshot of a content&#10;&#10;AI-generated content may be incorrect.">
            <a:extLst>
              <a:ext uri="{FF2B5EF4-FFF2-40B4-BE49-F238E27FC236}">
                <a16:creationId xmlns:a16="http://schemas.microsoft.com/office/drawing/2014/main" id="{FDBCAB01-E2E6-F6E9-A234-D0C86C614E0E}"/>
              </a:ext>
            </a:extLst>
          </p:cNvPr>
          <p:cNvPicPr>
            <a:picLocks noChangeAspect="1"/>
          </p:cNvPicPr>
          <p:nvPr/>
        </p:nvPicPr>
        <p:blipFill>
          <a:blip r:embed="rId2"/>
          <a:stretch>
            <a:fillRect/>
          </a:stretch>
        </p:blipFill>
        <p:spPr>
          <a:xfrm>
            <a:off x="10543091" y="3750678"/>
            <a:ext cx="13481721" cy="9139314"/>
          </a:xfrm>
          <a:prstGeom prst="rect">
            <a:avLst/>
          </a:prstGeom>
        </p:spPr>
      </p:pic>
    </p:spTree>
    <p:extLst>
      <p:ext uri="{BB962C8B-B14F-4D97-AF65-F5344CB8AC3E}">
        <p14:creationId xmlns:p14="http://schemas.microsoft.com/office/powerpoint/2010/main" val="3960412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335E5A-BBA5-507E-3DC5-561CB15608F4}"/>
              </a:ext>
            </a:extLst>
          </p:cNvPr>
          <p:cNvSpPr>
            <a:spLocks noGrp="1"/>
          </p:cNvSpPr>
          <p:nvPr>
            <p:ph type="title"/>
          </p:nvPr>
        </p:nvSpPr>
        <p:spPr>
          <a:xfrm>
            <a:off x="1292454" y="2521471"/>
            <a:ext cx="21032788" cy="1218282"/>
          </a:xfrm>
        </p:spPr>
        <p:txBody>
          <a:bodyPr/>
          <a:lstStyle/>
          <a:p>
            <a:r>
              <a:rPr lang="en-US" b="0" dirty="0"/>
              <a:t>"Accessible"</a:t>
            </a:r>
          </a:p>
        </p:txBody>
      </p:sp>
      <p:sp>
        <p:nvSpPr>
          <p:cNvPr id="4" name="Text Placeholder 3">
            <a:extLst>
              <a:ext uri="{FF2B5EF4-FFF2-40B4-BE49-F238E27FC236}">
                <a16:creationId xmlns:a16="http://schemas.microsoft.com/office/drawing/2014/main" id="{541C0BF8-651F-2A04-1A12-473E3D64629F}"/>
              </a:ext>
            </a:extLst>
          </p:cNvPr>
          <p:cNvSpPr>
            <a:spLocks noGrp="1"/>
          </p:cNvSpPr>
          <p:nvPr>
            <p:ph type="body" sz="quarter" idx="11"/>
          </p:nvPr>
        </p:nvSpPr>
        <p:spPr>
          <a:xfrm>
            <a:off x="1365647" y="5922690"/>
            <a:ext cx="20332203" cy="6988452"/>
          </a:xfrm>
        </p:spPr>
        <p:txBody>
          <a:bodyPr vert="horz" wrap="square" lIns="0" tIns="0" rIns="0" bIns="0" rtlCol="0" anchor="t">
            <a:spAutoFit/>
          </a:bodyPr>
          <a:lstStyle/>
          <a:p>
            <a:pPr marL="457200" indent="-457200">
              <a:buChar char="•"/>
            </a:pPr>
            <a:r>
              <a:rPr lang="en-US" sz="4000" dirty="0">
                <a:latin typeface="Franklin Gothic Book"/>
              </a:rPr>
              <a:t>"Usable to a wide range of people with disabilities, including blindness and low vision, deafness and hearing loss, learning difficulties, cognitive limitations, limited movement, speech difficulties, photosensitivity and combinations of these." (WCAG 2.0) </a:t>
            </a:r>
          </a:p>
          <a:p>
            <a:pPr marL="457200" indent="-457200">
              <a:buChar char="•"/>
            </a:pPr>
            <a:r>
              <a:rPr lang="en-US" sz="4000" dirty="0">
                <a:latin typeface="Franklin Gothic Book"/>
              </a:rPr>
              <a:t>Enables access to web content using different devices including </a:t>
            </a:r>
            <a:r>
              <a:rPr lang="en-US" sz="4000" u="sng" dirty="0">
                <a:latin typeface="Franklin Gothic Book"/>
              </a:rPr>
              <a:t>assistive technologies</a:t>
            </a:r>
            <a:r>
              <a:rPr lang="en-US" sz="4000" dirty="0">
                <a:latin typeface="Franklin Gothic Book"/>
              </a:rPr>
              <a:t>. </a:t>
            </a:r>
          </a:p>
          <a:p>
            <a:pPr marL="457200" indent="-457200">
              <a:buChar char="•"/>
            </a:pPr>
            <a:endParaRPr lang="en-US" sz="4000" dirty="0">
              <a:latin typeface="Franklin Gothic Book"/>
            </a:endParaRPr>
          </a:p>
          <a:p>
            <a:pPr marL="457200" indent="-457200">
              <a:buChar char="•"/>
            </a:pPr>
            <a:r>
              <a:rPr lang="en-US" sz="4000" dirty="0">
                <a:latin typeface="Franklin Gothic Book"/>
                <a:hlinkClick r:id="rId3"/>
              </a:rPr>
              <a:t>https://www.w3.org/TR/WCAG20/</a:t>
            </a:r>
            <a:endParaRPr lang="en-US" sz="4000" dirty="0">
              <a:hlinkClick r:id="rId3"/>
            </a:endParaRPr>
          </a:p>
          <a:p>
            <a:pPr marL="457200" indent="-457200">
              <a:buChar char="•"/>
            </a:pPr>
            <a:endParaRPr lang="en-US" sz="4000" dirty="0"/>
          </a:p>
          <a:p>
            <a:pPr marL="457200" indent="-457200">
              <a:buChar char="•"/>
            </a:pPr>
            <a:endParaRPr lang="en-US" sz="4000" dirty="0"/>
          </a:p>
        </p:txBody>
      </p:sp>
    </p:spTree>
    <p:extLst>
      <p:ext uri="{BB962C8B-B14F-4D97-AF65-F5344CB8AC3E}">
        <p14:creationId xmlns:p14="http://schemas.microsoft.com/office/powerpoint/2010/main" val="18221222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55C1C5A-EDDC-611C-E67F-EE1F3EEDAAC4}"/>
              </a:ext>
            </a:extLst>
          </p:cNvPr>
          <p:cNvSpPr>
            <a:spLocks noGrp="1"/>
          </p:cNvSpPr>
          <p:nvPr>
            <p:ph type="title"/>
          </p:nvPr>
        </p:nvSpPr>
        <p:spPr/>
        <p:txBody>
          <a:bodyPr/>
          <a:lstStyle/>
          <a:p>
            <a:r>
              <a:rPr lang="en-US" b="0" dirty="0">
                <a:latin typeface="Franklin Gothic Demi"/>
              </a:rPr>
              <a:t>"Assistive technology" </a:t>
            </a:r>
          </a:p>
        </p:txBody>
      </p:sp>
      <p:sp>
        <p:nvSpPr>
          <p:cNvPr id="4" name="Text Placeholder 3">
            <a:extLst>
              <a:ext uri="{FF2B5EF4-FFF2-40B4-BE49-F238E27FC236}">
                <a16:creationId xmlns:a16="http://schemas.microsoft.com/office/drawing/2014/main" id="{DFD38594-84F8-8177-23F7-C02FB4F62707}"/>
              </a:ext>
            </a:extLst>
          </p:cNvPr>
          <p:cNvSpPr>
            <a:spLocks noGrp="1"/>
          </p:cNvSpPr>
          <p:nvPr>
            <p:ph type="body" sz="quarter" idx="11"/>
          </p:nvPr>
        </p:nvSpPr>
        <p:spPr>
          <a:xfrm>
            <a:off x="1306914" y="5922690"/>
            <a:ext cx="20390936" cy="4987904"/>
          </a:xfrm>
        </p:spPr>
        <p:txBody>
          <a:bodyPr vert="horz" wrap="square" lIns="0" tIns="0" rIns="0" bIns="0" rtlCol="0" anchor="t">
            <a:spAutoFit/>
          </a:bodyPr>
          <a:lstStyle/>
          <a:p>
            <a:pPr marL="571500" indent="-571500">
              <a:buChar char="•"/>
            </a:pPr>
            <a:r>
              <a:rPr lang="en-US" sz="4000" dirty="0">
                <a:latin typeface="Franklin Gothic Book"/>
              </a:rPr>
              <a:t>They provides services beyond those offered by the website/software to meet the requirements of users with disabilities. </a:t>
            </a:r>
            <a:endParaRPr lang="en-US" sz="4000" dirty="0"/>
          </a:p>
          <a:p>
            <a:pPr marL="571500" indent="-571500">
              <a:buChar char="•"/>
            </a:pPr>
            <a:r>
              <a:rPr lang="en-US" sz="4000" dirty="0">
                <a:latin typeface="Franklin Gothic Book"/>
              </a:rPr>
              <a:t>Additional services include alternative renderings, alternative input methods, additional navigation or orientation mechanisms, and content transformations. </a:t>
            </a:r>
          </a:p>
          <a:p>
            <a:endParaRPr lang="en-US" sz="4000" dirty="0"/>
          </a:p>
          <a:p>
            <a:pPr marL="571500" indent="-571500">
              <a:buChar char="•"/>
            </a:pPr>
            <a:r>
              <a:rPr lang="en-US" sz="4000" dirty="0">
                <a:latin typeface="Franklin Gothic Book"/>
                <a:hlinkClick r:id="rId3"/>
              </a:rPr>
              <a:t>https://www.w3.org/TR/2006/WD-WCAG20-20060427/appendixA.html#atdef</a:t>
            </a:r>
            <a:endParaRPr lang="en-US" sz="4000" dirty="0">
              <a:hlinkClick r:id="rId3"/>
            </a:endParaRPr>
          </a:p>
        </p:txBody>
      </p:sp>
    </p:spTree>
    <p:extLst>
      <p:ext uri="{BB962C8B-B14F-4D97-AF65-F5344CB8AC3E}">
        <p14:creationId xmlns:p14="http://schemas.microsoft.com/office/powerpoint/2010/main" val="6864312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2AE392-09EF-544F-1407-8920CE98252F}"/>
              </a:ext>
            </a:extLst>
          </p:cNvPr>
          <p:cNvSpPr>
            <a:spLocks noGrp="1"/>
          </p:cNvSpPr>
          <p:nvPr>
            <p:ph type="title"/>
          </p:nvPr>
        </p:nvSpPr>
        <p:spPr/>
        <p:txBody>
          <a:bodyPr/>
          <a:lstStyle/>
          <a:p>
            <a:r>
              <a:rPr lang="en-US" dirty="0">
                <a:latin typeface="Franklin Gothic Demi"/>
              </a:rPr>
              <a:t>Assistive Technology</a:t>
            </a:r>
            <a:endParaRPr lang="en-US" dirty="0"/>
          </a:p>
        </p:txBody>
      </p:sp>
      <p:sp>
        <p:nvSpPr>
          <p:cNvPr id="3" name="Text Placeholder 2">
            <a:extLst>
              <a:ext uri="{FF2B5EF4-FFF2-40B4-BE49-F238E27FC236}">
                <a16:creationId xmlns:a16="http://schemas.microsoft.com/office/drawing/2014/main" id="{A961FD2C-D869-A533-8571-8E0298D01B81}"/>
              </a:ext>
            </a:extLst>
          </p:cNvPr>
          <p:cNvSpPr>
            <a:spLocks noGrp="1"/>
          </p:cNvSpPr>
          <p:nvPr>
            <p:ph type="body" sz="quarter" idx="10"/>
          </p:nvPr>
        </p:nvSpPr>
        <p:spPr/>
        <p:txBody>
          <a:bodyPr vert="horz" lIns="0" tIns="0" rIns="0" bIns="0" rtlCol="0" anchor="t">
            <a:spAutoFit/>
          </a:bodyPr>
          <a:lstStyle/>
          <a:p>
            <a:r>
              <a:rPr lang="en-US" dirty="0"/>
              <a:t>Examples</a:t>
            </a:r>
          </a:p>
        </p:txBody>
      </p:sp>
      <p:sp>
        <p:nvSpPr>
          <p:cNvPr id="4" name="Text Placeholder 3">
            <a:extLst>
              <a:ext uri="{FF2B5EF4-FFF2-40B4-BE49-F238E27FC236}">
                <a16:creationId xmlns:a16="http://schemas.microsoft.com/office/drawing/2014/main" id="{04E5A42B-1700-FD73-C669-7C01A1FAA6C0}"/>
              </a:ext>
            </a:extLst>
          </p:cNvPr>
          <p:cNvSpPr>
            <a:spLocks noGrp="1"/>
          </p:cNvSpPr>
          <p:nvPr>
            <p:ph type="body" sz="quarter" idx="11"/>
          </p:nvPr>
        </p:nvSpPr>
        <p:spPr>
          <a:xfrm>
            <a:off x="1996833" y="5903638"/>
            <a:ext cx="19701017" cy="4627237"/>
          </a:xfrm>
        </p:spPr>
        <p:txBody>
          <a:bodyPr vert="horz" wrap="square" lIns="0" tIns="0" rIns="0" bIns="0" rtlCol="0" anchor="t">
            <a:spAutoFit/>
          </a:bodyPr>
          <a:lstStyle/>
          <a:p>
            <a:pPr marL="457200" indent="-457200">
              <a:buChar char="•"/>
            </a:pPr>
            <a:r>
              <a:rPr lang="en-US" dirty="0">
                <a:latin typeface="Franklin Gothic Book"/>
              </a:rPr>
              <a:t>screen magnifiers</a:t>
            </a:r>
            <a:endParaRPr lang="en-US" dirty="0"/>
          </a:p>
          <a:p>
            <a:pPr marL="457200" indent="-457200">
              <a:buChar char="•"/>
            </a:pPr>
            <a:r>
              <a:rPr lang="en-US" dirty="0">
                <a:latin typeface="Franklin Gothic Book"/>
              </a:rPr>
              <a:t>screen readers</a:t>
            </a:r>
            <a:endParaRPr lang="en-US" dirty="0"/>
          </a:p>
          <a:p>
            <a:pPr marL="457200" indent="-457200">
              <a:buChar char="•"/>
            </a:pPr>
            <a:r>
              <a:rPr lang="en-US" dirty="0">
                <a:latin typeface="Franklin Gothic Book"/>
              </a:rPr>
              <a:t>voice recognition software</a:t>
            </a:r>
            <a:endParaRPr lang="en-US" dirty="0"/>
          </a:p>
          <a:p>
            <a:pPr marL="457200" indent="-457200">
              <a:buChar char="•"/>
            </a:pPr>
            <a:r>
              <a:rPr lang="en-US" dirty="0">
                <a:latin typeface="Franklin Gothic Book"/>
              </a:rPr>
              <a:t>alternative keyboards</a:t>
            </a:r>
            <a:endParaRPr lang="en-US" dirty="0"/>
          </a:p>
          <a:p>
            <a:pPr marL="457200" indent="-457200">
              <a:buChar char="•"/>
            </a:pPr>
            <a:r>
              <a:rPr lang="en-US" dirty="0">
                <a:latin typeface="Franklin Gothic Book"/>
              </a:rPr>
              <a:t>alternative pointing devices</a:t>
            </a:r>
            <a:endParaRPr lang="en-US" dirty="0"/>
          </a:p>
        </p:txBody>
      </p:sp>
      <p:pic>
        <p:nvPicPr>
          <p:cNvPr id="5" name="Picture 4" descr="Kantek Lcd Monitor Magnifier Fits 15in Monitors - Magnifying KTKMAG15L, KTK  MAG15L - Office Supply Hut">
            <a:extLst>
              <a:ext uri="{FF2B5EF4-FFF2-40B4-BE49-F238E27FC236}">
                <a16:creationId xmlns:a16="http://schemas.microsoft.com/office/drawing/2014/main" id="{EDCD413E-6107-99EC-2B07-8F712B79A0B2}"/>
              </a:ext>
            </a:extLst>
          </p:cNvPr>
          <p:cNvPicPr>
            <a:picLocks noChangeAspect="1"/>
          </p:cNvPicPr>
          <p:nvPr/>
        </p:nvPicPr>
        <p:blipFill>
          <a:blip r:embed="rId3"/>
          <a:stretch>
            <a:fillRect/>
          </a:stretch>
        </p:blipFill>
        <p:spPr>
          <a:xfrm>
            <a:off x="13303918" y="4153694"/>
            <a:ext cx="5461176" cy="5486717"/>
          </a:xfrm>
          <a:prstGeom prst="rect">
            <a:avLst/>
          </a:prstGeom>
        </p:spPr>
      </p:pic>
      <p:pic>
        <p:nvPicPr>
          <p:cNvPr id="6" name="Picture 5" descr="SuperNova Magnifier">
            <a:extLst>
              <a:ext uri="{FF2B5EF4-FFF2-40B4-BE49-F238E27FC236}">
                <a16:creationId xmlns:a16="http://schemas.microsoft.com/office/drawing/2014/main" id="{8FD9CE67-96A7-996F-F6F3-A4B75CED8B10}"/>
              </a:ext>
            </a:extLst>
          </p:cNvPr>
          <p:cNvPicPr>
            <a:picLocks noChangeAspect="1"/>
          </p:cNvPicPr>
          <p:nvPr/>
        </p:nvPicPr>
        <p:blipFill>
          <a:blip r:embed="rId4"/>
          <a:stretch>
            <a:fillRect/>
          </a:stretch>
        </p:blipFill>
        <p:spPr>
          <a:xfrm>
            <a:off x="18777342" y="4128292"/>
            <a:ext cx="5505628" cy="5486716"/>
          </a:xfrm>
          <a:prstGeom prst="rect">
            <a:avLst/>
          </a:prstGeom>
        </p:spPr>
      </p:pic>
      <p:pic>
        <p:nvPicPr>
          <p:cNvPr id="7" name="Picture 6" descr="Best Screen Readers for Persons with Visual Impairment">
            <a:extLst>
              <a:ext uri="{FF2B5EF4-FFF2-40B4-BE49-F238E27FC236}">
                <a16:creationId xmlns:a16="http://schemas.microsoft.com/office/drawing/2014/main" id="{5CD714CB-661E-D45B-DEBB-7D8CCEB238AE}"/>
              </a:ext>
            </a:extLst>
          </p:cNvPr>
          <p:cNvPicPr>
            <a:picLocks noChangeAspect="1"/>
          </p:cNvPicPr>
          <p:nvPr/>
        </p:nvPicPr>
        <p:blipFill>
          <a:blip r:embed="rId5"/>
          <a:stretch>
            <a:fillRect/>
          </a:stretch>
        </p:blipFill>
        <p:spPr>
          <a:xfrm>
            <a:off x="10294170" y="9672254"/>
            <a:ext cx="6261328" cy="3504606"/>
          </a:xfrm>
          <a:prstGeom prst="rect">
            <a:avLst/>
          </a:prstGeom>
        </p:spPr>
      </p:pic>
      <p:pic>
        <p:nvPicPr>
          <p:cNvPr id="8" name="Picture 7" descr="Computer Access Supports - Welcome to Shayla's Norton's Assistive Technology  Website!">
            <a:extLst>
              <a:ext uri="{FF2B5EF4-FFF2-40B4-BE49-F238E27FC236}">
                <a16:creationId xmlns:a16="http://schemas.microsoft.com/office/drawing/2014/main" id="{7B60D52B-B337-15B7-9D4B-036139488352}"/>
              </a:ext>
            </a:extLst>
          </p:cNvPr>
          <p:cNvPicPr>
            <a:picLocks noChangeAspect="1"/>
          </p:cNvPicPr>
          <p:nvPr/>
        </p:nvPicPr>
        <p:blipFill>
          <a:blip r:embed="rId6"/>
          <a:stretch>
            <a:fillRect/>
          </a:stretch>
        </p:blipFill>
        <p:spPr>
          <a:xfrm>
            <a:off x="7697120" y="4096532"/>
            <a:ext cx="5619965" cy="5524873"/>
          </a:xfrm>
          <a:prstGeom prst="rect">
            <a:avLst/>
          </a:prstGeom>
        </p:spPr>
      </p:pic>
      <p:pic>
        <p:nvPicPr>
          <p:cNvPr id="9" name="Picture 8" descr="Idaho Assistive Technology Resource Centers | Explore A.T. | Idaho A.T.P.">
            <a:extLst>
              <a:ext uri="{FF2B5EF4-FFF2-40B4-BE49-F238E27FC236}">
                <a16:creationId xmlns:a16="http://schemas.microsoft.com/office/drawing/2014/main" id="{D14D91C7-B8A1-D9CF-DC7D-477179E118F2}"/>
              </a:ext>
            </a:extLst>
          </p:cNvPr>
          <p:cNvPicPr>
            <a:picLocks noChangeAspect="1"/>
          </p:cNvPicPr>
          <p:nvPr/>
        </p:nvPicPr>
        <p:blipFill>
          <a:blip r:embed="rId7"/>
          <a:stretch>
            <a:fillRect/>
          </a:stretch>
        </p:blipFill>
        <p:spPr>
          <a:xfrm>
            <a:off x="15869181" y="9663785"/>
            <a:ext cx="4934092" cy="3534261"/>
          </a:xfrm>
          <a:prstGeom prst="rect">
            <a:avLst/>
          </a:prstGeom>
        </p:spPr>
      </p:pic>
    </p:spTree>
    <p:extLst>
      <p:ext uri="{BB962C8B-B14F-4D97-AF65-F5344CB8AC3E}">
        <p14:creationId xmlns:p14="http://schemas.microsoft.com/office/powerpoint/2010/main" val="14591598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10F6BD0-4EA9-01EA-2898-810A47BE13A8}"/>
              </a:ext>
            </a:extLst>
          </p:cNvPr>
          <p:cNvSpPr>
            <a:spLocks noGrp="1"/>
          </p:cNvSpPr>
          <p:nvPr>
            <p:ph type="title"/>
          </p:nvPr>
        </p:nvSpPr>
        <p:spPr>
          <a:xfrm>
            <a:off x="1315946" y="2521471"/>
            <a:ext cx="22477599" cy="2436564"/>
          </a:xfrm>
        </p:spPr>
        <p:txBody>
          <a:bodyPr/>
          <a:lstStyle/>
          <a:p>
            <a:r>
              <a:rPr lang="en-US" b="0" dirty="0">
                <a:latin typeface="Franklin Gothic Demi"/>
              </a:rPr>
              <a:t>Why design the web for accessibility? </a:t>
            </a:r>
            <a:endParaRPr lang="en-US" dirty="0"/>
          </a:p>
        </p:txBody>
      </p:sp>
      <p:sp>
        <p:nvSpPr>
          <p:cNvPr id="5" name="TextBox 4">
            <a:extLst>
              <a:ext uri="{FF2B5EF4-FFF2-40B4-BE49-F238E27FC236}">
                <a16:creationId xmlns:a16="http://schemas.microsoft.com/office/drawing/2014/main" id="{0822C49E-F282-C2D7-0618-EBBCD7AE1E05}"/>
              </a:ext>
            </a:extLst>
          </p:cNvPr>
          <p:cNvSpPr txBox="1"/>
          <p:nvPr/>
        </p:nvSpPr>
        <p:spPr>
          <a:xfrm>
            <a:off x="1371199" y="5332442"/>
            <a:ext cx="22650184" cy="63804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457200" indent="-457200">
              <a:lnSpc>
                <a:spcPts val="5300"/>
              </a:lnSpc>
              <a:spcAft>
                <a:spcPts val="2500"/>
              </a:spcAft>
              <a:buFont typeface="Arial,Sans-Serif"/>
              <a:buChar char="•"/>
            </a:pPr>
            <a:r>
              <a:rPr lang="en-US" sz="3300" dirty="0">
                <a:latin typeface="Franklin Gothic Book"/>
              </a:rPr>
              <a:t>Users face barriers accessing digital content due to vision, hearing, motor, and cognitive limitations (as well as barriers in the environment due to lack of physical access).</a:t>
            </a:r>
            <a:endParaRPr lang="en-US" sz="3300">
              <a:latin typeface="Franklin Gothic Book"/>
            </a:endParaRPr>
          </a:p>
          <a:p>
            <a:pPr marL="457200" indent="-457200">
              <a:lnSpc>
                <a:spcPts val="5300"/>
              </a:lnSpc>
              <a:spcAft>
                <a:spcPts val="2500"/>
              </a:spcAft>
              <a:buFont typeface="Arial,Sans-Serif"/>
              <a:buChar char="•"/>
            </a:pPr>
            <a:r>
              <a:rPr lang="en-US" sz="3300" dirty="0">
                <a:latin typeface="Franklin Gothic Book"/>
              </a:rPr>
              <a:t>Legal case: Avoid accessibility and anti-discrimination lawsuits. </a:t>
            </a:r>
            <a:endParaRPr lang="en-US" sz="3300">
              <a:latin typeface="Franklin Gothic Book"/>
            </a:endParaRPr>
          </a:p>
          <a:p>
            <a:pPr marL="457200" indent="-457200">
              <a:lnSpc>
                <a:spcPts val="5300"/>
              </a:lnSpc>
              <a:spcAft>
                <a:spcPts val="2500"/>
              </a:spcAft>
              <a:buFont typeface="Arial,Sans-Serif"/>
              <a:buChar char="•"/>
            </a:pPr>
            <a:r>
              <a:rPr lang="en-US" sz="3300" dirty="0">
                <a:latin typeface="Franklin Gothic Book"/>
              </a:rPr>
              <a:t>Moral case: Universal access is the goal for corporate social responsibility. </a:t>
            </a:r>
          </a:p>
          <a:p>
            <a:pPr marL="457200" indent="-457200">
              <a:lnSpc>
                <a:spcPts val="5300"/>
              </a:lnSpc>
              <a:spcAft>
                <a:spcPts val="2500"/>
              </a:spcAft>
              <a:buFont typeface="Arial,Sans-Serif"/>
              <a:buChar char="•"/>
            </a:pPr>
            <a:r>
              <a:rPr lang="en-US" sz="3300" dirty="0">
                <a:latin typeface="Franklin Gothic Book"/>
              </a:rPr>
              <a:t>Business case: Accessibility supports SEO, mobile friendly and responsive design.</a:t>
            </a:r>
          </a:p>
          <a:p>
            <a:pPr marL="457200" indent="-457200">
              <a:lnSpc>
                <a:spcPts val="5300"/>
              </a:lnSpc>
              <a:spcAft>
                <a:spcPts val="2500"/>
              </a:spcAft>
              <a:buFont typeface="Arial,Sans-Serif"/>
              <a:buChar char="•"/>
            </a:pPr>
            <a:r>
              <a:rPr lang="en-US" sz="4000" b="1" i="1" dirty="0">
                <a:latin typeface="Franklin Gothic Book"/>
                <a:ea typeface="Calibri"/>
                <a:cs typeface="Calibri"/>
              </a:rPr>
              <a:t>Designing for accessibility means designing for ALL users.</a:t>
            </a:r>
          </a:p>
          <a:p>
            <a:pPr algn="l">
              <a:lnSpc>
                <a:spcPts val="5300"/>
              </a:lnSpc>
              <a:spcAft>
                <a:spcPts val="2500"/>
              </a:spcAft>
            </a:pPr>
            <a:endParaRPr lang="en-US" sz="3300" dirty="0">
              <a:latin typeface="Franklin Gothic Book"/>
              <a:ea typeface="Calibri"/>
              <a:cs typeface="Calibri"/>
            </a:endParaRPr>
          </a:p>
        </p:txBody>
      </p:sp>
    </p:spTree>
    <p:extLst>
      <p:ext uri="{BB962C8B-B14F-4D97-AF65-F5344CB8AC3E}">
        <p14:creationId xmlns:p14="http://schemas.microsoft.com/office/powerpoint/2010/main" val="7561176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0E8D03-E35D-DFE2-2C0D-95547B4911CE}"/>
              </a:ext>
            </a:extLst>
          </p:cNvPr>
          <p:cNvSpPr>
            <a:spLocks noGrp="1"/>
          </p:cNvSpPr>
          <p:nvPr>
            <p:ph type="title"/>
          </p:nvPr>
        </p:nvSpPr>
        <p:spPr/>
        <p:txBody>
          <a:bodyPr/>
          <a:lstStyle/>
          <a:p>
            <a:r>
              <a:rPr lang="en-US" dirty="0">
                <a:latin typeface="Franklin Gothic Demi"/>
              </a:rPr>
              <a:t>Still work to be done...</a:t>
            </a:r>
            <a:endParaRPr lang="en-US" dirty="0"/>
          </a:p>
        </p:txBody>
      </p:sp>
      <p:sp>
        <p:nvSpPr>
          <p:cNvPr id="4" name="Text Placeholder 3">
            <a:extLst>
              <a:ext uri="{FF2B5EF4-FFF2-40B4-BE49-F238E27FC236}">
                <a16:creationId xmlns:a16="http://schemas.microsoft.com/office/drawing/2014/main" id="{C1A5F247-2B5B-3582-78E9-4AE8CD193D03}"/>
              </a:ext>
            </a:extLst>
          </p:cNvPr>
          <p:cNvSpPr>
            <a:spLocks noGrp="1"/>
          </p:cNvSpPr>
          <p:nvPr>
            <p:ph type="body" sz="quarter" idx="11"/>
          </p:nvPr>
        </p:nvSpPr>
        <p:spPr>
          <a:xfrm>
            <a:off x="1291938" y="5922690"/>
            <a:ext cx="10080140" cy="4646657"/>
          </a:xfrm>
        </p:spPr>
        <p:txBody>
          <a:bodyPr vert="horz" wrap="square" lIns="0" tIns="0" rIns="0" bIns="0" rtlCol="0" anchor="t">
            <a:spAutoFit/>
          </a:bodyPr>
          <a:lstStyle/>
          <a:p>
            <a:pPr marL="457200" indent="-457200">
              <a:buFont typeface="Arial,Sans-Serif"/>
              <a:buChar char="•"/>
            </a:pPr>
            <a:r>
              <a:rPr lang="en-US" sz="4000" dirty="0">
                <a:latin typeface="Franklin Gothic Book"/>
              </a:rPr>
              <a:t>In a 2023 study of 1M websites by AIM, 98.1% of home pages had detectable WCAG failures.</a:t>
            </a:r>
            <a:endParaRPr lang="en-US" sz="4000">
              <a:latin typeface="Franklin Gothic Book"/>
            </a:endParaRPr>
          </a:p>
          <a:p>
            <a:pPr marL="457200" indent="-457200">
              <a:buFont typeface="Arial,Sans-Serif"/>
              <a:buChar char="•"/>
            </a:pPr>
            <a:r>
              <a:rPr lang="en-US" sz="4000" dirty="0">
                <a:latin typeface="Franklin Gothic Book"/>
              </a:rPr>
              <a:t>The most frequent error types have persisted over the past five years, according to AIM.</a:t>
            </a:r>
            <a:endParaRPr lang="en-US" sz="4000">
              <a:latin typeface="Franklin Gothic Book"/>
            </a:endParaRPr>
          </a:p>
          <a:p>
            <a:endParaRPr lang="en-US" dirty="0"/>
          </a:p>
        </p:txBody>
      </p:sp>
      <p:pic>
        <p:nvPicPr>
          <p:cNvPr id="6" name="Picture 5" descr="A graph with different colored bars&#10;&#10;AI-generated content may be incorrect.">
            <a:extLst>
              <a:ext uri="{FF2B5EF4-FFF2-40B4-BE49-F238E27FC236}">
                <a16:creationId xmlns:a16="http://schemas.microsoft.com/office/drawing/2014/main" id="{B2BB3FE6-9535-3205-2252-D4A17773B13D}"/>
              </a:ext>
            </a:extLst>
          </p:cNvPr>
          <p:cNvPicPr>
            <a:picLocks noChangeAspect="1"/>
          </p:cNvPicPr>
          <p:nvPr/>
        </p:nvPicPr>
        <p:blipFill>
          <a:blip r:embed="rId3"/>
          <a:stretch>
            <a:fillRect/>
          </a:stretch>
        </p:blipFill>
        <p:spPr>
          <a:xfrm>
            <a:off x="11806129" y="4682255"/>
            <a:ext cx="11355373" cy="6458139"/>
          </a:xfrm>
          <a:prstGeom prst="rect">
            <a:avLst/>
          </a:prstGeom>
        </p:spPr>
      </p:pic>
      <p:sp>
        <p:nvSpPr>
          <p:cNvPr id="8" name="TextBox 7">
            <a:extLst>
              <a:ext uri="{FF2B5EF4-FFF2-40B4-BE49-F238E27FC236}">
                <a16:creationId xmlns:a16="http://schemas.microsoft.com/office/drawing/2014/main" id="{2CE3DCA1-9DCC-8E57-32C5-7B7425444E26}"/>
              </a:ext>
            </a:extLst>
          </p:cNvPr>
          <p:cNvSpPr txBox="1"/>
          <p:nvPr/>
        </p:nvSpPr>
        <p:spPr>
          <a:xfrm>
            <a:off x="11825756" y="11407517"/>
            <a:ext cx="11332519"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dirty="0">
                <a:latin typeface="Franklin Gothic Book"/>
                <a:ea typeface="+mn-lt"/>
                <a:cs typeface="+mn-lt"/>
              </a:rPr>
              <a:t>Study by WebAIM.org (Web Accessibility in Mind)</a:t>
            </a:r>
            <a:endParaRPr lang="en-US" sz="3200">
              <a:latin typeface="Franklin Gothic Book"/>
              <a:ea typeface="Calibri"/>
              <a:cs typeface="Calibri"/>
            </a:endParaRPr>
          </a:p>
        </p:txBody>
      </p:sp>
    </p:spTree>
    <p:extLst>
      <p:ext uri="{BB962C8B-B14F-4D97-AF65-F5344CB8AC3E}">
        <p14:creationId xmlns:p14="http://schemas.microsoft.com/office/powerpoint/2010/main" val="4241746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EB7601-8890-E3A7-2D1A-D0694F4B6528}"/>
              </a:ext>
            </a:extLst>
          </p:cNvPr>
          <p:cNvSpPr>
            <a:spLocks noGrp="1"/>
          </p:cNvSpPr>
          <p:nvPr>
            <p:ph type="title"/>
          </p:nvPr>
        </p:nvSpPr>
        <p:spPr>
          <a:xfrm>
            <a:off x="1292454" y="2521471"/>
            <a:ext cx="21032788" cy="2344360"/>
          </a:xfrm>
        </p:spPr>
        <p:txBody>
          <a:bodyPr/>
          <a:lstStyle/>
          <a:p>
            <a:r>
              <a:rPr lang="en-US" sz="7200" b="0" dirty="0">
                <a:latin typeface="Franklin Gothic Demi"/>
              </a:rPr>
              <a:t>Web Content Accessibility Guidelines (WCAG) international standard </a:t>
            </a:r>
            <a:endParaRPr lang="en-US" sz="7200">
              <a:latin typeface="Franklin Gothic Demi"/>
            </a:endParaRPr>
          </a:p>
        </p:txBody>
      </p:sp>
      <p:sp>
        <p:nvSpPr>
          <p:cNvPr id="4" name="Text Placeholder 3">
            <a:extLst>
              <a:ext uri="{FF2B5EF4-FFF2-40B4-BE49-F238E27FC236}">
                <a16:creationId xmlns:a16="http://schemas.microsoft.com/office/drawing/2014/main" id="{13D64E28-3753-A647-C79F-29F8A81B4394}"/>
              </a:ext>
            </a:extLst>
          </p:cNvPr>
          <p:cNvSpPr>
            <a:spLocks noGrp="1"/>
          </p:cNvSpPr>
          <p:nvPr>
            <p:ph type="body" sz="quarter" idx="11"/>
          </p:nvPr>
        </p:nvSpPr>
        <p:spPr>
          <a:xfrm>
            <a:off x="1306152" y="5117501"/>
            <a:ext cx="16162221" cy="4667303"/>
          </a:xfrm>
        </p:spPr>
        <p:txBody>
          <a:bodyPr vert="horz" wrap="square" lIns="0" tIns="0" rIns="0" bIns="0" rtlCol="0" anchor="t">
            <a:spAutoFit/>
          </a:bodyPr>
          <a:lstStyle/>
          <a:p>
            <a:pPr marL="457200" indent="-457200">
              <a:buChar char="•"/>
            </a:pPr>
            <a:r>
              <a:rPr lang="en-US" sz="4000" dirty="0">
                <a:latin typeface="Franklin Gothic Book"/>
              </a:rPr>
              <a:t>First published in 1999 by W3.org, the World Wide Web Consortium. </a:t>
            </a:r>
          </a:p>
          <a:p>
            <a:pPr marL="457200" indent="-457200">
              <a:buChar char="•"/>
            </a:pPr>
            <a:r>
              <a:rPr lang="en-US" sz="4000" dirty="0">
                <a:latin typeface="Franklin Gothic Book"/>
              </a:rPr>
              <a:t>WCAG 2.0 was published in 2008. WCAG 3.0 was published in 2024 to restructure the guidelines. </a:t>
            </a:r>
          </a:p>
          <a:p>
            <a:pPr marL="457200" indent="-457200">
              <a:buChar char="•"/>
            </a:pPr>
            <a:r>
              <a:rPr lang="en-US" sz="4000" dirty="0">
                <a:latin typeface="Franklin Gothic Book"/>
              </a:rPr>
              <a:t>WCAG 2.1 addressed responsive web design. In 2022, WCAG 2.2 added guidance for cognitive or learning disabilities, low vision, and mobile device usage. </a:t>
            </a:r>
          </a:p>
        </p:txBody>
      </p:sp>
    </p:spTree>
    <p:extLst>
      <p:ext uri="{BB962C8B-B14F-4D97-AF65-F5344CB8AC3E}">
        <p14:creationId xmlns:p14="http://schemas.microsoft.com/office/powerpoint/2010/main" val="5170540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658B572-6339-6D75-088B-5B176E3336BA}"/>
              </a:ext>
            </a:extLst>
          </p:cNvPr>
          <p:cNvSpPr>
            <a:spLocks noGrp="1"/>
          </p:cNvSpPr>
          <p:nvPr>
            <p:ph type="body" sz="quarter" idx="11"/>
          </p:nvPr>
        </p:nvSpPr>
        <p:spPr>
          <a:xfrm>
            <a:off x="1291942" y="4512990"/>
            <a:ext cx="21030737" cy="9648026"/>
          </a:xfrm>
        </p:spPr>
        <p:txBody>
          <a:bodyPr vert="horz" wrap="square" lIns="0" tIns="0" rIns="0" bIns="0" numCol="2" spcCol="914400" rtlCol="0" anchor="t">
            <a:spAutoFit/>
          </a:bodyPr>
          <a:lstStyle/>
          <a:p>
            <a:pPr marL="457200" indent="-457200">
              <a:buChar char="•"/>
            </a:pPr>
            <a:r>
              <a:rPr lang="en-US" sz="4000" dirty="0">
                <a:latin typeface="Franklin Gothic Book"/>
              </a:rPr>
              <a:t>Level 1: </a:t>
            </a:r>
            <a:endParaRPr lang="en-US" sz="4000" dirty="0"/>
          </a:p>
          <a:p>
            <a:pPr marL="1371600" lvl="1" indent="-457200">
              <a:buClr>
                <a:srgbClr val="F1B300"/>
              </a:buClr>
              <a:buFont typeface="Courier New" panose="020B0604020202020204" pitchFamily="34" charset="0"/>
              <a:buChar char="o"/>
            </a:pPr>
            <a:r>
              <a:rPr lang="en-US" sz="4000" dirty="0">
                <a:latin typeface="Franklin Gothic Book"/>
              </a:rPr>
              <a:t>Achieve a minimum level of accessibility. </a:t>
            </a:r>
            <a:endParaRPr lang="en-US" sz="4000" dirty="0"/>
          </a:p>
          <a:p>
            <a:pPr marL="1371600" lvl="1" indent="-457200">
              <a:buClr>
                <a:srgbClr val="F1B300"/>
              </a:buClr>
              <a:buFont typeface="Courier New" panose="020B0604020202020204" pitchFamily="34" charset="0"/>
              <a:buChar char="o"/>
            </a:pPr>
            <a:r>
              <a:rPr lang="en-US" sz="4000" dirty="0">
                <a:latin typeface="Franklin Gothic Book"/>
              </a:rPr>
              <a:t>Can reasonably be applied to all Web content. </a:t>
            </a:r>
            <a:endParaRPr lang="en-US" sz="4000" dirty="0"/>
          </a:p>
          <a:p>
            <a:pPr marL="457200" indent="-457200">
              <a:buChar char="•"/>
            </a:pPr>
            <a:r>
              <a:rPr lang="en-US" sz="4000" dirty="0">
                <a:latin typeface="Franklin Gothic Book"/>
              </a:rPr>
              <a:t>Level 2: </a:t>
            </a:r>
            <a:endParaRPr lang="en-US" sz="4000" dirty="0"/>
          </a:p>
          <a:p>
            <a:pPr marL="1371600" lvl="1" indent="-457200">
              <a:buClr>
                <a:srgbClr val="F1B300"/>
              </a:buClr>
              <a:buFont typeface="Courier New" panose="020B0604020202020204" pitchFamily="34" charset="0"/>
              <a:buChar char="o"/>
            </a:pPr>
            <a:r>
              <a:rPr lang="en-US" sz="4000" dirty="0">
                <a:latin typeface="Franklin Gothic Book"/>
              </a:rPr>
              <a:t>Achieve an enhanced level of accessibility. </a:t>
            </a:r>
            <a:endParaRPr lang="en-US" sz="4000" dirty="0"/>
          </a:p>
          <a:p>
            <a:pPr marL="1371600" lvl="1" indent="-457200">
              <a:buClr>
                <a:srgbClr val="F1B300"/>
              </a:buClr>
              <a:buFont typeface="Courier New" panose="020B0604020202020204" pitchFamily="34" charset="0"/>
              <a:buChar char="o"/>
            </a:pPr>
            <a:r>
              <a:rPr lang="en-US" sz="4000" dirty="0">
                <a:latin typeface="Franklin Gothic Book"/>
              </a:rPr>
              <a:t>Can reasonably be applied to all Web content. </a:t>
            </a:r>
          </a:p>
          <a:p>
            <a:pPr marL="1371600" lvl="1" indent="-457200">
              <a:buClr>
                <a:srgbClr val="F1B300"/>
              </a:buClr>
              <a:buFont typeface="Courier New" panose="020B0604020202020204" pitchFamily="34" charset="0"/>
              <a:buChar char="o"/>
            </a:pPr>
            <a:endParaRPr lang="en-US" sz="4000" dirty="0">
              <a:latin typeface="Franklin Gothic Book"/>
            </a:endParaRPr>
          </a:p>
          <a:p>
            <a:pPr marL="1371600" lvl="1" indent="-457200">
              <a:buClr>
                <a:srgbClr val="F1B300"/>
              </a:buClr>
              <a:buFont typeface="Courier New" panose="020B0604020202020204" pitchFamily="34" charset="0"/>
              <a:buChar char="o"/>
            </a:pPr>
            <a:endParaRPr lang="en-US" sz="4000" dirty="0">
              <a:latin typeface="Franklin Gothic Book"/>
            </a:endParaRPr>
          </a:p>
          <a:p>
            <a:pPr marL="457200" indent="-457200">
              <a:buChar char="•"/>
            </a:pPr>
            <a:r>
              <a:rPr lang="en-US" sz="4000" dirty="0">
                <a:latin typeface="Franklin Gothic Book"/>
              </a:rPr>
              <a:t>Level 3: </a:t>
            </a:r>
            <a:endParaRPr lang="en-US" sz="4000" dirty="0"/>
          </a:p>
          <a:p>
            <a:pPr marL="1371600" lvl="1" indent="-457200">
              <a:buFont typeface="Courier New" panose="020B0604020202020204" pitchFamily="34" charset="0"/>
              <a:buChar char="o"/>
            </a:pPr>
            <a:r>
              <a:rPr lang="en-US" sz="4000" dirty="0">
                <a:latin typeface="Franklin Gothic Book"/>
              </a:rPr>
              <a:t>Achieve additional accessibility enhancements. </a:t>
            </a:r>
            <a:endParaRPr lang="en-US" sz="4000" dirty="0"/>
          </a:p>
          <a:p>
            <a:pPr marL="1371600" lvl="1" indent="-457200">
              <a:buClr>
                <a:srgbClr val="F1B300"/>
              </a:buClr>
              <a:buFont typeface="Courier New" panose="020B0604020202020204" pitchFamily="34" charset="0"/>
              <a:buChar char="o"/>
            </a:pPr>
            <a:r>
              <a:rPr lang="en-US" sz="4000" dirty="0">
                <a:latin typeface="Franklin Gothic Book"/>
              </a:rPr>
              <a:t>Can not necessarily be applied to all Web content. </a:t>
            </a:r>
            <a:endParaRPr lang="en-US" sz="4000" dirty="0"/>
          </a:p>
        </p:txBody>
      </p:sp>
      <p:sp>
        <p:nvSpPr>
          <p:cNvPr id="3" name="Title 2">
            <a:extLst>
              <a:ext uri="{FF2B5EF4-FFF2-40B4-BE49-F238E27FC236}">
                <a16:creationId xmlns:a16="http://schemas.microsoft.com/office/drawing/2014/main" id="{B9DA884B-59E9-F9BF-FC19-16A0A43500BE}"/>
              </a:ext>
            </a:extLst>
          </p:cNvPr>
          <p:cNvSpPr>
            <a:spLocks noGrp="1"/>
          </p:cNvSpPr>
          <p:nvPr>
            <p:ph type="title"/>
          </p:nvPr>
        </p:nvSpPr>
        <p:spPr/>
        <p:txBody>
          <a:bodyPr/>
          <a:lstStyle/>
          <a:p>
            <a:r>
              <a:rPr lang="en-US" dirty="0">
                <a:latin typeface="Franklin Gothic Demi"/>
              </a:rPr>
              <a:t>Success Criteria for guidelines</a:t>
            </a:r>
            <a:endParaRPr lang="en-US" dirty="0"/>
          </a:p>
        </p:txBody>
      </p:sp>
    </p:spTree>
    <p:extLst>
      <p:ext uri="{BB962C8B-B14F-4D97-AF65-F5344CB8AC3E}">
        <p14:creationId xmlns:p14="http://schemas.microsoft.com/office/powerpoint/2010/main" val="8120262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F33106-07F1-1B85-A431-721F8341E554}"/>
              </a:ext>
            </a:extLst>
          </p:cNvPr>
          <p:cNvSpPr>
            <a:spLocks noGrp="1"/>
          </p:cNvSpPr>
          <p:nvPr>
            <p:ph type="title"/>
          </p:nvPr>
        </p:nvSpPr>
        <p:spPr/>
        <p:txBody>
          <a:bodyPr/>
          <a:lstStyle/>
          <a:p>
            <a:r>
              <a:rPr lang="en-US" dirty="0">
                <a:latin typeface="Franklin Gothic Demi"/>
              </a:rPr>
              <a:t>Conformance Levels</a:t>
            </a:r>
            <a:endParaRPr lang="en-US" dirty="0"/>
          </a:p>
        </p:txBody>
      </p:sp>
      <p:sp>
        <p:nvSpPr>
          <p:cNvPr id="3" name="Text Placeholder 2">
            <a:extLst>
              <a:ext uri="{FF2B5EF4-FFF2-40B4-BE49-F238E27FC236}">
                <a16:creationId xmlns:a16="http://schemas.microsoft.com/office/drawing/2014/main" id="{B39C3AFD-82DF-1AF7-F81B-C653987D0E1C}"/>
              </a:ext>
            </a:extLst>
          </p:cNvPr>
          <p:cNvSpPr>
            <a:spLocks noGrp="1"/>
          </p:cNvSpPr>
          <p:nvPr>
            <p:ph type="body" sz="quarter" idx="10"/>
          </p:nvPr>
        </p:nvSpPr>
        <p:spPr/>
        <p:txBody>
          <a:bodyPr vert="horz" lIns="0" tIns="0" rIns="0" bIns="0" rtlCol="0" anchor="t">
            <a:spAutoFit/>
          </a:bodyPr>
          <a:lstStyle/>
          <a:p>
            <a:r>
              <a:rPr lang="en-US" dirty="0">
                <a:latin typeface="Franklin Gothic Book"/>
              </a:rPr>
              <a:t>Measuring accessibility</a:t>
            </a:r>
            <a:endParaRPr lang="en-US" dirty="0"/>
          </a:p>
        </p:txBody>
      </p:sp>
      <p:sp>
        <p:nvSpPr>
          <p:cNvPr id="4" name="Text Placeholder 3">
            <a:extLst>
              <a:ext uri="{FF2B5EF4-FFF2-40B4-BE49-F238E27FC236}">
                <a16:creationId xmlns:a16="http://schemas.microsoft.com/office/drawing/2014/main" id="{B922D03E-2041-4464-CE45-1017DCD6FBC6}"/>
              </a:ext>
            </a:extLst>
          </p:cNvPr>
          <p:cNvSpPr>
            <a:spLocks noGrp="1"/>
          </p:cNvSpPr>
          <p:nvPr>
            <p:ph type="body" sz="quarter" idx="11"/>
          </p:nvPr>
        </p:nvSpPr>
        <p:spPr>
          <a:xfrm>
            <a:off x="1330040" y="5922690"/>
            <a:ext cx="20367810" cy="4308231"/>
          </a:xfrm>
        </p:spPr>
        <p:txBody>
          <a:bodyPr vert="horz" wrap="square" lIns="0" tIns="0" rIns="0" bIns="0" rtlCol="0" anchor="t">
            <a:spAutoFit/>
          </a:bodyPr>
          <a:lstStyle/>
          <a:p>
            <a:pPr marL="457200" indent="-457200">
              <a:buChar char="•"/>
            </a:pPr>
            <a:r>
              <a:rPr lang="en-US" sz="4000" dirty="0">
                <a:latin typeface="Franklin Gothic Book"/>
              </a:rPr>
              <a:t>Level A:  all Level 1 success criteria in the guidelines are met </a:t>
            </a:r>
            <a:endParaRPr lang="en-US" sz="4000" dirty="0"/>
          </a:p>
          <a:p>
            <a:pPr marL="457200" indent="-457200">
              <a:buChar char="•"/>
            </a:pPr>
            <a:r>
              <a:rPr lang="en-US" sz="4000" b="1" dirty="0">
                <a:latin typeface="Franklin Gothic Book"/>
              </a:rPr>
              <a:t>Level AA: all Level 1 and all Level 2 success criteria in the guidelines are met</a:t>
            </a:r>
            <a:endParaRPr lang="en-US" sz="4000" b="1" dirty="0"/>
          </a:p>
          <a:p>
            <a:pPr marL="457200" indent="-457200">
              <a:buChar char="•"/>
            </a:pPr>
            <a:r>
              <a:rPr lang="en-US" sz="4000" dirty="0">
                <a:latin typeface="Franklin Gothic Book"/>
              </a:rPr>
              <a:t>Level AAA: all Level 1, Level 2 and at least half (50%) of the Level 3 success criteria that apply to the content types used are met</a:t>
            </a:r>
          </a:p>
          <a:p>
            <a:pPr marL="457200" indent="-457200">
              <a:buChar char="•"/>
            </a:pPr>
            <a:r>
              <a:rPr lang="en-US" sz="4000" dirty="0">
                <a:latin typeface="Franklin Gothic Book"/>
              </a:rPr>
              <a:t>(All levels assume user agent support for only the technologies in the specified baseline)</a:t>
            </a:r>
            <a:endParaRPr lang="en-US" sz="4000" dirty="0"/>
          </a:p>
        </p:txBody>
      </p:sp>
    </p:spTree>
    <p:extLst>
      <p:ext uri="{BB962C8B-B14F-4D97-AF65-F5344CB8AC3E}">
        <p14:creationId xmlns:p14="http://schemas.microsoft.com/office/powerpoint/2010/main" val="1818570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A8ED5BB-DB1E-D814-7118-EF5D89638011}"/>
              </a:ext>
            </a:extLst>
          </p:cNvPr>
          <p:cNvSpPr>
            <a:spLocks noGrp="1"/>
          </p:cNvSpPr>
          <p:nvPr>
            <p:ph type="title"/>
          </p:nvPr>
        </p:nvSpPr>
        <p:spPr/>
        <p:txBody>
          <a:bodyPr anchor="t">
            <a:normAutofit/>
          </a:bodyPr>
          <a:lstStyle/>
          <a:p>
            <a:r>
              <a:rPr lang="en-US"/>
              <a:t>"POUR" principles</a:t>
            </a:r>
            <a:endParaRPr lang="en-US" dirty="0"/>
          </a:p>
        </p:txBody>
      </p:sp>
      <p:sp>
        <p:nvSpPr>
          <p:cNvPr id="2" name="Text Placeholder 1">
            <a:extLst>
              <a:ext uri="{FF2B5EF4-FFF2-40B4-BE49-F238E27FC236}">
                <a16:creationId xmlns:a16="http://schemas.microsoft.com/office/drawing/2014/main" id="{64E4B26E-1089-7EA8-5476-56A3E9C4C304}"/>
              </a:ext>
            </a:extLst>
          </p:cNvPr>
          <p:cNvSpPr>
            <a:spLocks noGrp="1"/>
          </p:cNvSpPr>
          <p:nvPr>
            <p:ph type="body" sz="quarter" idx="21"/>
          </p:nvPr>
        </p:nvSpPr>
        <p:spPr>
          <a:xfrm>
            <a:off x="4847978" y="6798530"/>
            <a:ext cx="18856555" cy="7661432"/>
          </a:xfrm>
        </p:spPr>
        <p:txBody>
          <a:bodyPr vert="horz" lIns="0" tIns="0" rIns="0" bIns="0" numCol="2" spcCol="914400" rtlCol="0" anchor="t">
            <a:noAutofit/>
          </a:bodyPr>
          <a:lstStyle/>
          <a:p>
            <a:pPr marL="857250" indent="-857250">
              <a:buFont typeface="Arial" charset="2"/>
              <a:buChar char="•"/>
            </a:pPr>
            <a:r>
              <a:rPr lang="en-US" sz="6000" dirty="0">
                <a:latin typeface="Franklin Gothic Book"/>
              </a:rPr>
              <a:t>Perceivable</a:t>
            </a:r>
          </a:p>
          <a:p>
            <a:pPr marL="857250" indent="-857250">
              <a:buFont typeface="Arial" charset="2"/>
              <a:buChar char="•"/>
            </a:pPr>
            <a:r>
              <a:rPr lang="en-US" sz="6000" dirty="0">
                <a:latin typeface="Franklin Gothic Book"/>
              </a:rPr>
              <a:t>Operable</a:t>
            </a:r>
          </a:p>
          <a:p>
            <a:pPr marL="857250" indent="-857250">
              <a:buFont typeface="Arial" charset="2"/>
              <a:buChar char="•"/>
            </a:pPr>
            <a:r>
              <a:rPr lang="en-US" sz="6000" dirty="0">
                <a:latin typeface="Franklin Gothic Book"/>
              </a:rPr>
              <a:t>Understandable</a:t>
            </a:r>
          </a:p>
          <a:p>
            <a:pPr marL="857250" indent="-857250">
              <a:buFont typeface="Arial" charset="2"/>
              <a:buChar char="•"/>
            </a:pPr>
            <a:r>
              <a:rPr lang="en-US" sz="6000" dirty="0">
                <a:latin typeface="Franklin Gothic Book"/>
              </a:rPr>
              <a:t>Robust</a:t>
            </a:r>
          </a:p>
        </p:txBody>
      </p:sp>
    </p:spTree>
    <p:extLst>
      <p:ext uri="{BB962C8B-B14F-4D97-AF65-F5344CB8AC3E}">
        <p14:creationId xmlns:p14="http://schemas.microsoft.com/office/powerpoint/2010/main" val="20928845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10F6BD0-4EA9-01EA-2898-810A47BE13A8}"/>
              </a:ext>
            </a:extLst>
          </p:cNvPr>
          <p:cNvSpPr>
            <a:spLocks noGrp="1"/>
          </p:cNvSpPr>
          <p:nvPr>
            <p:ph type="title"/>
          </p:nvPr>
        </p:nvSpPr>
        <p:spPr>
          <a:xfrm>
            <a:off x="1292454" y="2521471"/>
            <a:ext cx="21032788" cy="2436564"/>
          </a:xfrm>
        </p:spPr>
        <p:txBody>
          <a:bodyPr/>
          <a:lstStyle/>
          <a:p>
            <a:r>
              <a:rPr lang="en-US" b="0" dirty="0">
                <a:latin typeface="Franklin Gothic Demi"/>
              </a:rPr>
              <a:t>Principle 1: Content must be </a:t>
            </a:r>
            <a:r>
              <a:rPr lang="en-US" b="0" dirty="0">
                <a:solidFill>
                  <a:srgbClr val="F1B300"/>
                </a:solidFill>
                <a:latin typeface="Franklin Gothic Demi"/>
              </a:rPr>
              <a:t>perceivable</a:t>
            </a:r>
            <a:endParaRPr lang="en-US" b="0" dirty="0"/>
          </a:p>
        </p:txBody>
      </p:sp>
      <p:sp>
        <p:nvSpPr>
          <p:cNvPr id="5" name="Text Placeholder 4">
            <a:extLst>
              <a:ext uri="{FF2B5EF4-FFF2-40B4-BE49-F238E27FC236}">
                <a16:creationId xmlns:a16="http://schemas.microsoft.com/office/drawing/2014/main" id="{89AE76BC-4FF5-473C-1571-1B06278A106E}"/>
              </a:ext>
            </a:extLst>
          </p:cNvPr>
          <p:cNvSpPr>
            <a:spLocks noGrp="1"/>
          </p:cNvSpPr>
          <p:nvPr>
            <p:ph type="body" sz="quarter" idx="11"/>
          </p:nvPr>
        </p:nvSpPr>
        <p:spPr>
          <a:xfrm>
            <a:off x="1292449" y="5998890"/>
            <a:ext cx="22497682" cy="4925772"/>
          </a:xfrm>
        </p:spPr>
        <p:txBody>
          <a:bodyPr vert="horz" wrap="square" lIns="0" tIns="0" rIns="0" bIns="0" numCol="2" spcCol="914400" rtlCol="0" anchor="t">
            <a:spAutoFit/>
          </a:bodyPr>
          <a:lstStyle/>
          <a:p>
            <a:pPr marL="457200" indent="-457200">
              <a:buChar char="•"/>
            </a:pPr>
            <a:r>
              <a:rPr lang="en-US" sz="4000" dirty="0">
                <a:solidFill>
                  <a:srgbClr val="808080"/>
                </a:solidFill>
                <a:latin typeface="Franklin Gothic Book"/>
              </a:rPr>
              <a:t>Guideline 1.1 </a:t>
            </a:r>
            <a:r>
              <a:rPr lang="en-US" sz="4000" dirty="0">
                <a:latin typeface="Franklin Gothic Book"/>
              </a:rPr>
              <a:t>Provide text alternatives for all non-text content</a:t>
            </a:r>
            <a:endParaRPr lang="en-US" sz="4000" dirty="0"/>
          </a:p>
          <a:p>
            <a:pPr marL="457200" indent="-457200">
              <a:buChar char="•"/>
            </a:pPr>
            <a:r>
              <a:rPr lang="en-US" sz="4000" dirty="0">
                <a:solidFill>
                  <a:srgbClr val="808080"/>
                </a:solidFill>
                <a:latin typeface="Franklin Gothic Book"/>
              </a:rPr>
              <a:t>Guideline 1.2 </a:t>
            </a:r>
            <a:r>
              <a:rPr lang="en-US" sz="4000" dirty="0">
                <a:latin typeface="Franklin Gothic Book"/>
              </a:rPr>
              <a:t>Provide synchronized alternatives for multimedia</a:t>
            </a:r>
            <a:endParaRPr lang="en-US" sz="4000" dirty="0"/>
          </a:p>
          <a:p>
            <a:pPr marL="457200" indent="-457200">
              <a:buChar char="•"/>
            </a:pPr>
            <a:r>
              <a:rPr lang="en-US" sz="4000" dirty="0">
                <a:solidFill>
                  <a:srgbClr val="808080"/>
                </a:solidFill>
                <a:latin typeface="Franklin Gothic Book"/>
              </a:rPr>
              <a:t>Guideline 1.3 </a:t>
            </a:r>
            <a:r>
              <a:rPr lang="en-US" sz="4000" dirty="0">
                <a:latin typeface="Franklin Gothic Book"/>
              </a:rPr>
              <a:t>Ensure that information and structure can be separated from presentation</a:t>
            </a:r>
            <a:endParaRPr lang="en-US" sz="4000" dirty="0"/>
          </a:p>
          <a:p>
            <a:pPr marL="457200" indent="-457200">
              <a:buChar char="•"/>
            </a:pPr>
            <a:r>
              <a:rPr lang="en-US" sz="4000" dirty="0">
                <a:solidFill>
                  <a:srgbClr val="808080"/>
                </a:solidFill>
                <a:latin typeface="Franklin Gothic Book"/>
              </a:rPr>
              <a:t>Guideline 1.4 </a:t>
            </a:r>
            <a:r>
              <a:rPr lang="en-US" sz="4000" dirty="0">
                <a:latin typeface="Franklin Gothic Book"/>
              </a:rPr>
              <a:t>Make it easy to distinguish foreground information from its background</a:t>
            </a:r>
            <a:endParaRPr lang="en-US" sz="4000" dirty="0"/>
          </a:p>
          <a:p>
            <a:pPr marL="457200" indent="-457200">
              <a:buChar char="•"/>
            </a:pPr>
            <a:endParaRPr lang="en-US" sz="4000" dirty="0"/>
          </a:p>
        </p:txBody>
      </p:sp>
    </p:spTree>
    <p:extLst>
      <p:ext uri="{BB962C8B-B14F-4D97-AF65-F5344CB8AC3E}">
        <p14:creationId xmlns:p14="http://schemas.microsoft.com/office/powerpoint/2010/main" val="5761902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screenshot of a web page&#10;&#10;AI-generated content may be incorrect.">
            <a:extLst>
              <a:ext uri="{FF2B5EF4-FFF2-40B4-BE49-F238E27FC236}">
                <a16:creationId xmlns:a16="http://schemas.microsoft.com/office/drawing/2014/main" id="{008B3D9C-1CFA-4100-668B-D83001A51E17}"/>
              </a:ext>
            </a:extLst>
          </p:cNvPr>
          <p:cNvPicPr>
            <a:picLocks noChangeAspect="1"/>
          </p:cNvPicPr>
          <p:nvPr/>
        </p:nvPicPr>
        <p:blipFill>
          <a:blip r:embed="rId3"/>
          <a:stretch>
            <a:fillRect/>
          </a:stretch>
        </p:blipFill>
        <p:spPr>
          <a:xfrm>
            <a:off x="0" y="1999957"/>
            <a:ext cx="24382765" cy="9716086"/>
          </a:xfrm>
          <a:prstGeom prst="rect">
            <a:avLst/>
          </a:prstGeom>
        </p:spPr>
      </p:pic>
    </p:spTree>
    <p:extLst>
      <p:ext uri="{BB962C8B-B14F-4D97-AF65-F5344CB8AC3E}">
        <p14:creationId xmlns:p14="http://schemas.microsoft.com/office/powerpoint/2010/main" val="15800281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D050A08-0266-3FBD-06BD-3113D7E7C596}"/>
              </a:ext>
            </a:extLst>
          </p:cNvPr>
          <p:cNvSpPr>
            <a:spLocks noGrp="1"/>
          </p:cNvSpPr>
          <p:nvPr>
            <p:ph type="body" sz="quarter" idx="11"/>
          </p:nvPr>
        </p:nvSpPr>
        <p:spPr>
          <a:xfrm>
            <a:off x="1291938" y="5922690"/>
            <a:ext cx="21907093" cy="7078861"/>
          </a:xfrm>
        </p:spPr>
        <p:txBody>
          <a:bodyPr vert="horz" wrap="square" lIns="0" tIns="0" rIns="0" bIns="0" numCol="2" spcCol="914400" rtlCol="0" anchor="t">
            <a:spAutoFit/>
          </a:bodyPr>
          <a:lstStyle/>
          <a:p>
            <a:pPr marL="457200" indent="-457200">
              <a:buChar char="•"/>
            </a:pPr>
            <a:r>
              <a:rPr lang="en-US" sz="4000" dirty="0">
                <a:solidFill>
                  <a:srgbClr val="808080"/>
                </a:solidFill>
                <a:latin typeface="Franklin Gothic Book"/>
              </a:rPr>
              <a:t>Guideline 2.1 </a:t>
            </a:r>
            <a:r>
              <a:rPr lang="en-US" sz="4000" dirty="0">
                <a:latin typeface="Franklin Gothic Book"/>
              </a:rPr>
              <a:t>Make all functionality operable via a keyboard interface</a:t>
            </a:r>
            <a:endParaRPr lang="en-US" sz="4000" dirty="0"/>
          </a:p>
          <a:p>
            <a:pPr marL="457200" indent="-457200">
              <a:buChar char="•"/>
            </a:pPr>
            <a:r>
              <a:rPr lang="en-US" sz="4000" dirty="0">
                <a:solidFill>
                  <a:srgbClr val="808080"/>
                </a:solidFill>
                <a:latin typeface="Franklin Gothic Book"/>
              </a:rPr>
              <a:t>Guideline 2.2</a:t>
            </a:r>
            <a:r>
              <a:rPr lang="en-US" sz="4000" dirty="0">
                <a:latin typeface="Franklin Gothic Book"/>
              </a:rPr>
              <a:t> Allow users to control time limits on their reading or interaction</a:t>
            </a:r>
            <a:endParaRPr lang="en-US" sz="4000" dirty="0"/>
          </a:p>
          <a:p>
            <a:pPr marL="457200" indent="-457200">
              <a:buChar char="•"/>
            </a:pPr>
            <a:r>
              <a:rPr lang="en-US" sz="4000" dirty="0">
                <a:solidFill>
                  <a:srgbClr val="808080"/>
                </a:solidFill>
                <a:latin typeface="Franklin Gothic Book"/>
              </a:rPr>
              <a:t>Guideline 2.3 </a:t>
            </a:r>
            <a:r>
              <a:rPr lang="en-US" sz="4000" dirty="0">
                <a:latin typeface="Franklin Gothic Book"/>
              </a:rPr>
              <a:t>Allow users to avoid content that could cause seizures due to photosensitivity</a:t>
            </a:r>
          </a:p>
          <a:p>
            <a:pPr marL="457200" indent="-457200">
              <a:buChar char="•"/>
            </a:pPr>
            <a:r>
              <a:rPr lang="en-US" sz="4000" dirty="0">
                <a:solidFill>
                  <a:srgbClr val="808080"/>
                </a:solidFill>
                <a:latin typeface="Franklin Gothic Book"/>
              </a:rPr>
              <a:t>Guideline 2.4 </a:t>
            </a:r>
            <a:r>
              <a:rPr lang="en-US" sz="4000" dirty="0">
                <a:latin typeface="Franklin Gothic Book"/>
              </a:rPr>
              <a:t>Provide mechanisms to help users find content, orient themselves within it, and navigate through it</a:t>
            </a:r>
            <a:endParaRPr lang="en-US" sz="4000" dirty="0"/>
          </a:p>
          <a:p>
            <a:pPr marL="457200" indent="-457200">
              <a:buChar char="•"/>
            </a:pPr>
            <a:r>
              <a:rPr lang="en-US" sz="4000" dirty="0">
                <a:solidFill>
                  <a:srgbClr val="808080"/>
                </a:solidFill>
                <a:latin typeface="Franklin Gothic Book"/>
              </a:rPr>
              <a:t>Guideline 2.5</a:t>
            </a:r>
            <a:r>
              <a:rPr lang="en-US" sz="4000" dirty="0">
                <a:latin typeface="Franklin Gothic Book"/>
              </a:rPr>
              <a:t> Help users avoid mistakes and make it easy to correct mistakes that do occur</a:t>
            </a:r>
            <a:endParaRPr lang="en-US" sz="4000" dirty="0"/>
          </a:p>
          <a:p>
            <a:pPr marL="457200" indent="-457200">
              <a:buChar char="•"/>
            </a:pPr>
            <a:endParaRPr lang="en-US" sz="4000" dirty="0"/>
          </a:p>
        </p:txBody>
      </p:sp>
      <p:sp>
        <p:nvSpPr>
          <p:cNvPr id="3" name="Title 2">
            <a:extLst>
              <a:ext uri="{FF2B5EF4-FFF2-40B4-BE49-F238E27FC236}">
                <a16:creationId xmlns:a16="http://schemas.microsoft.com/office/drawing/2014/main" id="{9CB67FCC-4467-4D73-74AF-BA38E68DB591}"/>
              </a:ext>
            </a:extLst>
          </p:cNvPr>
          <p:cNvSpPr>
            <a:spLocks noGrp="1"/>
          </p:cNvSpPr>
          <p:nvPr>
            <p:ph type="title"/>
          </p:nvPr>
        </p:nvSpPr>
        <p:spPr>
          <a:xfrm>
            <a:off x="1292454" y="2521471"/>
            <a:ext cx="21032788" cy="3654847"/>
          </a:xfrm>
        </p:spPr>
        <p:txBody>
          <a:bodyPr/>
          <a:lstStyle/>
          <a:p>
            <a:r>
              <a:rPr lang="en-US" b="0" dirty="0">
                <a:latin typeface="Franklin Gothic Demi"/>
              </a:rPr>
              <a:t>Principle 2: Interface components in the content must be </a:t>
            </a:r>
            <a:r>
              <a:rPr lang="en-US" b="0" dirty="0">
                <a:solidFill>
                  <a:srgbClr val="F1B300"/>
                </a:solidFill>
                <a:latin typeface="Franklin Gothic Demi"/>
              </a:rPr>
              <a:t>operable</a:t>
            </a:r>
            <a:endParaRPr lang="en-US" dirty="0">
              <a:solidFill>
                <a:srgbClr val="F1B300"/>
              </a:solidFill>
              <a:latin typeface="Franklin Gothic Demi"/>
            </a:endParaRPr>
          </a:p>
          <a:p>
            <a:endParaRPr lang="en-US" dirty="0"/>
          </a:p>
        </p:txBody>
      </p:sp>
    </p:spTree>
    <p:extLst>
      <p:ext uri="{BB962C8B-B14F-4D97-AF65-F5344CB8AC3E}">
        <p14:creationId xmlns:p14="http://schemas.microsoft.com/office/powerpoint/2010/main" val="32433571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319EC32-C034-394E-406C-CEB6BDAD4F60}"/>
              </a:ext>
            </a:extLst>
          </p:cNvPr>
          <p:cNvSpPr>
            <a:spLocks noGrp="1"/>
          </p:cNvSpPr>
          <p:nvPr>
            <p:ph type="body" sz="quarter" idx="11"/>
          </p:nvPr>
        </p:nvSpPr>
        <p:spPr>
          <a:xfrm>
            <a:off x="1291938" y="5922690"/>
            <a:ext cx="21087890" cy="2287036"/>
          </a:xfrm>
        </p:spPr>
        <p:txBody>
          <a:bodyPr vert="horz" wrap="square" lIns="0" tIns="0" rIns="0" bIns="0" numCol="2" spcCol="914400" rtlCol="0" anchor="t">
            <a:spAutoFit/>
          </a:bodyPr>
          <a:lstStyle/>
          <a:p>
            <a:pPr marL="457200" indent="-457200">
              <a:buChar char="•"/>
            </a:pPr>
            <a:r>
              <a:rPr lang="en-US" sz="4000" dirty="0">
                <a:solidFill>
                  <a:srgbClr val="808080"/>
                </a:solidFill>
                <a:latin typeface="Franklin Gothic Book"/>
              </a:rPr>
              <a:t>Guideline 3.1 </a:t>
            </a:r>
            <a:r>
              <a:rPr lang="en-US" sz="4000" dirty="0">
                <a:latin typeface="Franklin Gothic Book"/>
              </a:rPr>
              <a:t>Make text content readable and understandable.</a:t>
            </a:r>
            <a:endParaRPr lang="en-US" sz="4000" dirty="0"/>
          </a:p>
          <a:p>
            <a:pPr marL="457200" indent="-457200">
              <a:buChar char="•"/>
            </a:pPr>
            <a:r>
              <a:rPr lang="en-US" sz="4000" dirty="0">
                <a:solidFill>
                  <a:srgbClr val="808080"/>
                </a:solidFill>
                <a:latin typeface="Franklin Gothic Book"/>
              </a:rPr>
              <a:t>Guideline 3.2 </a:t>
            </a:r>
            <a:r>
              <a:rPr lang="en-US" sz="4000" dirty="0">
                <a:latin typeface="Franklin Gothic Book"/>
              </a:rPr>
              <a:t>Make the placement and functionality of content predictable.</a:t>
            </a:r>
            <a:endParaRPr lang="en-US" sz="4000" dirty="0"/>
          </a:p>
          <a:p>
            <a:pPr marL="457200" indent="-457200">
              <a:buChar char="•"/>
            </a:pPr>
            <a:endParaRPr lang="en-US" sz="4000" dirty="0"/>
          </a:p>
        </p:txBody>
      </p:sp>
      <p:sp>
        <p:nvSpPr>
          <p:cNvPr id="3" name="Title 2">
            <a:extLst>
              <a:ext uri="{FF2B5EF4-FFF2-40B4-BE49-F238E27FC236}">
                <a16:creationId xmlns:a16="http://schemas.microsoft.com/office/drawing/2014/main" id="{EE93D56C-D15A-739B-0C8E-587B31A41FFB}"/>
              </a:ext>
            </a:extLst>
          </p:cNvPr>
          <p:cNvSpPr>
            <a:spLocks noGrp="1"/>
          </p:cNvSpPr>
          <p:nvPr>
            <p:ph type="title"/>
          </p:nvPr>
        </p:nvSpPr>
        <p:spPr>
          <a:xfrm>
            <a:off x="1292454" y="2521471"/>
            <a:ext cx="21032788" cy="3654847"/>
          </a:xfrm>
        </p:spPr>
        <p:txBody>
          <a:bodyPr/>
          <a:lstStyle/>
          <a:p>
            <a:r>
              <a:rPr lang="en-US" b="0" dirty="0">
                <a:latin typeface="Franklin Gothic Demi"/>
              </a:rPr>
              <a:t>Principle 3: Content and controls must be </a:t>
            </a:r>
            <a:r>
              <a:rPr lang="en-US" b="0" dirty="0">
                <a:solidFill>
                  <a:srgbClr val="F1B300"/>
                </a:solidFill>
                <a:latin typeface="Franklin Gothic Demi"/>
              </a:rPr>
              <a:t>understandable</a:t>
            </a:r>
            <a:endParaRPr lang="en-US" dirty="0">
              <a:solidFill>
                <a:srgbClr val="F1B300"/>
              </a:solidFill>
              <a:latin typeface="Franklin Gothic Demi"/>
            </a:endParaRPr>
          </a:p>
          <a:p>
            <a:endParaRPr lang="en-US" dirty="0"/>
          </a:p>
        </p:txBody>
      </p:sp>
    </p:spTree>
    <p:extLst>
      <p:ext uri="{BB962C8B-B14F-4D97-AF65-F5344CB8AC3E}">
        <p14:creationId xmlns:p14="http://schemas.microsoft.com/office/powerpoint/2010/main" val="27181063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63A2444-F794-D360-2E41-7BF773897C87}"/>
              </a:ext>
            </a:extLst>
          </p:cNvPr>
          <p:cNvSpPr>
            <a:spLocks noGrp="1"/>
          </p:cNvSpPr>
          <p:nvPr>
            <p:ph type="body" sz="quarter" idx="11"/>
          </p:nvPr>
        </p:nvSpPr>
        <p:spPr>
          <a:xfrm>
            <a:off x="1291944" y="8287999"/>
            <a:ext cx="21030737" cy="3068982"/>
          </a:xfrm>
        </p:spPr>
        <p:txBody>
          <a:bodyPr vert="horz" wrap="square" lIns="0" tIns="0" rIns="0" bIns="0" numCol="2" spcCol="914400" rtlCol="0" anchor="t">
            <a:spAutoFit/>
          </a:bodyPr>
          <a:lstStyle/>
          <a:p>
            <a:pPr marL="571500" indent="-571500">
              <a:buChar char="•"/>
            </a:pPr>
            <a:r>
              <a:rPr lang="en-US" sz="4000" dirty="0">
                <a:solidFill>
                  <a:srgbClr val="808080"/>
                </a:solidFill>
                <a:latin typeface="Franklin Gothic Book"/>
              </a:rPr>
              <a:t>Guideline 4.1 </a:t>
            </a:r>
            <a:r>
              <a:rPr lang="en-US" sz="4000" dirty="0">
                <a:latin typeface="Franklin Gothic Book"/>
              </a:rPr>
              <a:t>Support compatibility with current and future user agents (including assistive technologies)</a:t>
            </a:r>
            <a:endParaRPr lang="en-US"/>
          </a:p>
          <a:p>
            <a:pPr marL="571500" indent="-571500">
              <a:buChar char="•"/>
            </a:pPr>
            <a:endParaRPr lang="en-US" sz="4000" dirty="0">
              <a:solidFill>
                <a:srgbClr val="000000"/>
              </a:solidFill>
              <a:latin typeface="Franklin Gothic Book"/>
            </a:endParaRPr>
          </a:p>
          <a:p>
            <a:pPr marL="571500" indent="-571500">
              <a:buChar char="•"/>
            </a:pPr>
            <a:r>
              <a:rPr lang="en-US" sz="4000" dirty="0">
                <a:solidFill>
                  <a:srgbClr val="808080"/>
                </a:solidFill>
                <a:latin typeface="Franklin Gothic Book"/>
              </a:rPr>
              <a:t>Guideline 4.2 </a:t>
            </a:r>
            <a:r>
              <a:rPr lang="en-US" sz="4000" dirty="0">
                <a:latin typeface="Franklin Gothic Book"/>
              </a:rPr>
              <a:t>Ensure that content is accessible or provide an accessible alternative</a:t>
            </a:r>
            <a:endParaRPr lang="en-US" sz="4000" dirty="0"/>
          </a:p>
        </p:txBody>
      </p:sp>
      <p:sp>
        <p:nvSpPr>
          <p:cNvPr id="3" name="Title 2">
            <a:extLst>
              <a:ext uri="{FF2B5EF4-FFF2-40B4-BE49-F238E27FC236}">
                <a16:creationId xmlns:a16="http://schemas.microsoft.com/office/drawing/2014/main" id="{0225D9F7-CDD9-CC2F-61DD-09935DFFAB46}"/>
              </a:ext>
            </a:extLst>
          </p:cNvPr>
          <p:cNvSpPr>
            <a:spLocks noGrp="1"/>
          </p:cNvSpPr>
          <p:nvPr>
            <p:ph type="title"/>
          </p:nvPr>
        </p:nvSpPr>
        <p:spPr>
          <a:xfrm>
            <a:off x="1292454" y="2521471"/>
            <a:ext cx="21032788" cy="4873129"/>
          </a:xfrm>
        </p:spPr>
        <p:txBody>
          <a:bodyPr/>
          <a:lstStyle/>
          <a:p>
            <a:r>
              <a:rPr lang="en-US" b="0" dirty="0">
                <a:latin typeface="Franklin Gothic Demi"/>
              </a:rPr>
              <a:t>Principle 4: Content should be </a:t>
            </a:r>
            <a:r>
              <a:rPr lang="en-US" b="0" dirty="0">
                <a:solidFill>
                  <a:srgbClr val="F1B300"/>
                </a:solidFill>
                <a:latin typeface="Franklin Gothic Demi"/>
              </a:rPr>
              <a:t>robust </a:t>
            </a:r>
            <a:r>
              <a:rPr lang="en-US" b="0" dirty="0">
                <a:latin typeface="Franklin Gothic Demi"/>
              </a:rPr>
              <a:t>enough to work with current and future user agents (including assistive technologies)</a:t>
            </a:r>
            <a:endParaRPr lang="en-US" dirty="0">
              <a:latin typeface="Franklin Gothic Demi"/>
            </a:endParaRPr>
          </a:p>
        </p:txBody>
      </p:sp>
    </p:spTree>
    <p:extLst>
      <p:ext uri="{BB962C8B-B14F-4D97-AF65-F5344CB8AC3E}">
        <p14:creationId xmlns:p14="http://schemas.microsoft.com/office/powerpoint/2010/main" val="13443978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4D7F0-5FFF-C872-2DCE-ADFF7BDA8A4A}"/>
              </a:ext>
            </a:extLst>
          </p:cNvPr>
          <p:cNvSpPr>
            <a:spLocks noGrp="1"/>
          </p:cNvSpPr>
          <p:nvPr>
            <p:ph type="title"/>
          </p:nvPr>
        </p:nvSpPr>
        <p:spPr/>
        <p:txBody>
          <a:bodyPr/>
          <a:lstStyle/>
          <a:p>
            <a:r>
              <a:rPr lang="en-US" dirty="0">
                <a:latin typeface="Franklin Gothic Demi"/>
              </a:rPr>
              <a:t>Tools for Checking </a:t>
            </a:r>
            <a:r>
              <a:rPr lang="en-US">
                <a:latin typeface="Franklin Gothic Demi"/>
              </a:rPr>
              <a:t>Conformance</a:t>
            </a:r>
            <a:endParaRPr lang="en-US" dirty="0" err="1"/>
          </a:p>
        </p:txBody>
      </p:sp>
      <p:sp>
        <p:nvSpPr>
          <p:cNvPr id="4" name="Text Placeholder 3">
            <a:extLst>
              <a:ext uri="{FF2B5EF4-FFF2-40B4-BE49-F238E27FC236}">
                <a16:creationId xmlns:a16="http://schemas.microsoft.com/office/drawing/2014/main" id="{C1B9E66E-8F92-9BFF-A320-E1AD2D9E4FA4}"/>
              </a:ext>
            </a:extLst>
          </p:cNvPr>
          <p:cNvSpPr>
            <a:spLocks noGrp="1"/>
          </p:cNvSpPr>
          <p:nvPr>
            <p:ph type="body" sz="quarter" idx="11"/>
          </p:nvPr>
        </p:nvSpPr>
        <p:spPr>
          <a:xfrm>
            <a:off x="1389139" y="5922690"/>
            <a:ext cx="20308711" cy="6629379"/>
          </a:xfrm>
        </p:spPr>
        <p:txBody>
          <a:bodyPr vert="horz" wrap="square" lIns="0" tIns="0" rIns="0" bIns="0" rtlCol="0" anchor="t">
            <a:spAutoFit/>
          </a:bodyPr>
          <a:lstStyle/>
          <a:p>
            <a:pPr marL="457200" indent="-457200">
              <a:buChar char="•"/>
            </a:pPr>
            <a:r>
              <a:rPr lang="en-US" sz="4000" err="1">
                <a:latin typeface="Franklin Gothic Book"/>
              </a:rPr>
              <a:t>WebAIM</a:t>
            </a:r>
            <a:r>
              <a:rPr lang="en-US" sz="4000" dirty="0">
                <a:latin typeface="Franklin Gothic Book"/>
              </a:rPr>
              <a:t> </a:t>
            </a:r>
            <a:r>
              <a:rPr lang="en-US" sz="4000" dirty="0">
                <a:latin typeface="Franklin Gothic Book"/>
                <a:hlinkClick r:id="rId3"/>
              </a:rPr>
              <a:t>https://webaim.org/resources/contrastchecker/</a:t>
            </a:r>
            <a:endParaRPr lang="en-US" sz="4000" dirty="0">
              <a:latin typeface="Franklin Gothic Book"/>
            </a:endParaRPr>
          </a:p>
          <a:p>
            <a:pPr marL="1371600" lvl="1" indent="-457200">
              <a:buClr>
                <a:srgbClr val="F1B300"/>
              </a:buClr>
              <a:buFont typeface="Courier New" panose="020B0604020202020204" pitchFamily="34" charset="0"/>
              <a:buChar char="o"/>
            </a:pPr>
            <a:r>
              <a:rPr lang="en-US" sz="4000" dirty="0">
                <a:latin typeface="Franklin Gothic Book"/>
              </a:rPr>
              <a:t>Contrast and color ratio</a:t>
            </a:r>
            <a:endParaRPr lang="en-US" sz="4000" dirty="0"/>
          </a:p>
          <a:p>
            <a:pPr marL="457200" indent="-457200">
              <a:buChar char="•"/>
            </a:pPr>
            <a:r>
              <a:rPr lang="en-US" sz="4000" dirty="0">
                <a:latin typeface="Franklin Gothic Book"/>
              </a:rPr>
              <a:t>Axe </a:t>
            </a:r>
            <a:r>
              <a:rPr lang="en-US" sz="4000" dirty="0">
                <a:latin typeface="Franklin Gothic Book"/>
                <a:hlinkClick r:id="rId4"/>
              </a:rPr>
              <a:t>https://www.deque.com/axe/</a:t>
            </a:r>
            <a:endParaRPr lang="en-US" sz="4000" dirty="0"/>
          </a:p>
          <a:p>
            <a:pPr marL="1371600" lvl="1" indent="-457200">
              <a:buFont typeface="Courier New" panose="020B0604020202020204" pitchFamily="34" charset="0"/>
              <a:buChar char="o"/>
            </a:pPr>
            <a:r>
              <a:rPr lang="en-US" sz="4000" dirty="0">
                <a:latin typeface="Franklin Gothic Book"/>
              </a:rPr>
              <a:t>Chrome extension to the developer tools</a:t>
            </a:r>
            <a:endParaRPr lang="en-US" sz="4000" dirty="0"/>
          </a:p>
          <a:p>
            <a:pPr marL="1371600" lvl="1" indent="-457200">
              <a:buClr>
                <a:srgbClr val="F1B300"/>
              </a:buClr>
              <a:buFont typeface="Courier New" panose="020B0604020202020204" pitchFamily="34" charset="0"/>
              <a:buChar char="o"/>
            </a:pPr>
            <a:r>
              <a:rPr lang="en-US" sz="4000" dirty="0">
                <a:latin typeface="Franklin Gothic Book"/>
              </a:rPr>
              <a:t>ADA, WCAG, Section 508...</a:t>
            </a:r>
            <a:endParaRPr lang="en-US" sz="4000" dirty="0"/>
          </a:p>
          <a:p>
            <a:pPr marL="457200" indent="-457200">
              <a:buChar char="•"/>
            </a:pPr>
            <a:endParaRPr lang="en-US" sz="4000" dirty="0"/>
          </a:p>
          <a:p>
            <a:pPr marL="457200" indent="-457200">
              <a:buChar char="•"/>
            </a:pPr>
            <a:endParaRPr lang="en-US" sz="4000" dirty="0"/>
          </a:p>
        </p:txBody>
      </p:sp>
      <p:pic>
        <p:nvPicPr>
          <p:cNvPr id="5" name="Picture 4" descr="A screenshot of a phone&#10;&#10;AI-generated content may be incorrect.">
            <a:extLst>
              <a:ext uri="{FF2B5EF4-FFF2-40B4-BE49-F238E27FC236}">
                <a16:creationId xmlns:a16="http://schemas.microsoft.com/office/drawing/2014/main" id="{F310B16E-9672-B54F-82CC-7A27F7192F34}"/>
              </a:ext>
            </a:extLst>
          </p:cNvPr>
          <p:cNvPicPr>
            <a:picLocks noChangeAspect="1"/>
          </p:cNvPicPr>
          <p:nvPr/>
        </p:nvPicPr>
        <p:blipFill>
          <a:blip r:embed="rId5"/>
          <a:stretch>
            <a:fillRect/>
          </a:stretch>
        </p:blipFill>
        <p:spPr>
          <a:xfrm>
            <a:off x="17250245" y="4887989"/>
            <a:ext cx="4572747" cy="7658100"/>
          </a:xfrm>
          <a:prstGeom prst="rect">
            <a:avLst/>
          </a:prstGeom>
        </p:spPr>
      </p:pic>
    </p:spTree>
    <p:extLst>
      <p:ext uri="{BB962C8B-B14F-4D97-AF65-F5344CB8AC3E}">
        <p14:creationId xmlns:p14="http://schemas.microsoft.com/office/powerpoint/2010/main" val="1616220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web page&#10;&#10;AI-generated content may be incorrect.">
            <a:extLst>
              <a:ext uri="{FF2B5EF4-FFF2-40B4-BE49-F238E27FC236}">
                <a16:creationId xmlns:a16="http://schemas.microsoft.com/office/drawing/2014/main" id="{33F4AD85-0E89-14A2-C2B0-5487123291E7}"/>
              </a:ext>
            </a:extLst>
          </p:cNvPr>
          <p:cNvPicPr>
            <a:picLocks noChangeAspect="1"/>
          </p:cNvPicPr>
          <p:nvPr/>
        </p:nvPicPr>
        <p:blipFill>
          <a:blip r:embed="rId2"/>
          <a:stretch>
            <a:fillRect/>
          </a:stretch>
        </p:blipFill>
        <p:spPr>
          <a:xfrm>
            <a:off x="4163805" y="533829"/>
            <a:ext cx="16055229" cy="13182539"/>
          </a:xfrm>
          <a:prstGeom prst="rect">
            <a:avLst/>
          </a:prstGeom>
        </p:spPr>
      </p:pic>
    </p:spTree>
    <p:extLst>
      <p:ext uri="{BB962C8B-B14F-4D97-AF65-F5344CB8AC3E}">
        <p14:creationId xmlns:p14="http://schemas.microsoft.com/office/powerpoint/2010/main" val="42418921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screenshot of a computer&#10;&#10;AI-generated content may be incorrect.">
            <a:extLst>
              <a:ext uri="{FF2B5EF4-FFF2-40B4-BE49-F238E27FC236}">
                <a16:creationId xmlns:a16="http://schemas.microsoft.com/office/drawing/2014/main" id="{A1BAA770-3C47-3B13-ECC1-EF2A8959463F}"/>
              </a:ext>
            </a:extLst>
          </p:cNvPr>
          <p:cNvPicPr>
            <a:picLocks noChangeAspect="1"/>
          </p:cNvPicPr>
          <p:nvPr/>
        </p:nvPicPr>
        <p:blipFill>
          <a:blip r:embed="rId2"/>
          <a:stretch>
            <a:fillRect/>
          </a:stretch>
        </p:blipFill>
        <p:spPr>
          <a:xfrm>
            <a:off x="308151" y="0"/>
            <a:ext cx="23771683" cy="13716000"/>
          </a:xfrm>
          <a:prstGeom prst="rect">
            <a:avLst/>
          </a:prstGeom>
        </p:spPr>
      </p:pic>
    </p:spTree>
    <p:extLst>
      <p:ext uri="{BB962C8B-B14F-4D97-AF65-F5344CB8AC3E}">
        <p14:creationId xmlns:p14="http://schemas.microsoft.com/office/powerpoint/2010/main" val="37776483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7FABEF-D5BB-D113-2DF6-F90EB8AB088F}"/>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35732064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Title Slides">
  <a:themeElements>
    <a:clrScheme name="Custom 1">
      <a:dk1>
        <a:srgbClr val="000000"/>
      </a:dk1>
      <a:lt1>
        <a:srgbClr val="FFFFFF"/>
      </a:lt1>
      <a:dk2>
        <a:srgbClr val="242529"/>
      </a:dk2>
      <a:lt2>
        <a:srgbClr val="FAFBFF"/>
      </a:lt2>
      <a:accent1>
        <a:srgbClr val="000000"/>
      </a:accent1>
      <a:accent2>
        <a:srgbClr val="808080"/>
      </a:accent2>
      <a:accent3>
        <a:srgbClr val="F1B300"/>
      </a:accent3>
      <a:accent4>
        <a:srgbClr val="F1B300"/>
      </a:accent4>
      <a:accent5>
        <a:srgbClr val="808080"/>
      </a:accent5>
      <a:accent6>
        <a:srgbClr val="000000"/>
      </a:accent6>
      <a:hlink>
        <a:srgbClr val="F1B300"/>
      </a:hlink>
      <a:folHlink>
        <a:srgbClr val="F1B300"/>
      </a:folHlink>
    </a:clrScheme>
    <a:fontScheme name="Franklin Gothic">
      <a:majorFont>
        <a:latin typeface="Franklin Gothic Medium" panose="020B0603020102020204"/>
        <a:ea typeface=""/>
        <a:cs typeface=""/>
        <a:font script="Jpan" typeface="HG創英角ｺﾞｼｯｸUB"/>
        <a:font script="Hang" typeface="돋움"/>
        <a:font script="Hans" typeface="隶书"/>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Franklin Gothic Book" panose="020B0503020102020204"/>
        <a:ea typeface=""/>
        <a:cs typeface=""/>
        <a:font script="Jpan" typeface="HGｺﾞｼｯｸE"/>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ain" id="{200909DD-64FC-7846-8604-46732CD60AA2}" vid="{32CA1603-E516-174A-9509-1E83DBDD4799}"/>
    </a:ext>
  </a:extLst>
</a:theme>
</file>

<file path=ppt/theme/theme2.xml><?xml version="1.0" encoding="utf-8"?>
<a:theme xmlns:a="http://schemas.openxmlformats.org/drawingml/2006/main" name="Text Slides">
  <a:themeElements>
    <a:clrScheme name="Custom 1">
      <a:dk1>
        <a:srgbClr val="000000"/>
      </a:dk1>
      <a:lt1>
        <a:srgbClr val="FFFFFF"/>
      </a:lt1>
      <a:dk2>
        <a:srgbClr val="242529"/>
      </a:dk2>
      <a:lt2>
        <a:srgbClr val="FAFBFF"/>
      </a:lt2>
      <a:accent1>
        <a:srgbClr val="000000"/>
      </a:accent1>
      <a:accent2>
        <a:srgbClr val="808080"/>
      </a:accent2>
      <a:accent3>
        <a:srgbClr val="F1B300"/>
      </a:accent3>
      <a:accent4>
        <a:srgbClr val="F1B300"/>
      </a:accent4>
      <a:accent5>
        <a:srgbClr val="808080"/>
      </a:accent5>
      <a:accent6>
        <a:srgbClr val="000000"/>
      </a:accent6>
      <a:hlink>
        <a:srgbClr val="F1B300"/>
      </a:hlink>
      <a:folHlink>
        <a:srgbClr val="F1B30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main" id="{200909DD-64FC-7846-8604-46732CD60AA2}" vid="{57483C72-4C33-9443-8977-8CEBCB2C9714}"/>
    </a:ext>
  </a:extLst>
</a:theme>
</file>

<file path=ppt/theme/theme3.xml><?xml version="1.0" encoding="utf-8"?>
<a:theme xmlns:a="http://schemas.openxmlformats.org/drawingml/2006/main" name="Section Intro Slides">
  <a:themeElements>
    <a:clrScheme name="Custom 1">
      <a:dk1>
        <a:srgbClr val="000000"/>
      </a:dk1>
      <a:lt1>
        <a:srgbClr val="FFFFFF"/>
      </a:lt1>
      <a:dk2>
        <a:srgbClr val="242529"/>
      </a:dk2>
      <a:lt2>
        <a:srgbClr val="FAFBFF"/>
      </a:lt2>
      <a:accent1>
        <a:srgbClr val="000000"/>
      </a:accent1>
      <a:accent2>
        <a:srgbClr val="808080"/>
      </a:accent2>
      <a:accent3>
        <a:srgbClr val="F1B300"/>
      </a:accent3>
      <a:accent4>
        <a:srgbClr val="F1B300"/>
      </a:accent4>
      <a:accent5>
        <a:srgbClr val="808080"/>
      </a:accent5>
      <a:accent6>
        <a:srgbClr val="000000"/>
      </a:accent6>
      <a:hlink>
        <a:srgbClr val="F1B300"/>
      </a:hlink>
      <a:folHlink>
        <a:srgbClr val="F1B300"/>
      </a:folHlink>
    </a:clrScheme>
    <a:fontScheme name="Другая 5">
      <a:majorFont>
        <a:latin typeface="Source Serif Pro"/>
        <a:ea typeface=""/>
        <a:cs typeface=""/>
      </a:majorFont>
      <a:minorFont>
        <a:latin typeface="Calibri"/>
        <a:ea typeface=""/>
        <a:cs typeface=""/>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main" id="{200909DD-64FC-7846-8604-46732CD60AA2}" vid="{82B94B33-03D8-BC48-823C-868F08B6DAF8}"/>
    </a:ext>
  </a:extLst>
</a:theme>
</file>

<file path=ppt/theme/theme4.xml><?xml version="1.0" encoding="utf-8"?>
<a:theme xmlns:a="http://schemas.openxmlformats.org/drawingml/2006/main" name="U of I Media Slides">
  <a:themeElements>
    <a:clrScheme name="Custom 1">
      <a:dk1>
        <a:srgbClr val="000000"/>
      </a:dk1>
      <a:lt1>
        <a:srgbClr val="FFFFFF"/>
      </a:lt1>
      <a:dk2>
        <a:srgbClr val="242529"/>
      </a:dk2>
      <a:lt2>
        <a:srgbClr val="FAFBFF"/>
      </a:lt2>
      <a:accent1>
        <a:srgbClr val="000000"/>
      </a:accent1>
      <a:accent2>
        <a:srgbClr val="808080"/>
      </a:accent2>
      <a:accent3>
        <a:srgbClr val="F1B300"/>
      </a:accent3>
      <a:accent4>
        <a:srgbClr val="F1B300"/>
      </a:accent4>
      <a:accent5>
        <a:srgbClr val="808080"/>
      </a:accent5>
      <a:accent6>
        <a:srgbClr val="000000"/>
      </a:accent6>
      <a:hlink>
        <a:srgbClr val="F1B300"/>
      </a:hlink>
      <a:folHlink>
        <a:srgbClr val="F1B300"/>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ain" id="{200909DD-64FC-7846-8604-46732CD60AA2}" vid="{E0B0EB35-83AB-4D44-913B-273BC395BCC6}"/>
    </a:ext>
  </a:extLst>
</a:theme>
</file>

<file path=ppt/theme/theme5.xml><?xml version="1.0" encoding="utf-8"?>
<a:theme xmlns:a="http://schemas.openxmlformats.org/drawingml/2006/main" name="Closing Slides">
  <a:themeElements>
    <a:clrScheme name="Custom 1">
      <a:dk1>
        <a:srgbClr val="000000"/>
      </a:dk1>
      <a:lt1>
        <a:srgbClr val="FFFFFF"/>
      </a:lt1>
      <a:dk2>
        <a:srgbClr val="242529"/>
      </a:dk2>
      <a:lt2>
        <a:srgbClr val="FAFBFF"/>
      </a:lt2>
      <a:accent1>
        <a:srgbClr val="000000"/>
      </a:accent1>
      <a:accent2>
        <a:srgbClr val="808080"/>
      </a:accent2>
      <a:accent3>
        <a:srgbClr val="F1B300"/>
      </a:accent3>
      <a:accent4>
        <a:srgbClr val="F1B300"/>
      </a:accent4>
      <a:accent5>
        <a:srgbClr val="808080"/>
      </a:accent5>
      <a:accent6>
        <a:srgbClr val="000000"/>
      </a:accent6>
      <a:hlink>
        <a:srgbClr val="F1B300"/>
      </a:hlink>
      <a:folHlink>
        <a:srgbClr val="F1B300"/>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ain" id="{200909DD-64FC-7846-8604-46732CD60AA2}" vid="{6CAD7C4B-E846-4C4A-8F8F-9B9F2277FE71}"/>
    </a:ext>
  </a:extLst>
</a:theme>
</file>

<file path=ppt/theme/theme6.xml><?xml version="1.0" encoding="utf-8"?>
<a:theme xmlns:a="http://schemas.openxmlformats.org/drawingml/2006/main" name="Тема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7.xml><?xml version="1.0" encoding="utf-8"?>
<a:theme xmlns:a="http://schemas.openxmlformats.org/drawingml/2006/main" name="Тема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Custom</PresentationFormat>
  <Slides>20</Slides>
  <Notes>13</Notes>
  <HiddenSlides>0</HiddenSlides>
  <ScaleCrop>false</ScaleCrop>
  <HeadingPairs>
    <vt:vector size="4" baseType="variant">
      <vt:variant>
        <vt:lpstr>Theme</vt:lpstr>
      </vt:variant>
      <vt:variant>
        <vt:i4>5</vt:i4>
      </vt:variant>
      <vt:variant>
        <vt:lpstr>Slide Titles</vt:lpstr>
      </vt:variant>
      <vt:variant>
        <vt:i4>20</vt:i4>
      </vt:variant>
    </vt:vector>
  </HeadingPairs>
  <TitlesOfParts>
    <vt:vector size="25" baseType="lpstr">
      <vt:lpstr>Title Slides</vt:lpstr>
      <vt:lpstr>Text Slides</vt:lpstr>
      <vt:lpstr>Section Intro Slides</vt:lpstr>
      <vt:lpstr>U of I Media Slides</vt:lpstr>
      <vt:lpstr>Closing Slides</vt:lpstr>
      <vt:lpstr>WCAG 2.0 Standards</vt:lpstr>
      <vt:lpstr>Overview</vt:lpstr>
      <vt:lpstr>"Accessible"</vt:lpstr>
      <vt:lpstr>"Assistive technology" </vt:lpstr>
      <vt:lpstr>Assistive Technology</vt:lpstr>
      <vt:lpstr>Why design the web for accessibility? </vt:lpstr>
      <vt:lpstr>Still work to be done...</vt:lpstr>
      <vt:lpstr>Web Content Accessibility Guidelines (WCAG) international standard </vt:lpstr>
      <vt:lpstr>Success Criteria for guidelines</vt:lpstr>
      <vt:lpstr>Conformance Levels</vt:lpstr>
      <vt:lpstr>"POUR" principles</vt:lpstr>
      <vt:lpstr>Principle 1: Content must be perceivable</vt:lpstr>
      <vt:lpstr>PowerPoint Presentation</vt:lpstr>
      <vt:lpstr>Principle 2: Interface components in the content must be operable </vt:lpstr>
      <vt:lpstr>Principle 3: Content and controls must be understandable </vt:lpstr>
      <vt:lpstr>Principle 4: Content should be robust enough to work with current and future user agents (including assistive technologies)</vt:lpstr>
      <vt:lpstr>Tools for Checking Conformance</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revision>1567</cp:revision>
  <dcterms:created xsi:type="dcterms:W3CDTF">2018-10-10T20:19:01Z</dcterms:created>
  <dcterms:modified xsi:type="dcterms:W3CDTF">2025-01-21T05:09:15Z</dcterms:modified>
</cp:coreProperties>
</file>