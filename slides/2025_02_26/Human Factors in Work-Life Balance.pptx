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2" r:id="rId5"/>
    <p:sldId id="321" r:id="rId6"/>
    <p:sldId id="318" r:id="rId7"/>
    <p:sldId id="330" r:id="rId8"/>
    <p:sldId id="324" r:id="rId9"/>
    <p:sldId id="325" r:id="rId10"/>
    <p:sldId id="326" r:id="rId11"/>
    <p:sldId id="327" r:id="rId12"/>
    <p:sldId id="328" r:id="rId13"/>
    <p:sldId id="331" r:id="rId14"/>
    <p:sldId id="323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CD85D-F6A0-DE7A-54A8-C1D0B5506342}" v="21" dt="2025-02-26T03:26:41.314"/>
    <p1510:client id="{685AEECF-2080-8ED4-8ABF-F71B9C36524E}" v="88" dt="2025-02-25T03:19:14.393"/>
    <p1510:client id="{7343BCF0-21DA-8946-B482-A3523F73BF53}" v="193" dt="2025-02-26T00:17:31.270"/>
    <p1510:client id="{C12285F8-6825-E75A-86D9-FD91DCEA9AA1}" v="191" dt="2025-02-25T01:49:30.602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59402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ez, Elsy (hern1883@vandals.uidaho.edu)" userId="S::hern1883@vandals.uidaho.edu::67b8ef22-2178-4f86-8cca-e21441e32c53" providerId="AD" clId="Web-{3178386A-0AE0-3887-A915-EEA6595132EB}"/>
    <pc:docChg chg="addSld delSld modSld sldOrd">
      <pc:chgData name="Hernandez, Elsy (hern1883@vandals.uidaho.edu)" userId="S::hern1883@vandals.uidaho.edu::67b8ef22-2178-4f86-8cca-e21441e32c53" providerId="AD" clId="Web-{3178386A-0AE0-3887-A915-EEA6595132EB}" dt="2025-02-20T21:40:11.122" v="1659" actId="20577"/>
      <pc:docMkLst>
        <pc:docMk/>
      </pc:docMkLst>
      <pc:sldChg chg="addSp delSp modSp">
        <pc:chgData name="Hernandez, Elsy (hern1883@vandals.uidaho.edu)" userId="S::hern1883@vandals.uidaho.edu::67b8ef22-2178-4f86-8cca-e21441e32c53" providerId="AD" clId="Web-{3178386A-0AE0-3887-A915-EEA6595132EB}" dt="2025-02-20T03:25:57.910" v="1029"/>
        <pc:sldMkLst>
          <pc:docMk/>
          <pc:sldMk cId="704370842" sldId="310"/>
        </pc:sldMkLst>
        <pc:spChg chg="mod">
          <ac:chgData name="Hernandez, Elsy (hern1883@vandals.uidaho.edu)" userId="S::hern1883@vandals.uidaho.edu::67b8ef22-2178-4f86-8cca-e21441e32c53" providerId="AD" clId="Web-{3178386A-0AE0-3887-A915-EEA6595132EB}" dt="2025-02-20T02:51:02.525" v="608" actId="20577"/>
          <ac:spMkLst>
            <pc:docMk/>
            <pc:sldMk cId="704370842" sldId="310"/>
            <ac:spMk id="3" creationId="{F101732C-7338-DBA0-BD19-1FA88304749F}"/>
          </ac:spMkLst>
        </pc:spChg>
      </pc:sldChg>
      <pc:sldChg chg="modSp modNotes">
        <pc:chgData name="Hernandez, Elsy (hern1883@vandals.uidaho.edu)" userId="S::hern1883@vandals.uidaho.edu::67b8ef22-2178-4f86-8cca-e21441e32c53" providerId="AD" clId="Web-{3178386A-0AE0-3887-A915-EEA6595132EB}" dt="2025-02-20T21:40:11.122" v="1659" actId="20577"/>
        <pc:sldMkLst>
          <pc:docMk/>
          <pc:sldMk cId="2906152353" sldId="318"/>
        </pc:sldMkLst>
        <pc:spChg chg="mod">
          <ac:chgData name="Hernandez, Elsy (hern1883@vandals.uidaho.edu)" userId="S::hern1883@vandals.uidaho.edu::67b8ef22-2178-4f86-8cca-e21441e32c53" providerId="AD" clId="Web-{3178386A-0AE0-3887-A915-EEA6595132EB}" dt="2025-02-20T21:40:11.122" v="1659" actId="20577"/>
          <ac:spMkLst>
            <pc:docMk/>
            <pc:sldMk cId="2906152353" sldId="318"/>
            <ac:spMk id="2" creationId="{CFDEBC60-AA38-5DEF-3160-0CAA68F3D28C}"/>
          </ac:spMkLst>
        </pc:spChg>
        <pc:spChg chg="mod">
          <ac:chgData name="Hernandez, Elsy (hern1883@vandals.uidaho.edu)" userId="S::hern1883@vandals.uidaho.edu::67b8ef22-2178-4f86-8cca-e21441e32c53" providerId="AD" clId="Web-{3178386A-0AE0-3887-A915-EEA6595132EB}" dt="2025-02-20T03:17:19.970" v="849" actId="20577"/>
          <ac:spMkLst>
            <pc:docMk/>
            <pc:sldMk cId="2906152353" sldId="318"/>
            <ac:spMk id="3" creationId="{1EBEE570-1B5E-FFD1-485D-D77E4E6FE7C0}"/>
          </ac:spMkLst>
        </pc:spChg>
      </pc:sldChg>
      <pc:sldChg chg="modSp del mod modClrScheme chgLayout modNotes">
        <pc:chgData name="Hernandez, Elsy (hern1883@vandals.uidaho.edu)" userId="S::hern1883@vandals.uidaho.edu::67b8ef22-2178-4f86-8cca-e21441e32c53" providerId="AD" clId="Web-{3178386A-0AE0-3887-A915-EEA6595132EB}" dt="2025-02-20T03:15:04.715" v="837"/>
        <pc:sldMkLst>
          <pc:docMk/>
          <pc:sldMk cId="3421680658" sldId="319"/>
        </pc:sldMkLst>
      </pc:sldChg>
      <pc:sldChg chg="del modNotes">
        <pc:chgData name="Hernandez, Elsy (hern1883@vandals.uidaho.edu)" userId="S::hern1883@vandals.uidaho.edu::67b8ef22-2178-4f86-8cca-e21441e32c53" providerId="AD" clId="Web-{3178386A-0AE0-3887-A915-EEA6595132EB}" dt="2025-02-20T03:17:32.314" v="850"/>
        <pc:sldMkLst>
          <pc:docMk/>
          <pc:sldMk cId="3752118431" sldId="320"/>
        </pc:sldMkLst>
      </pc:sldChg>
      <pc:sldChg chg="addSp delSp modSp mod modClrScheme chgLayout modNotes">
        <pc:chgData name="Hernandez, Elsy (hern1883@vandals.uidaho.edu)" userId="S::hern1883@vandals.uidaho.edu::67b8ef22-2178-4f86-8cca-e21441e32c53" providerId="AD" clId="Web-{3178386A-0AE0-3887-A915-EEA6595132EB}" dt="2025-02-20T21:38:48.716" v="1654"/>
        <pc:sldMkLst>
          <pc:docMk/>
          <pc:sldMk cId="1607455252" sldId="321"/>
        </pc:sldMkLst>
        <pc:spChg chg="mod ord">
          <ac:chgData name="Hernandez, Elsy (hern1883@vandals.uidaho.edu)" userId="S::hern1883@vandals.uidaho.edu::67b8ef22-2178-4f86-8cca-e21441e32c53" providerId="AD" clId="Web-{3178386A-0AE0-3887-A915-EEA6595132EB}" dt="2025-02-20T01:42:52.435" v="67"/>
          <ac:spMkLst>
            <pc:docMk/>
            <pc:sldMk cId="1607455252" sldId="321"/>
            <ac:spMk id="2" creationId="{2CD97761-0B88-A5E8-0B78-C39173D05F4D}"/>
          </ac:spMkLst>
        </pc:spChg>
        <pc:spChg chg="add del mod ord">
          <ac:chgData name="Hernandez, Elsy (hern1883@vandals.uidaho.edu)" userId="S::hern1883@vandals.uidaho.edu::67b8ef22-2178-4f86-8cca-e21441e32c53" providerId="AD" clId="Web-{3178386A-0AE0-3887-A915-EEA6595132EB}" dt="2025-02-20T21:28:24.634" v="1498" actId="20577"/>
          <ac:spMkLst>
            <pc:docMk/>
            <pc:sldMk cId="1607455252" sldId="321"/>
            <ac:spMk id="3" creationId="{02BA04E6-CD61-B962-4287-DEC1993C32D6}"/>
          </ac:spMkLst>
        </pc:spChg>
        <pc:spChg chg="mod ord">
          <ac:chgData name="Hernandez, Elsy (hern1883@vandals.uidaho.edu)" userId="S::hern1883@vandals.uidaho.edu::67b8ef22-2178-4f86-8cca-e21441e32c53" providerId="AD" clId="Web-{3178386A-0AE0-3887-A915-EEA6595132EB}" dt="2025-02-20T01:42:52.435" v="67"/>
          <ac:spMkLst>
            <pc:docMk/>
            <pc:sldMk cId="1607455252" sldId="321"/>
            <ac:spMk id="4" creationId="{2CD4601E-33F5-5714-867D-A0B584DA7C11}"/>
          </ac:spMkLst>
        </pc:spChg>
      </pc:sldChg>
      <pc:sldChg chg="addSp delSp modSp mod modClrScheme chgLayout modNotes">
        <pc:chgData name="Hernandez, Elsy (hern1883@vandals.uidaho.edu)" userId="S::hern1883@vandals.uidaho.edu::67b8ef22-2178-4f86-8cca-e21441e32c53" providerId="AD" clId="Web-{3178386A-0AE0-3887-A915-EEA6595132EB}" dt="2025-02-20T21:21:07.881" v="1230"/>
        <pc:sldMkLst>
          <pc:docMk/>
          <pc:sldMk cId="3378822495" sldId="322"/>
        </pc:sldMkLst>
        <pc:spChg chg="mod">
          <ac:chgData name="Hernandez, Elsy (hern1883@vandals.uidaho.edu)" userId="S::hern1883@vandals.uidaho.edu::67b8ef22-2178-4f86-8cca-e21441e32c53" providerId="AD" clId="Web-{3178386A-0AE0-3887-A915-EEA6595132EB}" dt="2025-02-20T21:20:27.099" v="1220" actId="20577"/>
          <ac:spMkLst>
            <pc:docMk/>
            <pc:sldMk cId="3378822495" sldId="322"/>
            <ac:spMk id="2" creationId="{75454C9E-20FB-B999-9303-C71D1334BAD7}"/>
          </ac:spMkLst>
        </pc:spChg>
        <pc:spChg chg="add del mod">
          <ac:chgData name="Hernandez, Elsy (hern1883@vandals.uidaho.edu)" userId="S::hern1883@vandals.uidaho.edu::67b8ef22-2178-4f86-8cca-e21441e32c53" providerId="AD" clId="Web-{3178386A-0AE0-3887-A915-EEA6595132EB}" dt="2025-02-20T03:28:57.025" v="1044" actId="20577"/>
          <ac:spMkLst>
            <pc:docMk/>
            <pc:sldMk cId="3378822495" sldId="322"/>
            <ac:spMk id="7" creationId="{BCAB73CB-095B-8413-5845-5993AC47C04C}"/>
          </ac:spMkLst>
        </pc:spChg>
      </pc:sldChg>
      <pc:sldChg chg="ord">
        <pc:chgData name="Hernandez, Elsy (hern1883@vandals.uidaho.edu)" userId="S::hern1883@vandals.uidaho.edu::67b8ef22-2178-4f86-8cca-e21441e32c53" providerId="AD" clId="Web-{3178386A-0AE0-3887-A915-EEA6595132EB}" dt="2025-02-20T01:48:45.042" v="146"/>
        <pc:sldMkLst>
          <pc:docMk/>
          <pc:sldMk cId="3662592674" sldId="323"/>
        </pc:sldMkLst>
      </pc:sldChg>
      <pc:sldChg chg="modSp add replId modNotes">
        <pc:chgData name="Hernandez, Elsy (hern1883@vandals.uidaho.edu)" userId="S::hern1883@vandals.uidaho.edu::67b8ef22-2178-4f86-8cca-e21441e32c53" providerId="AD" clId="Web-{3178386A-0AE0-3887-A915-EEA6595132EB}" dt="2025-02-20T02:58:40.635" v="694"/>
        <pc:sldMkLst>
          <pc:docMk/>
          <pc:sldMk cId="1631504959" sldId="324"/>
        </pc:sldMkLst>
        <pc:spChg chg="mod">
          <ac:chgData name="Hernandez, Elsy (hern1883@vandals.uidaho.edu)" userId="S::hern1883@vandals.uidaho.edu::67b8ef22-2178-4f86-8cca-e21441e32c53" providerId="AD" clId="Web-{3178386A-0AE0-3887-A915-EEA6595132EB}" dt="2025-02-20T01:49:57.749" v="189" actId="20577"/>
          <ac:spMkLst>
            <pc:docMk/>
            <pc:sldMk cId="1631504959" sldId="324"/>
            <ac:spMk id="2" creationId="{400AC288-4389-7A37-3AAF-0E1352F689D0}"/>
          </ac:spMkLst>
        </pc:spChg>
        <pc:spChg chg="mod">
          <ac:chgData name="Hernandez, Elsy (hern1883@vandals.uidaho.edu)" userId="S::hern1883@vandals.uidaho.edu::67b8ef22-2178-4f86-8cca-e21441e32c53" providerId="AD" clId="Web-{3178386A-0AE0-3887-A915-EEA6595132EB}" dt="2025-02-20T02:46:11.250" v="604" actId="20577"/>
          <ac:spMkLst>
            <pc:docMk/>
            <pc:sldMk cId="1631504959" sldId="324"/>
            <ac:spMk id="3" creationId="{984224F1-EC51-598A-B4FA-A32DDC9B924F}"/>
          </ac:spMkLst>
        </pc:spChg>
      </pc:sldChg>
      <pc:sldChg chg="addSp delSp modSp add mod replId modClrScheme chgLayout modNotes">
        <pc:chgData name="Hernandez, Elsy (hern1883@vandals.uidaho.edu)" userId="S::hern1883@vandals.uidaho.edu::67b8ef22-2178-4f86-8cca-e21441e32c53" providerId="AD" clId="Web-{3178386A-0AE0-3887-A915-EEA6595132EB}" dt="2025-02-20T02:59:25.183" v="715"/>
        <pc:sldMkLst>
          <pc:docMk/>
          <pc:sldMk cId="2829692537" sldId="325"/>
        </pc:sldMkLst>
        <pc:spChg chg="mod ord">
          <ac:chgData name="Hernandez, Elsy (hern1883@vandals.uidaho.edu)" userId="S::hern1883@vandals.uidaho.edu::67b8ef22-2178-4f86-8cca-e21441e32c53" providerId="AD" clId="Web-{3178386A-0AE0-3887-A915-EEA6595132EB}" dt="2025-02-20T02:26:57.644" v="469" actId="20577"/>
          <ac:spMkLst>
            <pc:docMk/>
            <pc:sldMk cId="2829692537" sldId="325"/>
            <ac:spMk id="2" creationId="{6DF9DD0C-E0ED-60FC-2514-DCEBE79B5209}"/>
          </ac:spMkLst>
        </pc:spChg>
        <pc:spChg chg="mod ord">
          <ac:chgData name="Hernandez, Elsy (hern1883@vandals.uidaho.edu)" userId="S::hern1883@vandals.uidaho.edu::67b8ef22-2178-4f86-8cca-e21441e32c53" providerId="AD" clId="Web-{3178386A-0AE0-3887-A915-EEA6595132EB}" dt="2025-02-20T02:27:12.707" v="491" actId="20577"/>
          <ac:spMkLst>
            <pc:docMk/>
            <pc:sldMk cId="2829692537" sldId="325"/>
            <ac:spMk id="3" creationId="{AA6A95B6-913F-7432-F28B-9244EB9F17E4}"/>
          </ac:spMkLst>
        </pc:spChg>
        <pc:spChg chg="mod ord">
          <ac:chgData name="Hernandez, Elsy (hern1883@vandals.uidaho.edu)" userId="S::hern1883@vandals.uidaho.edu::67b8ef22-2178-4f86-8cca-e21441e32c53" providerId="AD" clId="Web-{3178386A-0AE0-3887-A915-EEA6595132EB}" dt="2025-02-20T02:26:46.706" v="458"/>
          <ac:spMkLst>
            <pc:docMk/>
            <pc:sldMk cId="2829692537" sldId="325"/>
            <ac:spMk id="4" creationId="{87CB7440-8F4E-1435-471B-0E4B09ECAFA7}"/>
          </ac:spMkLst>
        </pc:spChg>
        <pc:picChg chg="add mod">
          <ac:chgData name="Hernandez, Elsy (hern1883@vandals.uidaho.edu)" userId="S::hern1883@vandals.uidaho.edu::67b8ef22-2178-4f86-8cca-e21441e32c53" providerId="AD" clId="Web-{3178386A-0AE0-3887-A915-EEA6595132EB}" dt="2025-02-20T02:27:46.787" v="499" actId="1076"/>
          <ac:picMkLst>
            <pc:docMk/>
            <pc:sldMk cId="2829692537" sldId="325"/>
            <ac:picMk id="12" creationId="{86FEB30D-99C8-AD78-A3D5-CEC24A23D95D}"/>
          </ac:picMkLst>
        </pc:picChg>
      </pc:sldChg>
      <pc:sldChg chg="addSp delSp modSp add ord replId modNotes">
        <pc:chgData name="Hernandez, Elsy (hern1883@vandals.uidaho.edu)" userId="S::hern1883@vandals.uidaho.edu::67b8ef22-2178-4f86-8cca-e21441e32c53" providerId="AD" clId="Web-{3178386A-0AE0-3887-A915-EEA6595132EB}" dt="2025-02-20T02:45:44.796" v="601"/>
        <pc:sldMkLst>
          <pc:docMk/>
          <pc:sldMk cId="742322720" sldId="326"/>
        </pc:sldMkLst>
        <pc:spChg chg="ord">
          <ac:chgData name="Hernandez, Elsy (hern1883@vandals.uidaho.edu)" userId="S::hern1883@vandals.uidaho.edu::67b8ef22-2178-4f86-8cca-e21441e32c53" providerId="AD" clId="Web-{3178386A-0AE0-3887-A915-EEA6595132EB}" dt="2025-02-20T02:45:44.796" v="601"/>
          <ac:spMkLst>
            <pc:docMk/>
            <pc:sldMk cId="742322720" sldId="326"/>
            <ac:spMk id="4" creationId="{AD3D56C2-981C-7DC7-4279-0A5EF9B8B864}"/>
          </ac:spMkLst>
        </pc:spChg>
        <pc:picChg chg="add mod ord">
          <ac:chgData name="Hernandez, Elsy (hern1883@vandals.uidaho.edu)" userId="S::hern1883@vandals.uidaho.edu::67b8ef22-2178-4f86-8cca-e21441e32c53" providerId="AD" clId="Web-{3178386A-0AE0-3887-A915-EEA6595132EB}" dt="2025-02-20T02:45:12.826" v="599"/>
          <ac:picMkLst>
            <pc:docMk/>
            <pc:sldMk cId="742322720" sldId="326"/>
            <ac:picMk id="5" creationId="{0EA1D926-9957-FD0B-FA05-A208EF68BD1A}"/>
          </ac:picMkLst>
        </pc:picChg>
      </pc:sldChg>
      <pc:sldChg chg="modSp add replId">
        <pc:chgData name="Hernandez, Elsy (hern1883@vandals.uidaho.edu)" userId="S::hern1883@vandals.uidaho.edu::67b8ef22-2178-4f86-8cca-e21441e32c53" providerId="AD" clId="Web-{3178386A-0AE0-3887-A915-EEA6595132EB}" dt="2025-02-20T02:46:16.828" v="605" actId="20577"/>
        <pc:sldMkLst>
          <pc:docMk/>
          <pc:sldMk cId="3227167457" sldId="327"/>
        </pc:sldMkLst>
        <pc:spChg chg="mod">
          <ac:chgData name="Hernandez, Elsy (hern1883@vandals.uidaho.edu)" userId="S::hern1883@vandals.uidaho.edu::67b8ef22-2178-4f86-8cca-e21441e32c53" providerId="AD" clId="Web-{3178386A-0AE0-3887-A915-EEA6595132EB}" dt="2025-02-20T02:46:16.828" v="605" actId="20577"/>
          <ac:spMkLst>
            <pc:docMk/>
            <pc:sldMk cId="3227167457" sldId="327"/>
            <ac:spMk id="3" creationId="{8A860520-139F-DDD9-C930-207965A538E1}"/>
          </ac:spMkLst>
        </pc:spChg>
      </pc:sldChg>
      <pc:sldChg chg="modSp add replId modNotes">
        <pc:chgData name="Hernandez, Elsy (hern1883@vandals.uidaho.edu)" userId="S::hern1883@vandals.uidaho.edu::67b8ef22-2178-4f86-8cca-e21441e32c53" providerId="AD" clId="Web-{3178386A-0AE0-3887-A915-EEA6595132EB}" dt="2025-02-20T03:12:31.523" v="828" actId="20577"/>
        <pc:sldMkLst>
          <pc:docMk/>
          <pc:sldMk cId="3556169651" sldId="328"/>
        </pc:sldMkLst>
        <pc:spChg chg="mod">
          <ac:chgData name="Hernandez, Elsy (hern1883@vandals.uidaho.edu)" userId="S::hern1883@vandals.uidaho.edu::67b8ef22-2178-4f86-8cca-e21441e32c53" providerId="AD" clId="Web-{3178386A-0AE0-3887-A915-EEA6595132EB}" dt="2025-02-20T02:53:14.498" v="650" actId="20577"/>
          <ac:spMkLst>
            <pc:docMk/>
            <pc:sldMk cId="3556169651" sldId="328"/>
            <ac:spMk id="2" creationId="{5AF05C97-3F48-203D-85A7-B31F3C6ECF5C}"/>
          </ac:spMkLst>
        </pc:spChg>
        <pc:spChg chg="mod">
          <ac:chgData name="Hernandez, Elsy (hern1883@vandals.uidaho.edu)" userId="S::hern1883@vandals.uidaho.edu::67b8ef22-2178-4f86-8cca-e21441e32c53" providerId="AD" clId="Web-{3178386A-0AE0-3887-A915-EEA6595132EB}" dt="2025-02-20T03:12:31.523" v="828" actId="20577"/>
          <ac:spMkLst>
            <pc:docMk/>
            <pc:sldMk cId="3556169651" sldId="328"/>
            <ac:spMk id="3" creationId="{4DB61D70-5790-DA26-068F-6278BF85E948}"/>
          </ac:spMkLst>
        </pc:spChg>
      </pc:sldChg>
      <pc:sldChg chg="add replId modNotes">
        <pc:chgData name="Hernandez, Elsy (hern1883@vandals.uidaho.edu)" userId="S::hern1883@vandals.uidaho.edu::67b8ef22-2178-4f86-8cca-e21441e32c53" providerId="AD" clId="Web-{3178386A-0AE0-3887-A915-EEA6595132EB}" dt="2025-02-20T03:33:24.050" v="1122"/>
        <pc:sldMkLst>
          <pc:docMk/>
          <pc:sldMk cId="1868106815" sldId="329"/>
        </pc:sldMkLst>
      </pc:sldChg>
      <pc:sldChg chg="add replId modNotes">
        <pc:chgData name="Hernandez, Elsy (hern1883@vandals.uidaho.edu)" userId="S::hern1883@vandals.uidaho.edu::67b8ef22-2178-4f86-8cca-e21441e32c53" providerId="AD" clId="Web-{3178386A-0AE0-3887-A915-EEA6595132EB}" dt="2025-02-20T03:33:36.676" v="1135"/>
        <pc:sldMkLst>
          <pc:docMk/>
          <pc:sldMk cId="3445100306" sldId="330"/>
        </pc:sldMkLst>
      </pc:sldChg>
      <pc:sldChg chg="new del">
        <pc:chgData name="Hernandez, Elsy (hern1883@vandals.uidaho.edu)" userId="S::hern1883@vandals.uidaho.edu::67b8ef22-2178-4f86-8cca-e21441e32c53" providerId="AD" clId="Web-{3178386A-0AE0-3887-A915-EEA6595132EB}" dt="2025-02-20T03:26:19.895" v="1033"/>
        <pc:sldMkLst>
          <pc:docMk/>
          <pc:sldMk cId="418067510" sldId="331"/>
        </pc:sldMkLst>
      </pc:sldChg>
      <pc:sldChg chg="new del">
        <pc:chgData name="Hernandez, Elsy (hern1883@vandals.uidaho.edu)" userId="S::hern1883@vandals.uidaho.edu::67b8ef22-2178-4f86-8cca-e21441e32c53" providerId="AD" clId="Web-{3178386A-0AE0-3887-A915-EEA6595132EB}" dt="2025-02-20T03:26:10.129" v="1031"/>
        <pc:sldMkLst>
          <pc:docMk/>
          <pc:sldMk cId="1880214563" sldId="331"/>
        </pc:sldMkLst>
      </pc:sldChg>
    </pc:docChg>
  </pc:docChgLst>
  <pc:docChgLst>
    <pc:chgData name="Hernandez, Elsy (hern1883@vandals.uidaho.edu)" userId="S::hern1883@vandals.uidaho.edu::67b8ef22-2178-4f86-8cca-e21441e32c53" providerId="AD" clId="Web-{376CD85D-F6A0-DE7A-54A8-C1D0B5506342}"/>
    <pc:docChg chg="delSld modSld">
      <pc:chgData name="Hernandez, Elsy (hern1883@vandals.uidaho.edu)" userId="S::hern1883@vandals.uidaho.edu::67b8ef22-2178-4f86-8cca-e21441e32c53" providerId="AD" clId="Web-{376CD85D-F6A0-DE7A-54A8-C1D0B5506342}" dt="2025-02-26T03:26:41.314" v="22" actId="1076"/>
      <pc:docMkLst>
        <pc:docMk/>
      </pc:docMkLst>
      <pc:sldChg chg="modSp modNotes">
        <pc:chgData name="Hernandez, Elsy (hern1883@vandals.uidaho.edu)" userId="S::hern1883@vandals.uidaho.edu::67b8ef22-2178-4f86-8cca-e21441e32c53" providerId="AD" clId="Web-{376CD85D-F6A0-DE7A-54A8-C1D0B5506342}" dt="2025-02-26T03:06:06.105" v="18" actId="20577"/>
        <pc:sldMkLst>
          <pc:docMk/>
          <pc:sldMk cId="2829692537" sldId="325"/>
        </pc:sldMkLst>
        <pc:spChg chg="mod">
          <ac:chgData name="Hernandez, Elsy (hern1883@vandals.uidaho.edu)" userId="S::hern1883@vandals.uidaho.edu::67b8ef22-2178-4f86-8cca-e21441e32c53" providerId="AD" clId="Web-{376CD85D-F6A0-DE7A-54A8-C1D0B5506342}" dt="2025-02-26T03:06:06.105" v="18" actId="20577"/>
          <ac:spMkLst>
            <pc:docMk/>
            <pc:sldMk cId="2829692537" sldId="325"/>
            <ac:spMk id="3" creationId="{AA6A95B6-913F-7432-F28B-9244EB9F17E4}"/>
          </ac:spMkLst>
        </pc:spChg>
      </pc:sldChg>
      <pc:sldChg chg="addSp delSp modSp modNotes">
        <pc:chgData name="Hernandez, Elsy (hern1883@vandals.uidaho.edu)" userId="S::hern1883@vandals.uidaho.edu::67b8ef22-2178-4f86-8cca-e21441e32c53" providerId="AD" clId="Web-{376CD85D-F6A0-DE7A-54A8-C1D0B5506342}" dt="2025-02-26T03:26:41.314" v="22" actId="1076"/>
        <pc:sldMkLst>
          <pc:docMk/>
          <pc:sldMk cId="742322720" sldId="326"/>
        </pc:sldMkLst>
        <pc:spChg chg="add del mod">
          <ac:chgData name="Hernandez, Elsy (hern1883@vandals.uidaho.edu)" userId="S::hern1883@vandals.uidaho.edu::67b8ef22-2178-4f86-8cca-e21441e32c53" providerId="AD" clId="Web-{376CD85D-F6A0-DE7A-54A8-C1D0B5506342}" dt="2025-02-26T02:21:44.962" v="1"/>
          <ac:spMkLst>
            <pc:docMk/>
            <pc:sldMk cId="742322720" sldId="326"/>
            <ac:spMk id="3" creationId="{EFAC377A-160D-D399-A4B4-82DD87826648}"/>
          </ac:spMkLst>
        </pc:spChg>
        <pc:picChg chg="del">
          <ac:chgData name="Hernandez, Elsy (hern1883@vandals.uidaho.edu)" userId="S::hern1883@vandals.uidaho.edu::67b8ef22-2178-4f86-8cca-e21441e32c53" providerId="AD" clId="Web-{376CD85D-F6A0-DE7A-54A8-C1D0B5506342}" dt="2025-02-26T02:20:58.225" v="0"/>
          <ac:picMkLst>
            <pc:docMk/>
            <pc:sldMk cId="742322720" sldId="326"/>
            <ac:picMk id="5" creationId="{0EA1D926-9957-FD0B-FA05-A208EF68BD1A}"/>
          </ac:picMkLst>
        </pc:picChg>
        <pc:picChg chg="add mod ord">
          <ac:chgData name="Hernandez, Elsy (hern1883@vandals.uidaho.edu)" userId="S::hern1883@vandals.uidaho.edu::67b8ef22-2178-4f86-8cca-e21441e32c53" providerId="AD" clId="Web-{376CD85D-F6A0-DE7A-54A8-C1D0B5506342}" dt="2025-02-26T03:26:41.314" v="22" actId="1076"/>
          <ac:picMkLst>
            <pc:docMk/>
            <pc:sldMk cId="742322720" sldId="326"/>
            <ac:picMk id="6" creationId="{9749E325-AF88-64AB-4063-C88FBC70CD71}"/>
          </ac:picMkLst>
        </pc:picChg>
      </pc:sldChg>
      <pc:sldChg chg="del">
        <pc:chgData name="Hernandez, Elsy (hern1883@vandals.uidaho.edu)" userId="S::hern1883@vandals.uidaho.edu::67b8ef22-2178-4f86-8cca-e21441e32c53" providerId="AD" clId="Web-{376CD85D-F6A0-DE7A-54A8-C1D0B5506342}" dt="2025-02-26T02:33:09.417" v="16"/>
        <pc:sldMkLst>
          <pc:docMk/>
          <pc:sldMk cId="1868106815" sldId="329"/>
        </pc:sldMkLst>
      </pc:sldChg>
    </pc:docChg>
  </pc:docChgLst>
  <pc:docChgLst>
    <pc:chgData name="Hernandez, Elsy (hern1883@vandals.uidaho.edu)" userId="S::hern1883@vandals.uidaho.edu::67b8ef22-2178-4f86-8cca-e21441e32c53" providerId="AD" clId="Web-{345CE057-EB97-4013-93B1-C48E66927543}"/>
    <pc:docChg chg="modSld">
      <pc:chgData name="Hernandez, Elsy (hern1883@vandals.uidaho.edu)" userId="S::hern1883@vandals.uidaho.edu::67b8ef22-2178-4f86-8cca-e21441e32c53" providerId="AD" clId="Web-{345CE057-EB97-4013-93B1-C48E66927543}" dt="2025-02-23T19:51:32.167" v="4080"/>
      <pc:docMkLst>
        <pc:docMk/>
      </pc:docMkLst>
      <pc:sldChg chg="modSp modNotes">
        <pc:chgData name="Hernandez, Elsy (hern1883@vandals.uidaho.edu)" userId="S::hern1883@vandals.uidaho.edu::67b8ef22-2178-4f86-8cca-e21441e32c53" providerId="AD" clId="Web-{345CE057-EB97-4013-93B1-C48E66927543}" dt="2025-02-23T15:35:01.178" v="46"/>
        <pc:sldMkLst>
          <pc:docMk/>
          <pc:sldMk cId="2906152353" sldId="318"/>
        </pc:sldMkLst>
        <pc:spChg chg="mod">
          <ac:chgData name="Hernandez, Elsy (hern1883@vandals.uidaho.edu)" userId="S::hern1883@vandals.uidaho.edu::67b8ef22-2178-4f86-8cca-e21441e32c53" providerId="AD" clId="Web-{345CE057-EB97-4013-93B1-C48E66927543}" dt="2025-02-23T15:28:36.777" v="6" actId="20577"/>
          <ac:spMkLst>
            <pc:docMk/>
            <pc:sldMk cId="2906152353" sldId="318"/>
            <ac:spMk id="2" creationId="{CFDEBC60-AA38-5DEF-3160-0CAA68F3D28C}"/>
          </ac:spMkLst>
        </pc:spChg>
      </pc:sldChg>
      <pc:sldChg chg="modNotes">
        <pc:chgData name="Hernandez, Elsy (hern1883@vandals.uidaho.edu)" userId="S::hern1883@vandals.uidaho.edu::67b8ef22-2178-4f86-8cca-e21441e32c53" providerId="AD" clId="Web-{345CE057-EB97-4013-93B1-C48E66927543}" dt="2025-02-23T15:31:23.859" v="25"/>
        <pc:sldMkLst>
          <pc:docMk/>
          <pc:sldMk cId="1607455252" sldId="321"/>
        </pc:sldMkLst>
      </pc:sldChg>
      <pc:sldChg chg="modSp">
        <pc:chgData name="Hernandez, Elsy (hern1883@vandals.uidaho.edu)" userId="S::hern1883@vandals.uidaho.edu::67b8ef22-2178-4f86-8cca-e21441e32c53" providerId="AD" clId="Web-{345CE057-EB97-4013-93B1-C48E66927543}" dt="2025-02-23T15:27:57.682" v="1" actId="20577"/>
        <pc:sldMkLst>
          <pc:docMk/>
          <pc:sldMk cId="3378822495" sldId="322"/>
        </pc:sldMkLst>
        <pc:spChg chg="mod">
          <ac:chgData name="Hernandez, Elsy (hern1883@vandals.uidaho.edu)" userId="S::hern1883@vandals.uidaho.edu::67b8ef22-2178-4f86-8cca-e21441e32c53" providerId="AD" clId="Web-{345CE057-EB97-4013-93B1-C48E66927543}" dt="2025-02-23T15:27:57.682" v="1" actId="20577"/>
          <ac:spMkLst>
            <pc:docMk/>
            <pc:sldMk cId="3378822495" sldId="322"/>
            <ac:spMk id="2" creationId="{75454C9E-20FB-B999-9303-C71D1334BAD7}"/>
          </ac:spMkLst>
        </pc:spChg>
      </pc:sldChg>
      <pc:sldChg chg="modSp modNotes">
        <pc:chgData name="Hernandez, Elsy (hern1883@vandals.uidaho.edu)" userId="S::hern1883@vandals.uidaho.edu::67b8ef22-2178-4f86-8cca-e21441e32c53" providerId="AD" clId="Web-{345CE057-EB97-4013-93B1-C48E66927543}" dt="2025-02-23T17:54:43.959" v="2969"/>
        <pc:sldMkLst>
          <pc:docMk/>
          <pc:sldMk cId="1631504959" sldId="324"/>
        </pc:sldMkLst>
        <pc:spChg chg="mod">
          <ac:chgData name="Hernandez, Elsy (hern1883@vandals.uidaho.edu)" userId="S::hern1883@vandals.uidaho.edu::67b8ef22-2178-4f86-8cca-e21441e32c53" providerId="AD" clId="Web-{345CE057-EB97-4013-93B1-C48E66927543}" dt="2025-02-23T17:20:52.422" v="1735" actId="20577"/>
          <ac:spMkLst>
            <pc:docMk/>
            <pc:sldMk cId="1631504959" sldId="324"/>
            <ac:spMk id="3" creationId="{984224F1-EC51-598A-B4FA-A32DDC9B924F}"/>
          </ac:spMkLst>
        </pc:spChg>
      </pc:sldChg>
      <pc:sldChg chg="modNotes">
        <pc:chgData name="Hernandez, Elsy (hern1883@vandals.uidaho.edu)" userId="S::hern1883@vandals.uidaho.edu::67b8ef22-2178-4f86-8cca-e21441e32c53" providerId="AD" clId="Web-{345CE057-EB97-4013-93B1-C48E66927543}" dt="2025-02-23T19:24:50.149" v="3774"/>
        <pc:sldMkLst>
          <pc:docMk/>
          <pc:sldMk cId="2829692537" sldId="325"/>
        </pc:sldMkLst>
      </pc:sldChg>
      <pc:sldChg chg="modNotes">
        <pc:chgData name="Hernandez, Elsy (hern1883@vandals.uidaho.edu)" userId="S::hern1883@vandals.uidaho.edu::67b8ef22-2178-4f86-8cca-e21441e32c53" providerId="AD" clId="Web-{345CE057-EB97-4013-93B1-C48E66927543}" dt="2025-02-23T19:34:57.913" v="3865"/>
        <pc:sldMkLst>
          <pc:docMk/>
          <pc:sldMk cId="742322720" sldId="326"/>
        </pc:sldMkLst>
      </pc:sldChg>
      <pc:sldChg chg="modNotes">
        <pc:chgData name="Hernandez, Elsy (hern1883@vandals.uidaho.edu)" userId="S::hern1883@vandals.uidaho.edu::67b8ef22-2178-4f86-8cca-e21441e32c53" providerId="AD" clId="Web-{345CE057-EB97-4013-93B1-C48E66927543}" dt="2025-02-23T19:51:32.167" v="4080"/>
        <pc:sldMkLst>
          <pc:docMk/>
          <pc:sldMk cId="3227167457" sldId="327"/>
        </pc:sldMkLst>
      </pc:sldChg>
      <pc:sldChg chg="modNotes">
        <pc:chgData name="Hernandez, Elsy (hern1883@vandals.uidaho.edu)" userId="S::hern1883@vandals.uidaho.edu::67b8ef22-2178-4f86-8cca-e21441e32c53" providerId="AD" clId="Web-{345CE057-EB97-4013-93B1-C48E66927543}" dt="2025-02-23T16:32:33.142" v="665"/>
        <pc:sldMkLst>
          <pc:docMk/>
          <pc:sldMk cId="3445100306" sldId="330"/>
        </pc:sldMkLst>
      </pc:sldChg>
      <pc:sldChg chg="modSp modNotes">
        <pc:chgData name="Hernandez, Elsy (hern1883@vandals.uidaho.edu)" userId="S::hern1883@vandals.uidaho.edu::67b8ef22-2178-4f86-8cca-e21441e32c53" providerId="AD" clId="Web-{345CE057-EB97-4013-93B1-C48E66927543}" dt="2025-02-23T19:40:22.522" v="3918" actId="20577"/>
        <pc:sldMkLst>
          <pc:docMk/>
          <pc:sldMk cId="4135767873" sldId="331"/>
        </pc:sldMkLst>
        <pc:spChg chg="mod">
          <ac:chgData name="Hernandez, Elsy (hern1883@vandals.uidaho.edu)" userId="S::hern1883@vandals.uidaho.edu::67b8ef22-2178-4f86-8cca-e21441e32c53" providerId="AD" clId="Web-{345CE057-EB97-4013-93B1-C48E66927543}" dt="2025-02-23T19:40:22.522" v="3918" actId="20577"/>
          <ac:spMkLst>
            <pc:docMk/>
            <pc:sldMk cId="4135767873" sldId="331"/>
            <ac:spMk id="2" creationId="{8D5CD690-3381-2846-5251-ED0D989D4D55}"/>
          </ac:spMkLst>
        </pc:spChg>
      </pc:sldChg>
    </pc:docChg>
  </pc:docChgLst>
  <pc:docChgLst>
    <pc:chgData name="Hernandez, Elsy (hern1883@vandals.uidaho.edu)" userId="S::hern1883@vandals.uidaho.edu::67b8ef22-2178-4f86-8cca-e21441e32c53" providerId="AD" clId="Web-{C12285F8-6825-E75A-86D9-FD91DCEA9AA1}"/>
    <pc:docChg chg="modSld">
      <pc:chgData name="Hernandez, Elsy (hern1883@vandals.uidaho.edu)" userId="S::hern1883@vandals.uidaho.edu::67b8ef22-2178-4f86-8cca-e21441e32c53" providerId="AD" clId="Web-{C12285F8-6825-E75A-86D9-FD91DCEA9AA1}" dt="2025-02-25T01:49:30.602" v="4929" actId="1076"/>
      <pc:docMkLst>
        <pc:docMk/>
      </pc:docMkLst>
      <pc:sldChg chg="modSp">
        <pc:chgData name="Hernandez, Elsy (hern1883@vandals.uidaho.edu)" userId="S::hern1883@vandals.uidaho.edu::67b8ef22-2178-4f86-8cca-e21441e32c53" providerId="AD" clId="Web-{C12285F8-6825-E75A-86D9-FD91DCEA9AA1}" dt="2025-02-25T01:41:22.050" v="4928" actId="14100"/>
        <pc:sldMkLst>
          <pc:docMk/>
          <pc:sldMk cId="3662592674" sldId="323"/>
        </pc:sldMkLst>
        <pc:spChg chg="mod">
          <ac:chgData name="Hernandez, Elsy (hern1883@vandals.uidaho.edu)" userId="S::hern1883@vandals.uidaho.edu::67b8ef22-2178-4f86-8cca-e21441e32c53" providerId="AD" clId="Web-{C12285F8-6825-E75A-86D9-FD91DCEA9AA1}" dt="2025-02-25T01:41:22.050" v="4928" actId="14100"/>
          <ac:spMkLst>
            <pc:docMk/>
            <pc:sldMk cId="3662592674" sldId="323"/>
            <ac:spMk id="3" creationId="{3D5C4ABE-4B66-C873-307D-67F02D5BC7FC}"/>
          </ac:spMkLst>
        </pc:spChg>
      </pc:sldChg>
      <pc:sldChg chg="modSp modNotes">
        <pc:chgData name="Hernandez, Elsy (hern1883@vandals.uidaho.edu)" userId="S::hern1883@vandals.uidaho.edu::67b8ef22-2178-4f86-8cca-e21441e32c53" providerId="AD" clId="Web-{C12285F8-6825-E75A-86D9-FD91DCEA9AA1}" dt="2025-02-25T01:49:30.602" v="4929" actId="1076"/>
        <pc:sldMkLst>
          <pc:docMk/>
          <pc:sldMk cId="2829692537" sldId="325"/>
        </pc:sldMkLst>
        <pc:picChg chg="mod">
          <ac:chgData name="Hernandez, Elsy (hern1883@vandals.uidaho.edu)" userId="S::hern1883@vandals.uidaho.edu::67b8ef22-2178-4f86-8cca-e21441e32c53" providerId="AD" clId="Web-{C12285F8-6825-E75A-86D9-FD91DCEA9AA1}" dt="2025-02-25T01:49:30.602" v="4929" actId="1076"/>
          <ac:picMkLst>
            <pc:docMk/>
            <pc:sldMk cId="2829692537" sldId="325"/>
            <ac:picMk id="12" creationId="{86FEB30D-99C8-AD78-A3D5-CEC24A23D95D}"/>
          </ac:picMkLst>
        </pc:picChg>
      </pc:sldChg>
      <pc:sldChg chg="modNotes">
        <pc:chgData name="Hernandez, Elsy (hern1883@vandals.uidaho.edu)" userId="S::hern1883@vandals.uidaho.edu::67b8ef22-2178-4f86-8cca-e21441e32c53" providerId="AD" clId="Web-{C12285F8-6825-E75A-86D9-FD91DCEA9AA1}" dt="2025-02-24T02:28:41.229" v="268"/>
        <pc:sldMkLst>
          <pc:docMk/>
          <pc:sldMk cId="742322720" sldId="326"/>
        </pc:sldMkLst>
      </pc:sldChg>
      <pc:sldChg chg="modNotes">
        <pc:chgData name="Hernandez, Elsy (hern1883@vandals.uidaho.edu)" userId="S::hern1883@vandals.uidaho.edu::67b8ef22-2178-4f86-8cca-e21441e32c53" providerId="AD" clId="Web-{C12285F8-6825-E75A-86D9-FD91DCEA9AA1}" dt="2025-02-24T03:35:47.137" v="1802"/>
        <pc:sldMkLst>
          <pc:docMk/>
          <pc:sldMk cId="3227167457" sldId="327"/>
        </pc:sldMkLst>
      </pc:sldChg>
      <pc:sldChg chg="modSp modNotes">
        <pc:chgData name="Hernandez, Elsy (hern1883@vandals.uidaho.edu)" userId="S::hern1883@vandals.uidaho.edu::67b8ef22-2178-4f86-8cca-e21441e32c53" providerId="AD" clId="Web-{C12285F8-6825-E75A-86D9-FD91DCEA9AA1}" dt="2025-02-25T00:59:54.627" v="4803"/>
        <pc:sldMkLst>
          <pc:docMk/>
          <pc:sldMk cId="3556169651" sldId="328"/>
        </pc:sldMkLst>
        <pc:spChg chg="mod">
          <ac:chgData name="Hernandez, Elsy (hern1883@vandals.uidaho.edu)" userId="S::hern1883@vandals.uidaho.edu::67b8ef22-2178-4f86-8cca-e21441e32c53" providerId="AD" clId="Web-{C12285F8-6825-E75A-86D9-FD91DCEA9AA1}" dt="2025-02-25T00:48:54.391" v="4518" actId="20577"/>
          <ac:spMkLst>
            <pc:docMk/>
            <pc:sldMk cId="3556169651" sldId="328"/>
            <ac:spMk id="3" creationId="{4DB61D70-5790-DA26-068F-6278BF85E948}"/>
          </ac:spMkLst>
        </pc:spChg>
      </pc:sldChg>
      <pc:sldChg chg="modNotes">
        <pc:chgData name="Hernandez, Elsy (hern1883@vandals.uidaho.edu)" userId="S::hern1883@vandals.uidaho.edu::67b8ef22-2178-4f86-8cca-e21441e32c53" providerId="AD" clId="Web-{C12285F8-6825-E75A-86D9-FD91DCEA9AA1}" dt="2025-02-25T00:27:17.543" v="3996"/>
        <pc:sldMkLst>
          <pc:docMk/>
          <pc:sldMk cId="3445100306" sldId="330"/>
        </pc:sldMkLst>
      </pc:sldChg>
      <pc:sldChg chg="modSp modNotes">
        <pc:chgData name="Hernandez, Elsy (hern1883@vandals.uidaho.edu)" userId="S::hern1883@vandals.uidaho.edu::67b8ef22-2178-4f86-8cca-e21441e32c53" providerId="AD" clId="Web-{C12285F8-6825-E75A-86D9-FD91DCEA9AA1}" dt="2025-02-25T01:09:41.347" v="4898"/>
        <pc:sldMkLst>
          <pc:docMk/>
          <pc:sldMk cId="4135767873" sldId="331"/>
        </pc:sldMkLst>
        <pc:spChg chg="mod">
          <ac:chgData name="Hernandez, Elsy (hern1883@vandals.uidaho.edu)" userId="S::hern1883@vandals.uidaho.edu::67b8ef22-2178-4f86-8cca-e21441e32c53" providerId="AD" clId="Web-{C12285F8-6825-E75A-86D9-FD91DCEA9AA1}" dt="2025-02-24T23:45:18.082" v="3280" actId="20577"/>
          <ac:spMkLst>
            <pc:docMk/>
            <pc:sldMk cId="4135767873" sldId="331"/>
            <ac:spMk id="3" creationId="{B4B73F92-741B-A18D-7F10-644B4CFD7954}"/>
          </ac:spMkLst>
        </pc:spChg>
      </pc:sldChg>
    </pc:docChg>
  </pc:docChgLst>
  <pc:docChgLst>
    <pc:chgData name="Hernandez, Elsy (hern1883@vandals.uidaho.edu)" userId="S::hern1883@vandals.uidaho.edu::67b8ef22-2178-4f86-8cca-e21441e32c53" providerId="AD" clId="Web-{7343BCF0-21DA-8946-B482-A3523F73BF53}"/>
    <pc:docChg chg="addSld delSld modSld">
      <pc:chgData name="Hernandez, Elsy (hern1883@vandals.uidaho.edu)" userId="S::hern1883@vandals.uidaho.edu::67b8ef22-2178-4f86-8cca-e21441e32c53" providerId="AD" clId="Web-{7343BCF0-21DA-8946-B482-A3523F73BF53}" dt="2025-02-26T00:18:11.568" v="686"/>
      <pc:docMkLst>
        <pc:docMk/>
      </pc:docMkLst>
      <pc:sldChg chg="add del">
        <pc:chgData name="Hernandez, Elsy (hern1883@vandals.uidaho.edu)" userId="S::hern1883@vandals.uidaho.edu::67b8ef22-2178-4f86-8cca-e21441e32c53" providerId="AD" clId="Web-{7343BCF0-21DA-8946-B482-A3523F73BF53}" dt="2025-02-26T00:16:23.471" v="642"/>
        <pc:sldMkLst>
          <pc:docMk/>
          <pc:sldMk cId="704370842" sldId="310"/>
        </pc:sldMkLst>
      </pc:sldChg>
      <pc:sldChg chg="modNotes">
        <pc:chgData name="Hernandez, Elsy (hern1883@vandals.uidaho.edu)" userId="S::hern1883@vandals.uidaho.edu::67b8ef22-2178-4f86-8cca-e21441e32c53" providerId="AD" clId="Web-{7343BCF0-21DA-8946-B482-A3523F73BF53}" dt="2025-02-25T04:17:42.449" v="252"/>
        <pc:sldMkLst>
          <pc:docMk/>
          <pc:sldMk cId="2906152353" sldId="318"/>
        </pc:sldMkLst>
      </pc:sldChg>
      <pc:sldChg chg="modSp modNotes">
        <pc:chgData name="Hernandez, Elsy (hern1883@vandals.uidaho.edu)" userId="S::hern1883@vandals.uidaho.edu::67b8ef22-2178-4f86-8cca-e21441e32c53" providerId="AD" clId="Web-{7343BCF0-21DA-8946-B482-A3523F73BF53}" dt="2025-02-25T04:15:19.594" v="250"/>
        <pc:sldMkLst>
          <pc:docMk/>
          <pc:sldMk cId="1607455252" sldId="321"/>
        </pc:sldMkLst>
        <pc:spChg chg="mod">
          <ac:chgData name="Hernandez, Elsy (hern1883@vandals.uidaho.edu)" userId="S::hern1883@vandals.uidaho.edu::67b8ef22-2178-4f86-8cca-e21441e32c53" providerId="AD" clId="Web-{7343BCF0-21DA-8946-B482-A3523F73BF53}" dt="2025-02-25T03:42:23.141" v="62" actId="20577"/>
          <ac:spMkLst>
            <pc:docMk/>
            <pc:sldMk cId="1607455252" sldId="321"/>
            <ac:spMk id="3" creationId="{02BA04E6-CD61-B962-4287-DEC1993C32D6}"/>
          </ac:spMkLst>
        </pc:spChg>
      </pc:sldChg>
      <pc:sldChg chg="addSp delSp modSp">
        <pc:chgData name="Hernandez, Elsy (hern1883@vandals.uidaho.edu)" userId="S::hern1883@vandals.uidaho.edu::67b8ef22-2178-4f86-8cca-e21441e32c53" providerId="AD" clId="Web-{7343BCF0-21DA-8946-B482-A3523F73BF53}" dt="2025-02-25T03:41:21.748" v="52" actId="1076"/>
        <pc:sldMkLst>
          <pc:docMk/>
          <pc:sldMk cId="1631504959" sldId="324"/>
        </pc:sldMkLst>
        <pc:picChg chg="mod">
          <ac:chgData name="Hernandez, Elsy (hern1883@vandals.uidaho.edu)" userId="S::hern1883@vandals.uidaho.edu::67b8ef22-2178-4f86-8cca-e21441e32c53" providerId="AD" clId="Web-{7343BCF0-21DA-8946-B482-A3523F73BF53}" dt="2025-02-25T03:41:21.748" v="52" actId="1076"/>
          <ac:picMkLst>
            <pc:docMk/>
            <pc:sldMk cId="1631504959" sldId="324"/>
            <ac:picMk id="5" creationId="{7FD6B231-9A3E-A367-B9FC-60CFEC99E87F}"/>
          </ac:picMkLst>
        </pc:picChg>
        <pc:picChg chg="del mod">
          <ac:chgData name="Hernandez, Elsy (hern1883@vandals.uidaho.edu)" userId="S::hern1883@vandals.uidaho.edu::67b8ef22-2178-4f86-8cca-e21441e32c53" providerId="AD" clId="Web-{7343BCF0-21DA-8946-B482-A3523F73BF53}" dt="2025-02-25T03:39:26.838" v="44"/>
          <ac:picMkLst>
            <pc:docMk/>
            <pc:sldMk cId="1631504959" sldId="324"/>
            <ac:picMk id="6" creationId="{F2DBA554-3343-045B-A75C-C8BC72E0283A}"/>
          </ac:picMkLst>
        </pc:picChg>
        <pc:picChg chg="add mod">
          <ac:chgData name="Hernandez, Elsy (hern1883@vandals.uidaho.edu)" userId="S::hern1883@vandals.uidaho.edu::67b8ef22-2178-4f86-8cca-e21441e32c53" providerId="AD" clId="Web-{7343BCF0-21DA-8946-B482-A3523F73BF53}" dt="2025-02-25T03:40:59.482" v="50" actId="1076"/>
          <ac:picMkLst>
            <pc:docMk/>
            <pc:sldMk cId="1631504959" sldId="324"/>
            <ac:picMk id="7" creationId="{ED30277B-F5EC-7344-0FC3-4D9B8770B18C}"/>
          </ac:picMkLst>
        </pc:picChg>
      </pc:sldChg>
      <pc:sldChg chg="addSp delSp modSp modNotes">
        <pc:chgData name="Hernandez, Elsy (hern1883@vandals.uidaho.edu)" userId="S::hern1883@vandals.uidaho.edu::67b8ef22-2178-4f86-8cca-e21441e32c53" providerId="AD" clId="Web-{7343BCF0-21DA-8946-B482-A3523F73BF53}" dt="2025-02-25T04:22:27.283" v="269"/>
        <pc:sldMkLst>
          <pc:docMk/>
          <pc:sldMk cId="3556169651" sldId="328"/>
        </pc:sldMkLst>
        <pc:picChg chg="add del mod modCrop">
          <ac:chgData name="Hernandez, Elsy (hern1883@vandals.uidaho.edu)" userId="S::hern1883@vandals.uidaho.edu::67b8ef22-2178-4f86-8cca-e21441e32c53" providerId="AD" clId="Web-{7343BCF0-21DA-8946-B482-A3523F73BF53}" dt="2025-02-25T03:28:42.828" v="16"/>
          <ac:picMkLst>
            <pc:docMk/>
            <pc:sldMk cId="3556169651" sldId="328"/>
            <ac:picMk id="5" creationId="{5C935878-5B94-18F0-7929-12745922F0F5}"/>
          </ac:picMkLst>
        </pc:picChg>
        <pc:picChg chg="add mod">
          <ac:chgData name="Hernandez, Elsy (hern1883@vandals.uidaho.edu)" userId="S::hern1883@vandals.uidaho.edu::67b8ef22-2178-4f86-8cca-e21441e32c53" providerId="AD" clId="Web-{7343BCF0-21DA-8946-B482-A3523F73BF53}" dt="2025-02-25T03:29:35.299" v="21" actId="1076"/>
          <ac:picMkLst>
            <pc:docMk/>
            <pc:sldMk cId="3556169651" sldId="328"/>
            <ac:picMk id="6" creationId="{C1738E36-06AB-0026-2D75-4555E217DDA1}"/>
          </ac:picMkLst>
        </pc:picChg>
        <pc:picChg chg="del">
          <ac:chgData name="Hernandez, Elsy (hern1883@vandals.uidaho.edu)" userId="S::hern1883@vandals.uidaho.edu::67b8ef22-2178-4f86-8cca-e21441e32c53" providerId="AD" clId="Web-{7343BCF0-21DA-8946-B482-A3523F73BF53}" dt="2025-02-25T03:24:54.554" v="0"/>
          <ac:picMkLst>
            <pc:docMk/>
            <pc:sldMk cId="3556169651" sldId="328"/>
            <ac:picMk id="8" creationId="{402634E5-D8B6-B4EA-68B4-F83800216A77}"/>
          </ac:picMkLst>
        </pc:picChg>
      </pc:sldChg>
      <pc:sldChg chg="addSp modSp">
        <pc:chgData name="Hernandez, Elsy (hern1883@vandals.uidaho.edu)" userId="S::hern1883@vandals.uidaho.edu::67b8ef22-2178-4f86-8cca-e21441e32c53" providerId="AD" clId="Web-{7343BCF0-21DA-8946-B482-A3523F73BF53}" dt="2025-02-25T03:37:23.927" v="33" actId="1076"/>
        <pc:sldMkLst>
          <pc:docMk/>
          <pc:sldMk cId="3445100306" sldId="330"/>
        </pc:sldMkLst>
        <pc:picChg chg="add mod">
          <ac:chgData name="Hernandez, Elsy (hern1883@vandals.uidaho.edu)" userId="S::hern1883@vandals.uidaho.edu::67b8ef22-2178-4f86-8cca-e21441e32c53" providerId="AD" clId="Web-{7343BCF0-21DA-8946-B482-A3523F73BF53}" dt="2025-02-25T03:37:23.927" v="33" actId="1076"/>
          <ac:picMkLst>
            <pc:docMk/>
            <pc:sldMk cId="3445100306" sldId="330"/>
            <ac:picMk id="5" creationId="{7DD362A1-ECF5-6590-3642-FD2D890E2DD4}"/>
          </ac:picMkLst>
        </pc:picChg>
      </pc:sldChg>
      <pc:sldChg chg="addSp modSp modNotes">
        <pc:chgData name="Hernandez, Elsy (hern1883@vandals.uidaho.edu)" userId="S::hern1883@vandals.uidaho.edu::67b8ef22-2178-4f86-8cca-e21441e32c53" providerId="AD" clId="Web-{7343BCF0-21DA-8946-B482-A3523F73BF53}" dt="2025-02-25T04:40:08.941" v="521"/>
        <pc:sldMkLst>
          <pc:docMk/>
          <pc:sldMk cId="4135767873" sldId="331"/>
        </pc:sldMkLst>
        <pc:picChg chg="add mod">
          <ac:chgData name="Hernandez, Elsy (hern1883@vandals.uidaho.edu)" userId="S::hern1883@vandals.uidaho.edu::67b8ef22-2178-4f86-8cca-e21441e32c53" providerId="AD" clId="Web-{7343BCF0-21DA-8946-B482-A3523F73BF53}" dt="2025-02-25T03:39:00.415" v="43" actId="1076"/>
          <ac:picMkLst>
            <pc:docMk/>
            <pc:sldMk cId="4135767873" sldId="331"/>
            <ac:picMk id="5" creationId="{A89DF75D-145F-92F7-7CD4-EDF5EBB533A5}"/>
          </ac:picMkLst>
        </pc:picChg>
      </pc:sldChg>
      <pc:sldChg chg="addSp delSp modSp new modNotes">
        <pc:chgData name="Hernandez, Elsy (hern1883@vandals.uidaho.edu)" userId="S::hern1883@vandals.uidaho.edu::67b8ef22-2178-4f86-8cca-e21441e32c53" providerId="AD" clId="Web-{7343BCF0-21DA-8946-B482-A3523F73BF53}" dt="2025-02-26T00:18:11.568" v="686"/>
        <pc:sldMkLst>
          <pc:docMk/>
          <pc:sldMk cId="1342259538" sldId="332"/>
        </pc:sldMkLst>
        <pc:spChg chg="mod">
          <ac:chgData name="Hernandez, Elsy (hern1883@vandals.uidaho.edu)" userId="S::hern1883@vandals.uidaho.edu::67b8ef22-2178-4f86-8cca-e21441e32c53" providerId="AD" clId="Web-{7343BCF0-21DA-8946-B482-A3523F73BF53}" dt="2025-02-25T04:44:28.148" v="528" actId="20577"/>
          <ac:spMkLst>
            <pc:docMk/>
            <pc:sldMk cId="1342259538" sldId="332"/>
            <ac:spMk id="2" creationId="{F6036CA8-62D1-50CC-992D-370EBE1270E4}"/>
          </ac:spMkLst>
        </pc:spChg>
        <pc:spChg chg="del mod">
          <ac:chgData name="Hernandez, Elsy (hern1883@vandals.uidaho.edu)" userId="S::hern1883@vandals.uidaho.edu::67b8ef22-2178-4f86-8cca-e21441e32c53" providerId="AD" clId="Web-{7343BCF0-21DA-8946-B482-A3523F73BF53}" dt="2025-02-26T00:17:26.489" v="664"/>
          <ac:spMkLst>
            <pc:docMk/>
            <pc:sldMk cId="1342259538" sldId="332"/>
            <ac:spMk id="3" creationId="{20180609-20DD-8B84-DC5F-F5F9F1623C31}"/>
          </ac:spMkLst>
        </pc:spChg>
        <pc:spChg chg="add del mod">
          <ac:chgData name="Hernandez, Elsy (hern1883@vandals.uidaho.edu)" userId="S::hern1883@vandals.uidaho.edu::67b8ef22-2178-4f86-8cca-e21441e32c53" providerId="AD" clId="Web-{7343BCF0-21DA-8946-B482-A3523F73BF53}" dt="2025-02-26T00:17:31.270" v="665"/>
          <ac:spMkLst>
            <pc:docMk/>
            <pc:sldMk cId="1342259538" sldId="332"/>
            <ac:spMk id="15" creationId="{8E352F07-DBDC-66FD-FB8B-426E11D141CB}"/>
          </ac:spMkLst>
        </pc:spChg>
        <pc:picChg chg="add del mod">
          <ac:chgData name="Hernandez, Elsy (hern1883@vandals.uidaho.edu)" userId="S::hern1883@vandals.uidaho.edu::67b8ef22-2178-4f86-8cca-e21441e32c53" providerId="AD" clId="Web-{7343BCF0-21DA-8946-B482-A3523F73BF53}" dt="2025-02-25T23:44:13.356" v="567"/>
          <ac:picMkLst>
            <pc:docMk/>
            <pc:sldMk cId="1342259538" sldId="332"/>
            <ac:picMk id="4" creationId="{F7447A25-3831-A26D-D81E-8254F65AAAFA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5T23:44:21.810" v="569"/>
          <ac:picMkLst>
            <pc:docMk/>
            <pc:sldMk cId="1342259538" sldId="332"/>
            <ac:picMk id="5" creationId="{404D43D1-F535-40D5-9DDD-C1EDA1739F07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6T00:17:23.239" v="663"/>
          <ac:picMkLst>
            <pc:docMk/>
            <pc:sldMk cId="1342259538" sldId="332"/>
            <ac:picMk id="6" creationId="{05D8C6CB-E277-398E-4B30-5CB4E32959F3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5T23:36:24.093" v="560"/>
          <ac:picMkLst>
            <pc:docMk/>
            <pc:sldMk cId="1342259538" sldId="332"/>
            <ac:picMk id="7" creationId="{3F2FF2A0-E7BA-1694-15DD-10C5F1C022E1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5T23:45:50.906" v="582"/>
          <ac:picMkLst>
            <pc:docMk/>
            <pc:sldMk cId="1342259538" sldId="332"/>
            <ac:picMk id="8" creationId="{D429BA20-2988-D898-3D95-872FF258AC36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5T23:45:51.859" v="583"/>
          <ac:picMkLst>
            <pc:docMk/>
            <pc:sldMk cId="1342259538" sldId="332"/>
            <ac:picMk id="9" creationId="{C353FB39-9FCA-ED55-20E2-CE4DBDF6C3D9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5T23:46:53.376" v="585"/>
          <ac:picMkLst>
            <pc:docMk/>
            <pc:sldMk cId="1342259538" sldId="332"/>
            <ac:picMk id="10" creationId="{67B8A19F-CA4F-BCF8-1B4E-BC76A2187BF8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6T00:10:51.415" v="611"/>
          <ac:picMkLst>
            <pc:docMk/>
            <pc:sldMk cId="1342259538" sldId="332"/>
            <ac:picMk id="11" creationId="{AF986216-ABCB-2DE2-5CB3-FFC93750D33A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6T00:00:55.790" v="592"/>
          <ac:picMkLst>
            <pc:docMk/>
            <pc:sldMk cId="1342259538" sldId="332"/>
            <ac:picMk id="12" creationId="{522AE090-B153-C4DB-BB03-822629AB9054}"/>
          </ac:picMkLst>
        </pc:picChg>
        <pc:picChg chg="add del mod">
          <ac:chgData name="Hernandez, Elsy (hern1883@vandals.uidaho.edu)" userId="S::hern1883@vandals.uidaho.edu::67b8ef22-2178-4f86-8cca-e21441e32c53" providerId="AD" clId="Web-{7343BCF0-21DA-8946-B482-A3523F73BF53}" dt="2025-02-26T00:10:59.775" v="612"/>
          <ac:picMkLst>
            <pc:docMk/>
            <pc:sldMk cId="1342259538" sldId="332"/>
            <ac:picMk id="13" creationId="{FCABA7A6-B351-9DFD-7DC8-80A959E11212}"/>
          </ac:picMkLst>
        </pc:picChg>
      </pc:sldChg>
    </pc:docChg>
  </pc:docChgLst>
  <pc:docChgLst>
    <pc:chgData name="Hernandez, Elsy (hern1883@vandals.uidaho.edu)" userId="S::hern1883@vandals.uidaho.edu::67b8ef22-2178-4f86-8cca-e21441e32c53" providerId="AD" clId="Web-{685AEECF-2080-8ED4-8ABF-F71B9C36524E}"/>
    <pc:docChg chg="modSld">
      <pc:chgData name="Hernandez, Elsy (hern1883@vandals.uidaho.edu)" userId="S::hern1883@vandals.uidaho.edu::67b8ef22-2178-4f86-8cca-e21441e32c53" providerId="AD" clId="Web-{685AEECF-2080-8ED4-8ABF-F71B9C36524E}" dt="2025-02-25T03:19:14.393" v="86" actId="1076"/>
      <pc:docMkLst>
        <pc:docMk/>
      </pc:docMkLst>
      <pc:sldChg chg="addSp modSp">
        <pc:chgData name="Hernandez, Elsy (hern1883@vandals.uidaho.edu)" userId="S::hern1883@vandals.uidaho.edu::67b8ef22-2178-4f86-8cca-e21441e32c53" providerId="AD" clId="Web-{685AEECF-2080-8ED4-8ABF-F71B9C36524E}" dt="2025-02-25T02:56:47.355" v="29"/>
        <pc:sldMkLst>
          <pc:docMk/>
          <pc:sldMk cId="1631504959" sldId="324"/>
        </pc:sldMkLst>
        <pc:picChg chg="add mod modCrop">
          <ac:chgData name="Hernandez, Elsy (hern1883@vandals.uidaho.edu)" userId="S::hern1883@vandals.uidaho.edu::67b8ef22-2178-4f86-8cca-e21441e32c53" providerId="AD" clId="Web-{685AEECF-2080-8ED4-8ABF-F71B9C36524E}" dt="2025-02-25T02:56:47.355" v="29"/>
          <ac:picMkLst>
            <pc:docMk/>
            <pc:sldMk cId="1631504959" sldId="324"/>
            <ac:picMk id="5" creationId="{7FD6B231-9A3E-A367-B9FC-60CFEC99E87F}"/>
          </ac:picMkLst>
        </pc:picChg>
        <pc:picChg chg="add mod">
          <ac:chgData name="Hernandez, Elsy (hern1883@vandals.uidaho.edu)" userId="S::hern1883@vandals.uidaho.edu::67b8ef22-2178-4f86-8cca-e21441e32c53" providerId="AD" clId="Web-{685AEECF-2080-8ED4-8ABF-F71B9C36524E}" dt="2025-02-25T02:56:04.713" v="26" actId="1076"/>
          <ac:picMkLst>
            <pc:docMk/>
            <pc:sldMk cId="1631504959" sldId="324"/>
            <ac:picMk id="6" creationId="{F2DBA554-3343-045B-A75C-C8BC72E0283A}"/>
          </ac:picMkLst>
        </pc:picChg>
      </pc:sldChg>
      <pc:sldChg chg="addSp modSp">
        <pc:chgData name="Hernandez, Elsy (hern1883@vandals.uidaho.edu)" userId="S::hern1883@vandals.uidaho.edu::67b8ef22-2178-4f86-8cca-e21441e32c53" providerId="AD" clId="Web-{685AEECF-2080-8ED4-8ABF-F71B9C36524E}" dt="2025-02-25T03:06:14.815" v="60" actId="1076"/>
        <pc:sldMkLst>
          <pc:docMk/>
          <pc:sldMk cId="3227167457" sldId="327"/>
        </pc:sldMkLst>
        <pc:picChg chg="add mod">
          <ac:chgData name="Hernandez, Elsy (hern1883@vandals.uidaho.edu)" userId="S::hern1883@vandals.uidaho.edu::67b8ef22-2178-4f86-8cca-e21441e32c53" providerId="AD" clId="Web-{685AEECF-2080-8ED4-8ABF-F71B9C36524E}" dt="2025-02-25T03:06:14.815" v="60" actId="1076"/>
          <ac:picMkLst>
            <pc:docMk/>
            <pc:sldMk cId="3227167457" sldId="327"/>
            <ac:picMk id="5" creationId="{D504DC38-E282-7D01-459A-C6005F655ADB}"/>
          </ac:picMkLst>
        </pc:picChg>
        <pc:picChg chg="add mod modCrop">
          <ac:chgData name="Hernandez, Elsy (hern1883@vandals.uidaho.edu)" userId="S::hern1883@vandals.uidaho.edu::67b8ef22-2178-4f86-8cca-e21441e32c53" providerId="AD" clId="Web-{685AEECF-2080-8ED4-8ABF-F71B9C36524E}" dt="2025-02-25T03:06:08.565" v="59" actId="1076"/>
          <ac:picMkLst>
            <pc:docMk/>
            <pc:sldMk cId="3227167457" sldId="327"/>
            <ac:picMk id="6" creationId="{FC90F644-8C34-BC5D-6974-3DA6FB862113}"/>
          </ac:picMkLst>
        </pc:picChg>
      </pc:sldChg>
      <pc:sldChg chg="addSp delSp modSp">
        <pc:chgData name="Hernandez, Elsy (hern1883@vandals.uidaho.edu)" userId="S::hern1883@vandals.uidaho.edu::67b8ef22-2178-4f86-8cca-e21441e32c53" providerId="AD" clId="Web-{685AEECF-2080-8ED4-8ABF-F71B9C36524E}" dt="2025-02-25T03:19:14.393" v="86" actId="1076"/>
        <pc:sldMkLst>
          <pc:docMk/>
          <pc:sldMk cId="3556169651" sldId="328"/>
        </pc:sldMkLst>
        <pc:picChg chg="add del mod">
          <ac:chgData name="Hernandez, Elsy (hern1883@vandals.uidaho.edu)" userId="S::hern1883@vandals.uidaho.edu::67b8ef22-2178-4f86-8cca-e21441e32c53" providerId="AD" clId="Web-{685AEECF-2080-8ED4-8ABF-F71B9C36524E}" dt="2025-02-25T03:12:11.657" v="68"/>
          <ac:picMkLst>
            <pc:docMk/>
            <pc:sldMk cId="3556169651" sldId="328"/>
            <ac:picMk id="5" creationId="{DC6312E5-5825-59C1-DA88-3F86E050D2B3}"/>
          </ac:picMkLst>
        </pc:picChg>
        <pc:picChg chg="add del mod">
          <ac:chgData name="Hernandez, Elsy (hern1883@vandals.uidaho.edu)" userId="S::hern1883@vandals.uidaho.edu::67b8ef22-2178-4f86-8cca-e21441e32c53" providerId="AD" clId="Web-{685AEECF-2080-8ED4-8ABF-F71B9C36524E}" dt="2025-02-25T03:12:23.486" v="74"/>
          <ac:picMkLst>
            <pc:docMk/>
            <pc:sldMk cId="3556169651" sldId="328"/>
            <ac:picMk id="6" creationId="{82866632-DCAA-427A-5413-0ABB812DEE4B}"/>
          </ac:picMkLst>
        </pc:picChg>
        <pc:picChg chg="add del mod">
          <ac:chgData name="Hernandez, Elsy (hern1883@vandals.uidaho.edu)" userId="S::hern1883@vandals.uidaho.edu::67b8ef22-2178-4f86-8cca-e21441e32c53" providerId="AD" clId="Web-{685AEECF-2080-8ED4-8ABF-F71B9C36524E}" dt="2025-02-25T03:18:38.282" v="80"/>
          <ac:picMkLst>
            <pc:docMk/>
            <pc:sldMk cId="3556169651" sldId="328"/>
            <ac:picMk id="7" creationId="{C5BEB542-E95A-F8EE-06BE-07D4A2A32F3D}"/>
          </ac:picMkLst>
        </pc:picChg>
        <pc:picChg chg="add mod">
          <ac:chgData name="Hernandez, Elsy (hern1883@vandals.uidaho.edu)" userId="S::hern1883@vandals.uidaho.edu::67b8ef22-2178-4f86-8cca-e21441e32c53" providerId="AD" clId="Web-{685AEECF-2080-8ED4-8ABF-F71B9C36524E}" dt="2025-02-25T03:19:14.393" v="86" actId="1076"/>
          <ac:picMkLst>
            <pc:docMk/>
            <pc:sldMk cId="3556169651" sldId="328"/>
            <ac:picMk id="8" creationId="{402634E5-D8B6-B4EA-68B4-F83800216A77}"/>
          </ac:picMkLst>
        </pc:picChg>
      </pc:sldChg>
    </pc:docChg>
  </pc:docChgLst>
  <pc:docChgLst>
    <pc:chgData name="Hernandez, Elsy (hern1883@vandals.uidaho.edu)" userId="S::hern1883@vandals.uidaho.edu::67b8ef22-2178-4f86-8cca-e21441e32c53" providerId="AD" clId="Web-{92AA9F65-46E7-9890-4619-D7B423AA017F}"/>
    <pc:docChg chg="addSld delSld modSld">
      <pc:chgData name="Hernandez, Elsy (hern1883@vandals.uidaho.edu)" userId="S::hern1883@vandals.uidaho.edu::67b8ef22-2178-4f86-8cca-e21441e32c53" providerId="AD" clId="Web-{92AA9F65-46E7-9890-4619-D7B423AA017F}" dt="2025-02-19T22:11:34.392" v="507"/>
      <pc:docMkLst>
        <pc:docMk/>
      </pc:docMkLst>
      <pc:sldChg chg="del">
        <pc:chgData name="Hernandez, Elsy (hern1883@vandals.uidaho.edu)" userId="S::hern1883@vandals.uidaho.edu::67b8ef22-2178-4f86-8cca-e21441e32c53" providerId="AD" clId="Web-{92AA9F65-46E7-9890-4619-D7B423AA017F}" dt="2025-02-19T20:12:29.660" v="0"/>
        <pc:sldMkLst>
          <pc:docMk/>
          <pc:sldMk cId="1669023770" sldId="311"/>
        </pc:sldMkLst>
      </pc:sldChg>
      <pc:sldChg chg="del">
        <pc:chgData name="Hernandez, Elsy (hern1883@vandals.uidaho.edu)" userId="S::hern1883@vandals.uidaho.edu::67b8ef22-2178-4f86-8cca-e21441e32c53" providerId="AD" clId="Web-{92AA9F65-46E7-9890-4619-D7B423AA017F}" dt="2025-02-19T20:25:20.814" v="6"/>
        <pc:sldMkLst>
          <pc:docMk/>
          <pc:sldMk cId="952135350" sldId="312"/>
        </pc:sldMkLst>
      </pc:sldChg>
      <pc:sldChg chg="del">
        <pc:chgData name="Hernandez, Elsy (hern1883@vandals.uidaho.edu)" userId="S::hern1883@vandals.uidaho.edu::67b8ef22-2178-4f86-8cca-e21441e32c53" providerId="AD" clId="Web-{92AA9F65-46E7-9890-4619-D7B423AA017F}" dt="2025-02-19T20:12:32.254" v="1"/>
        <pc:sldMkLst>
          <pc:docMk/>
          <pc:sldMk cId="2224546682" sldId="313"/>
        </pc:sldMkLst>
      </pc:sldChg>
      <pc:sldChg chg="del">
        <pc:chgData name="Hernandez, Elsy (hern1883@vandals.uidaho.edu)" userId="S::hern1883@vandals.uidaho.edu::67b8ef22-2178-4f86-8cca-e21441e32c53" providerId="AD" clId="Web-{92AA9F65-46E7-9890-4619-D7B423AA017F}" dt="2025-02-19T20:25:17.189" v="5"/>
        <pc:sldMkLst>
          <pc:docMk/>
          <pc:sldMk cId="82250651" sldId="314"/>
        </pc:sldMkLst>
      </pc:sldChg>
      <pc:sldChg chg="del">
        <pc:chgData name="Hernandez, Elsy (hern1883@vandals.uidaho.edu)" userId="S::hern1883@vandals.uidaho.edu::67b8ef22-2178-4f86-8cca-e21441e32c53" providerId="AD" clId="Web-{92AA9F65-46E7-9890-4619-D7B423AA017F}" dt="2025-02-19T20:25:14.033" v="3"/>
        <pc:sldMkLst>
          <pc:docMk/>
          <pc:sldMk cId="2302010161" sldId="315"/>
        </pc:sldMkLst>
      </pc:sldChg>
      <pc:sldChg chg="del">
        <pc:chgData name="Hernandez, Elsy (hern1883@vandals.uidaho.edu)" userId="S::hern1883@vandals.uidaho.edu::67b8ef22-2178-4f86-8cca-e21441e32c53" providerId="AD" clId="Web-{92AA9F65-46E7-9890-4619-D7B423AA017F}" dt="2025-02-19T20:25:15.533" v="4"/>
        <pc:sldMkLst>
          <pc:docMk/>
          <pc:sldMk cId="554382460" sldId="316"/>
        </pc:sldMkLst>
      </pc:sldChg>
      <pc:sldChg chg="del">
        <pc:chgData name="Hernandez, Elsy (hern1883@vandals.uidaho.edu)" userId="S::hern1883@vandals.uidaho.edu::67b8ef22-2178-4f86-8cca-e21441e32c53" providerId="AD" clId="Web-{92AA9F65-46E7-9890-4619-D7B423AA017F}" dt="2025-02-19T20:24:56.486" v="2"/>
        <pc:sldMkLst>
          <pc:docMk/>
          <pc:sldMk cId="4011334062" sldId="317"/>
        </pc:sldMkLst>
      </pc:sldChg>
      <pc:sldChg chg="addSp delSp modSp mod modClrScheme chgLayout">
        <pc:chgData name="Hernandez, Elsy (hern1883@vandals.uidaho.edu)" userId="S::hern1883@vandals.uidaho.edu::67b8ef22-2178-4f86-8cca-e21441e32c53" providerId="AD" clId="Web-{92AA9F65-46E7-9890-4619-D7B423AA017F}" dt="2025-02-19T22:11:34.392" v="507"/>
        <pc:sldMkLst>
          <pc:docMk/>
          <pc:sldMk cId="3421680658" sldId="319"/>
        </pc:sldMkLst>
      </pc:sldChg>
      <pc:sldChg chg="addSp delSp modSp mod modClrScheme chgLayout modNotes">
        <pc:chgData name="Hernandez, Elsy (hern1883@vandals.uidaho.edu)" userId="S::hern1883@vandals.uidaho.edu::67b8ef22-2178-4f86-8cca-e21441e32c53" providerId="AD" clId="Web-{92AA9F65-46E7-9890-4619-D7B423AA017F}" dt="2025-02-19T21:44:00.647" v="482"/>
        <pc:sldMkLst>
          <pc:docMk/>
          <pc:sldMk cId="3752118431" sldId="320"/>
        </pc:sldMkLst>
      </pc:sldChg>
      <pc:sldChg chg="modSp">
        <pc:chgData name="Hernandez, Elsy (hern1883@vandals.uidaho.edu)" userId="S::hern1883@vandals.uidaho.edu::67b8ef22-2178-4f86-8cca-e21441e32c53" providerId="AD" clId="Web-{92AA9F65-46E7-9890-4619-D7B423AA017F}" dt="2025-02-19T21:00:10.180" v="167" actId="20577"/>
        <pc:sldMkLst>
          <pc:docMk/>
          <pc:sldMk cId="1607455252" sldId="321"/>
        </pc:sldMkLst>
        <pc:spChg chg="mod">
          <ac:chgData name="Hernandez, Elsy (hern1883@vandals.uidaho.edu)" userId="S::hern1883@vandals.uidaho.edu::67b8ef22-2178-4f86-8cca-e21441e32c53" providerId="AD" clId="Web-{92AA9F65-46E7-9890-4619-D7B423AA017F}" dt="2025-02-19T21:00:10.180" v="167" actId="20577"/>
          <ac:spMkLst>
            <pc:docMk/>
            <pc:sldMk cId="1607455252" sldId="321"/>
            <ac:spMk id="3" creationId="{02BA04E6-CD61-B962-4287-DEC1993C32D6}"/>
          </ac:spMkLst>
        </pc:spChg>
      </pc:sldChg>
      <pc:sldChg chg="modSp">
        <pc:chgData name="Hernandez, Elsy (hern1883@vandals.uidaho.edu)" userId="S::hern1883@vandals.uidaho.edu::67b8ef22-2178-4f86-8cca-e21441e32c53" providerId="AD" clId="Web-{92AA9F65-46E7-9890-4619-D7B423AA017F}" dt="2025-02-19T21:05:03.302" v="201" actId="20577"/>
        <pc:sldMkLst>
          <pc:docMk/>
          <pc:sldMk cId="3378822495" sldId="322"/>
        </pc:sldMkLst>
        <pc:spChg chg="mod">
          <ac:chgData name="Hernandez, Elsy (hern1883@vandals.uidaho.edu)" userId="S::hern1883@vandals.uidaho.edu::67b8ef22-2178-4f86-8cca-e21441e32c53" providerId="AD" clId="Web-{92AA9F65-46E7-9890-4619-D7B423AA017F}" dt="2025-02-19T21:05:03.302" v="201" actId="20577"/>
          <ac:spMkLst>
            <pc:docMk/>
            <pc:sldMk cId="3378822495" sldId="322"/>
            <ac:spMk id="2" creationId="{75454C9E-20FB-B999-9303-C71D1334BAD7}"/>
          </ac:spMkLst>
        </pc:spChg>
      </pc:sldChg>
      <pc:sldChg chg="modSp new">
        <pc:chgData name="Hernandez, Elsy (hern1883@vandals.uidaho.edu)" userId="S::hern1883@vandals.uidaho.edu::67b8ef22-2178-4f86-8cca-e21441e32c53" providerId="AD" clId="Web-{92AA9F65-46E7-9890-4619-D7B423AA017F}" dt="2025-02-19T20:46:36.813" v="30" actId="20577"/>
        <pc:sldMkLst>
          <pc:docMk/>
          <pc:sldMk cId="3662592674" sldId="323"/>
        </pc:sldMkLst>
        <pc:spChg chg="mod">
          <ac:chgData name="Hernandez, Elsy (hern1883@vandals.uidaho.edu)" userId="S::hern1883@vandals.uidaho.edu::67b8ef22-2178-4f86-8cca-e21441e32c53" providerId="AD" clId="Web-{92AA9F65-46E7-9890-4619-D7B423AA017F}" dt="2025-02-19T20:26:02.611" v="15" actId="20577"/>
          <ac:spMkLst>
            <pc:docMk/>
            <pc:sldMk cId="3662592674" sldId="323"/>
            <ac:spMk id="2" creationId="{17FFD453-2B7B-52E5-28AC-A30EC65C0D97}"/>
          </ac:spMkLst>
        </pc:spChg>
        <pc:spChg chg="mod">
          <ac:chgData name="Hernandez, Elsy (hern1883@vandals.uidaho.edu)" userId="S::hern1883@vandals.uidaho.edu::67b8ef22-2178-4f86-8cca-e21441e32c53" providerId="AD" clId="Web-{92AA9F65-46E7-9890-4619-D7B423AA017F}" dt="2025-02-19T20:46:36.813" v="30" actId="20577"/>
          <ac:spMkLst>
            <pc:docMk/>
            <pc:sldMk cId="3662592674" sldId="323"/>
            <ac:spMk id="3" creationId="{3D5C4ABE-4B66-C873-307D-67F02D5BC7FC}"/>
          </ac:spMkLst>
        </pc:spChg>
      </pc:sldChg>
    </pc:docChg>
  </pc:docChgLst>
  <pc:docChgLst>
    <pc:chgData name="Hernandez, Elsy (hern1883@vandals.uidaho.edu)" userId="S::hern1883@vandals.uidaho.edu::67b8ef22-2178-4f86-8cca-e21441e32c53" providerId="AD" clId="Web-{0E6B5CCB-52A8-2662-2E63-8570B86469D5}"/>
    <pc:docChg chg="addSld modSld sldOrd">
      <pc:chgData name="Hernandez, Elsy (hern1883@vandals.uidaho.edu)" userId="S::hern1883@vandals.uidaho.edu::67b8ef22-2178-4f86-8cca-e21441e32c53" providerId="AD" clId="Web-{0E6B5CCB-52A8-2662-2E63-8570B86469D5}" dt="2025-02-20T23:29:05.042" v="1132"/>
      <pc:docMkLst>
        <pc:docMk/>
      </pc:docMkLst>
      <pc:sldChg chg="modNotes">
        <pc:chgData name="Hernandez, Elsy (hern1883@vandals.uidaho.edu)" userId="S::hern1883@vandals.uidaho.edu::67b8ef22-2178-4f86-8cca-e21441e32c53" providerId="AD" clId="Web-{0E6B5CCB-52A8-2662-2E63-8570B86469D5}" dt="2025-02-20T23:20:44.197" v="862"/>
        <pc:sldMkLst>
          <pc:docMk/>
          <pc:sldMk cId="2906152353" sldId="318"/>
        </pc:sldMkLst>
      </pc:sldChg>
      <pc:sldChg chg="modNotes">
        <pc:chgData name="Hernandez, Elsy (hern1883@vandals.uidaho.edu)" userId="S::hern1883@vandals.uidaho.edu::67b8ef22-2178-4f86-8cca-e21441e32c53" providerId="AD" clId="Web-{0E6B5CCB-52A8-2662-2E63-8570B86469D5}" dt="2025-02-20T23:17:19.075" v="731"/>
        <pc:sldMkLst>
          <pc:docMk/>
          <pc:sldMk cId="1607455252" sldId="321"/>
        </pc:sldMkLst>
      </pc:sldChg>
      <pc:sldChg chg="modNotes">
        <pc:chgData name="Hernandez, Elsy (hern1883@vandals.uidaho.edu)" userId="S::hern1883@vandals.uidaho.edu::67b8ef22-2178-4f86-8cca-e21441e32c53" providerId="AD" clId="Web-{0E6B5CCB-52A8-2662-2E63-8570B86469D5}" dt="2025-02-20T23:29:05.042" v="1132"/>
        <pc:sldMkLst>
          <pc:docMk/>
          <pc:sldMk cId="3445100306" sldId="330"/>
        </pc:sldMkLst>
      </pc:sldChg>
      <pc:sldChg chg="modSp add ord replId">
        <pc:chgData name="Hernandez, Elsy (hern1883@vandals.uidaho.edu)" userId="S::hern1883@vandals.uidaho.edu::67b8ef22-2178-4f86-8cca-e21441e32c53" providerId="AD" clId="Web-{0E6B5CCB-52A8-2662-2E63-8570B86469D5}" dt="2025-02-20T23:25:21.340" v="1016" actId="20577"/>
        <pc:sldMkLst>
          <pc:docMk/>
          <pc:sldMk cId="4135767873" sldId="331"/>
        </pc:sldMkLst>
        <pc:spChg chg="mod">
          <ac:chgData name="Hernandez, Elsy (hern1883@vandals.uidaho.edu)" userId="S::hern1883@vandals.uidaho.edu::67b8ef22-2178-4f86-8cca-e21441e32c53" providerId="AD" clId="Web-{0E6B5CCB-52A8-2662-2E63-8570B86469D5}" dt="2025-02-20T23:24:55.885" v="998" actId="20577"/>
          <ac:spMkLst>
            <pc:docMk/>
            <pc:sldMk cId="4135767873" sldId="331"/>
            <ac:spMk id="2" creationId="{8D5CD690-3381-2846-5251-ED0D989D4D55}"/>
          </ac:spMkLst>
        </pc:spChg>
        <pc:spChg chg="mod">
          <ac:chgData name="Hernandez, Elsy (hern1883@vandals.uidaho.edu)" userId="S::hern1883@vandals.uidaho.edu::67b8ef22-2178-4f86-8cca-e21441e32c53" providerId="AD" clId="Web-{0E6B5CCB-52A8-2662-2E63-8570B86469D5}" dt="2025-02-20T23:25:21.340" v="1016" actId="20577"/>
          <ac:spMkLst>
            <pc:docMk/>
            <pc:sldMk cId="4135767873" sldId="331"/>
            <ac:spMk id="3" creationId="{B4B73F92-741B-A18D-7F10-644B4CFD795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13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99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14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6C664-5D20-4C0B-40B0-BC7D531B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0FDEB-26A9-F4F3-C24A-A612661D7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BF68C-209F-476E-A597-7792D5EDC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5E9A-F420-2F54-BA99-A6807120B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3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29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97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10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14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57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32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57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orLoSnlpS5g?feature=oembed" TargetMode="Externa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/>
          <a:p>
            <a:r>
              <a:rPr lang="en-US" dirty="0"/>
              <a:t>Human Factors in Work-Life Balance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AB73CB-095B-8413-5845-5993AC47C0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pPr algn="r"/>
            <a:endParaRPr lang="en-US"/>
          </a:p>
          <a:p>
            <a:pPr algn="r"/>
            <a:endParaRPr lang="en-US"/>
          </a:p>
          <a:p>
            <a:pPr algn="r"/>
            <a:endParaRPr lang="en-US"/>
          </a:p>
          <a:p>
            <a:pPr algn="r"/>
            <a:endParaRPr lang="en-US"/>
          </a:p>
          <a:p>
            <a:pPr algn="r"/>
            <a:r>
              <a:rPr lang="en-US"/>
              <a:t>Elsy Hernández</a:t>
            </a:r>
          </a:p>
          <a:p>
            <a:pPr algn="r"/>
            <a:r>
              <a:rPr lang="en-US"/>
              <a:t>University of Idaho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Work Culture</a:t>
            </a:r>
          </a:p>
          <a:p>
            <a:r>
              <a:rPr lang="en-US" dirty="0"/>
              <a:t>Japan</a:t>
            </a:r>
          </a:p>
          <a:p>
            <a:r>
              <a:rPr lang="en-US" dirty="0"/>
              <a:t>European Countries</a:t>
            </a:r>
          </a:p>
          <a:p>
            <a:r>
              <a:rPr lang="en-US" dirty="0"/>
              <a:t>Striving Towards Balance</a:t>
            </a:r>
          </a:p>
          <a:p>
            <a:r>
              <a:rPr lang="en-US" dirty="0"/>
              <a:t>Bringing It All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What is a positive work culture?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/>
              <a:t>Treating colleagues as friends, caring for them, and being interested in their wellbeing.</a:t>
            </a:r>
          </a:p>
          <a:p>
            <a:pPr marL="457200" indent="-457200">
              <a:buAutoNum type="arabicPeriod"/>
            </a:pPr>
            <a:r>
              <a:rPr lang="en-US"/>
              <a:t>Supporting colleagues and offering compassion and kindness in times of need.</a:t>
            </a:r>
          </a:p>
          <a:p>
            <a:pPr marL="457200" indent="-457200">
              <a:buAutoNum type="arabicPeriod"/>
            </a:pPr>
            <a:r>
              <a:rPr lang="en-US"/>
              <a:t>Forgiving mistakes and not assigning blame.</a:t>
            </a:r>
          </a:p>
          <a:p>
            <a:pPr marL="457200" indent="-457200">
              <a:buAutoNum type="arabicPeriod"/>
            </a:pPr>
            <a:r>
              <a:rPr lang="en-US"/>
              <a:t>Working to inspire each other.</a:t>
            </a:r>
          </a:p>
          <a:p>
            <a:pPr marL="457200" indent="-457200">
              <a:buAutoNum type="arabicPeriod"/>
            </a:pPr>
            <a:r>
              <a:rPr lang="en-US"/>
              <a:t>Finding and emphasizing meaningful aspects of the work.</a:t>
            </a:r>
          </a:p>
          <a:p>
            <a:pPr marL="457200" indent="-457200">
              <a:buAutoNum type="arabicPeriod"/>
            </a:pPr>
            <a:r>
              <a:rPr lang="en-US"/>
              <a:t>Prioritizing trust, respect, gratitude, and integrity.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2FE8F-4F8A-D81D-C310-532BDE0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D9C7-3A65-1613-4F67-F24BC6219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Positive Work Culture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9E57E-C01E-808F-2E41-316B4267C2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Improved Employee Health</a:t>
            </a:r>
          </a:p>
          <a:p>
            <a:r>
              <a:rPr lang="en-US"/>
              <a:t>Reduced Turnover</a:t>
            </a:r>
          </a:p>
          <a:p>
            <a:r>
              <a:rPr lang="en-US"/>
              <a:t>Increased Loyalty and Reduced Negative Behaviors</a:t>
            </a:r>
          </a:p>
          <a:p>
            <a:r>
              <a:rPr lang="en-US"/>
              <a:t>Better Performance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7D8B8-75E7-92DC-D25E-014DE0C788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Establishing a Positive Workplace Culture: Definition, Tips &amp; Why it’s ...">
            <a:extLst>
              <a:ext uri="{FF2B5EF4-FFF2-40B4-BE49-F238E27FC236}">
                <a16:creationId xmlns:a16="http://schemas.microsoft.com/office/drawing/2014/main" id="{7DD362A1-ECF5-6590-3642-FD2D890E2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55" y="3574210"/>
            <a:ext cx="5431083" cy="28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10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07B4-EB75-657B-E595-C383491F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C288-4389-7A37-3AAF-0E1352F68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Japan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24F1-EC51-598A-B4FA-A32DDC9B92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Traditional Concepts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/>
              <a:t>Karoshi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err="1"/>
              <a:t>Nomikai</a:t>
            </a:r>
            <a:endParaRPr lang="en-US" i="1"/>
          </a:p>
          <a:p>
            <a:r>
              <a:rPr lang="en-US" dirty="0"/>
              <a:t>Implemented Changes and Benefits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Japanese Government Efforts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Transportation Expenses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Health Insurance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Employment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4F7D7-6F71-7887-4184-5485EF713A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 descr="Introduction to Japanese work culture: from ambition to the risk of ...">
            <a:extLst>
              <a:ext uri="{FF2B5EF4-FFF2-40B4-BE49-F238E27FC236}">
                <a16:creationId xmlns:a16="http://schemas.microsoft.com/office/drawing/2014/main" id="{7FD6B231-9A3E-A367-B9FC-60CFEC99E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6" r="-236" b="-24"/>
          <a:stretch/>
        </p:blipFill>
        <p:spPr>
          <a:xfrm>
            <a:off x="6845085" y="1497769"/>
            <a:ext cx="2582984" cy="2473449"/>
          </a:xfrm>
          <a:prstGeom prst="rect">
            <a:avLst/>
          </a:prstGeom>
        </p:spPr>
      </p:pic>
      <p:pic>
        <p:nvPicPr>
          <p:cNvPr id="7" name="Picture 6" descr="Don’t like drinking with the boss? No Promotion For You! | SoraNews24 ...">
            <a:extLst>
              <a:ext uri="{FF2B5EF4-FFF2-40B4-BE49-F238E27FC236}">
                <a16:creationId xmlns:a16="http://schemas.microsoft.com/office/drawing/2014/main" id="{ED30277B-F5EC-7344-0FC3-4D9B8770B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41495" y="3969068"/>
            <a:ext cx="3326605" cy="228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04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EA701-BAC7-2907-1156-998CDF4B7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DD0C-E0ED-60FC-2514-DCEBE79B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Nordic Countries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A95B6-913F-7432-F28B-9244EB9F17E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The Nordic Theory of Everything</a:t>
            </a:r>
          </a:p>
          <a:p>
            <a:r>
              <a:rPr lang="en-US"/>
              <a:t>Anu Partanen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B7440-8F4E-1435-471B-0E4B09ECAF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2" name="Picture 11" descr="The Nordic Theory of Everything - London Public Library - OverDrive">
            <a:extLst>
              <a:ext uri="{FF2B5EF4-FFF2-40B4-BE49-F238E27FC236}">
                <a16:creationId xmlns:a16="http://schemas.microsoft.com/office/drawing/2014/main" id="{86FEB30D-99C8-AD78-A3D5-CEC24A23D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503" y="1549135"/>
            <a:ext cx="3505200" cy="466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7B95-5A12-C1FB-4942-3845570C3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D56C2-981C-7DC7-4279-0A5EF9B8B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Online Media 5" title="The Nordic Theory of Everything with Anu Partanen">
            <a:hlinkClick r:id="" action="ppaction://media"/>
            <a:extLst>
              <a:ext uri="{FF2B5EF4-FFF2-40B4-BE49-F238E27FC236}">
                <a16:creationId xmlns:a16="http://schemas.microsoft.com/office/drawing/2014/main" id="{9749E325-AF88-64AB-4063-C88FBC70CD71}"/>
              </a:ext>
            </a:extLst>
          </p:cNvPr>
          <p:cNvPicPr>
            <a:picLocks noGrp="1" noRot="1" noChangeAspect="1"/>
          </p:cNvPicPr>
          <p:nvPr>
            <p:ph sz="quarter" idx="1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47775" y="834232"/>
            <a:ext cx="9106772" cy="5107781"/>
          </a:xfrm>
        </p:spPr>
      </p:pic>
    </p:spTree>
    <p:extLst>
      <p:ext uri="{BB962C8B-B14F-4D97-AF65-F5344CB8AC3E}">
        <p14:creationId xmlns:p14="http://schemas.microsoft.com/office/powerpoint/2010/main" val="742322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4551-597E-CF63-6DBC-760C1994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FFAC-D599-BDDF-1524-6CA2AB98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Spain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60520-139F-DDD9-C930-207965A538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i="1"/>
              <a:t>Siesta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792B4-9BE5-F03E-2776-F0A64D4A4A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What is a siesta|Siesta time in Spain|When is siesta in Spain|How long ...">
            <a:extLst>
              <a:ext uri="{FF2B5EF4-FFF2-40B4-BE49-F238E27FC236}">
                <a16:creationId xmlns:a16="http://schemas.microsoft.com/office/drawing/2014/main" id="{D504DC38-E282-7D01-459A-C6005F655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337" y="633804"/>
            <a:ext cx="2244161" cy="5627674"/>
          </a:xfrm>
          <a:prstGeom prst="rect">
            <a:avLst/>
          </a:prstGeom>
        </p:spPr>
      </p:pic>
      <p:pic>
        <p:nvPicPr>
          <p:cNvPr id="6" name="Picture 5" descr="What You Should Know About the Spanish Siesta">
            <a:extLst>
              <a:ext uri="{FF2B5EF4-FFF2-40B4-BE49-F238E27FC236}">
                <a16:creationId xmlns:a16="http://schemas.microsoft.com/office/drawing/2014/main" id="{FC90F644-8C34-BC5D-6974-3DA6FB862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196" y="2652011"/>
            <a:ext cx="4941758" cy="329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6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65D4C-C918-342A-CE4A-5B755C23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5C97-3F48-203D-85A7-B31F3C6E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Striving Towards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61D70-5790-DA26-068F-6278BF85E94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Organized Training</a:t>
            </a:r>
          </a:p>
          <a:p>
            <a:r>
              <a:rPr lang="en-US" dirty="0"/>
              <a:t>Regular Re-Training</a:t>
            </a:r>
          </a:p>
          <a:p>
            <a:r>
              <a:rPr lang="en-US" dirty="0"/>
              <a:t>Education</a:t>
            </a:r>
          </a:p>
          <a:p>
            <a:r>
              <a:rPr lang="en-US" dirty="0"/>
              <a:t>Management</a:t>
            </a:r>
          </a:p>
          <a:p>
            <a:r>
              <a:rPr lang="en-US" dirty="0"/>
              <a:t>Workplace Ergonomics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A02B6-7CD5-D4C6-92C1-A28A22362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How to Improve Your Work-Life Balance Today - PS Alerts">
            <a:extLst>
              <a:ext uri="{FF2B5EF4-FFF2-40B4-BE49-F238E27FC236}">
                <a16:creationId xmlns:a16="http://schemas.microsoft.com/office/drawing/2014/main" id="{C1738E36-06AB-0026-2D75-4555E217D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744" y="1935019"/>
            <a:ext cx="4683917" cy="373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69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12531-2BA8-8C55-8D56-875F2721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D690-3381-2846-5251-ED0D989D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Bringing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73F92-741B-A18D-7F10-644B4CFD79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Positive Work Culture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Environment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Team Dynamics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Treatment</a:t>
            </a:r>
          </a:p>
          <a:p>
            <a:r>
              <a:rPr lang="en-US" dirty="0"/>
              <a:t>Cultural and Historical Influences</a:t>
            </a:r>
          </a:p>
          <a:p>
            <a:r>
              <a:rPr lang="en-US" dirty="0"/>
              <a:t>Human Factor Approaches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Ergonomics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378FC-AEFF-662C-3F52-C9DCA07E8E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 descr="Workplace Culture: Create an informal work culture in 5 steps">
            <a:extLst>
              <a:ext uri="{FF2B5EF4-FFF2-40B4-BE49-F238E27FC236}">
                <a16:creationId xmlns:a16="http://schemas.microsoft.com/office/drawing/2014/main" id="{A89DF75D-145F-92F7-7CD4-EDF5EBB53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58875" y="2555339"/>
            <a:ext cx="4986257" cy="322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6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D453-2B7B-52E5-28AC-A30EC65C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C4ABE-4B66-C873-307D-67F02D5BC7F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4530" y="2108722"/>
            <a:ext cx="8537887" cy="4493274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r>
              <a:rPr lang="en-US" dirty="0"/>
              <a:t>Andreev, I. (2024, November 11). Work Culture. </a:t>
            </a:r>
            <a:r>
              <a:rPr lang="en-US" dirty="0" err="1"/>
              <a:t>Valamis</a:t>
            </a:r>
            <a:r>
              <a:rPr lang="en-US" dirty="0"/>
              <a:t>. https://www.valamis.com/hub/work-culture</a:t>
            </a:r>
            <a:endParaRPr lang="en-US"/>
          </a:p>
          <a:p>
            <a:r>
              <a:rPr lang="en-US"/>
              <a:t>Benton, L., &amp; Kyte, L. (2019, September 23). A Culture Change Success Story. United Kingdom; Lizzie Benton. </a:t>
            </a:r>
            <a:r>
              <a:rPr lang="en-US" dirty="0"/>
              <a:t>https://libertymind.co.uk/podcasts/season-2-episode-4-a-culture-change-success-story/</a:t>
            </a:r>
          </a:p>
          <a:p>
            <a:r>
              <a:rPr lang="en-US" dirty="0"/>
              <a:t>Dev, J. (2023, July 1). Japanese Work Culture: Here’s How to Survive. Japan Dev. https://japan-dev.com/blog/japanese-work-culture</a:t>
            </a:r>
          </a:p>
          <a:p>
            <a:r>
              <a:rPr lang="en-US"/>
              <a:t>Farnham, B. (2022, March 7). The Nordic Theory of Everything with Anu Partanen. YouTube. https://www.youtube.com/watch?v=orLoSnlpS5g</a:t>
            </a:r>
          </a:p>
          <a:p>
            <a:r>
              <a:rPr lang="en-US" err="1"/>
              <a:t>Rekosuo</a:t>
            </a:r>
            <a:r>
              <a:rPr lang="en-US"/>
              <a:t>, T. (2019, May 14). Human Factors in Safety: How do stress and fatigue affect work?. Prosapien. https://www.pro-</a:t>
            </a:r>
            <a:r>
              <a:rPr lang="en-US" dirty="0"/>
              <a:t>sapien.com/blog/human-factors-safety-stress-fatigue-2/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BB56F-F7C0-72FB-5E5C-B68C4B1F99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2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36CA8-62D1-50CC-992D-370EBE12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3422595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DD27D0-5B6E-4A0E-95B2-BB37F9D8861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360</Words>
  <Application>Microsoft Office PowerPoint</Application>
  <PresentationFormat>Widescreen</PresentationFormat>
  <Paragraphs>82</Paragraphs>
  <Slides>12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Tisa Offc Serif Pro</vt:lpstr>
      <vt:lpstr>Univers Light</vt:lpstr>
      <vt:lpstr>Custom</vt:lpstr>
      <vt:lpstr>Human Factors in Work-Life Balance</vt:lpstr>
      <vt:lpstr>Agenda</vt:lpstr>
      <vt:lpstr>What is a positive work culture?</vt:lpstr>
      <vt:lpstr>Positive Work Culture Benefits</vt:lpstr>
      <vt:lpstr>Japan</vt:lpstr>
      <vt:lpstr>Nordic Countries</vt:lpstr>
      <vt:lpstr>PowerPoint Presentation</vt:lpstr>
      <vt:lpstr>Spain</vt:lpstr>
      <vt:lpstr>Striving Towards Balance</vt:lpstr>
      <vt:lpstr>Bringing It All Together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Hernandez, Elsy (hern1883@vandals.uidaho.edu)</cp:lastModifiedBy>
  <cp:revision>2048</cp:revision>
  <dcterms:created xsi:type="dcterms:W3CDTF">2025-01-20T17:34:38Z</dcterms:created>
  <dcterms:modified xsi:type="dcterms:W3CDTF">2025-02-26T04:48:07Z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